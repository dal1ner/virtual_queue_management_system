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9"/>
  </p:notesMasterIdLst>
  <p:sldIdLst>
    <p:sldId id="256" r:id="rId2"/>
    <p:sldId id="314" r:id="rId3"/>
    <p:sldId id="357" r:id="rId4"/>
    <p:sldId id="358" r:id="rId5"/>
    <p:sldId id="363" r:id="rId6"/>
    <p:sldId id="361" r:id="rId7"/>
    <p:sldId id="359" r:id="rId8"/>
    <p:sldId id="365" r:id="rId9"/>
    <p:sldId id="366" r:id="rId10"/>
    <p:sldId id="367" r:id="rId11"/>
    <p:sldId id="371" r:id="rId12"/>
    <p:sldId id="375" r:id="rId13"/>
    <p:sldId id="376" r:id="rId14"/>
    <p:sldId id="372" r:id="rId15"/>
    <p:sldId id="368" r:id="rId16"/>
    <p:sldId id="360" r:id="rId17"/>
    <p:sldId id="362" r:id="rId18"/>
    <p:sldId id="364" r:id="rId19"/>
    <p:sldId id="369" r:id="rId20"/>
    <p:sldId id="370" r:id="rId21"/>
    <p:sldId id="373" r:id="rId22"/>
    <p:sldId id="374" r:id="rId23"/>
    <p:sldId id="352" r:id="rId24"/>
    <p:sldId id="377" r:id="rId25"/>
    <p:sldId id="378" r:id="rId26"/>
    <p:sldId id="379" r:id="rId27"/>
    <p:sldId id="270" r:id="rId28"/>
  </p:sldIdLst>
  <p:sldSz cx="9144000" cy="6858000" type="screen4x3"/>
  <p:notesSz cx="6858000" cy="9144000"/>
  <p:embeddedFontLst>
    <p:embeddedFont>
      <p:font typeface="Poppins" panose="020B0604020202020204" charset="0"/>
      <p:regular r:id="rId30"/>
      <p:bold r:id="rId31"/>
      <p:italic r:id="rId32"/>
      <p:boldItalic r:id="rId33"/>
    </p:embeddedFont>
    <p:embeddedFont>
      <p:font typeface="IBM Plex Mono" panose="020B0604020202020204" charset="-52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88E2"/>
    <a:srgbClr val="E1DF8B"/>
    <a:srgbClr val="5ED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B832DE-76B6-4B34-B3CA-37E8069A2435}">
  <a:tblStyle styleId="{B9B832DE-76B6-4B34-B3CA-37E8069A24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64" autoAdjust="0"/>
  </p:normalViewPr>
  <p:slideViewPr>
    <p:cSldViewPr snapToGrid="0">
      <p:cViewPr varScale="1">
        <p:scale>
          <a:sx n="88" d="100"/>
          <a:sy n="88" d="100"/>
        </p:scale>
        <p:origin x="79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24ef22aa1ac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24ef22aa1ac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7649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23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3018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776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4753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712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51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292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3463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047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467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984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020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110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866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920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595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222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706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687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214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047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7033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502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>
          <a:extLst>
            <a:ext uri="{FF2B5EF4-FFF2-40B4-BE49-F238E27FC236}">
              <a16:creationId xmlns:a16="http://schemas.microsoft.com/office/drawing/2014/main" id="{180443F6-F0E6-0C75-E4EA-7D471686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>
            <a:extLst>
              <a:ext uri="{FF2B5EF4-FFF2-40B4-BE49-F238E27FC236}">
                <a16:creationId xmlns:a16="http://schemas.microsoft.com/office/drawing/2014/main" id="{634E3D26-0434-11C6-F74B-C84E955CC8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471" name="Google Shape;1471;g24e6b4d5c31_0_0:notes">
            <a:extLst>
              <a:ext uri="{FF2B5EF4-FFF2-40B4-BE49-F238E27FC236}">
                <a16:creationId xmlns:a16="http://schemas.microsoft.com/office/drawing/2014/main" id="{7BD469FC-E5FD-F425-D3F4-017097DDA1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838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2911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453795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529600" y="1871137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529600" y="4511063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5304581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68317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2957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85622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6154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539400" y="1696951"/>
            <a:ext cx="80652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545225" y="-1175453"/>
            <a:ext cx="3733124" cy="8244479"/>
            <a:chOff x="7545225" y="-1175453"/>
            <a:chExt cx="3733124" cy="8244479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545225" y="-1175453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724496" y="511846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430664" y="-904833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24501" y="1949821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33416" y="5014757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492473" y="-296017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3174813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3174813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850801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850801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52938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46954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9134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9" name="Google Shape;549;p15"/>
          <p:cNvGrpSpPr/>
          <p:nvPr/>
        </p:nvGrpSpPr>
        <p:grpSpPr>
          <a:xfrm>
            <a:off x="4967675" y="6649592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rot="8100000" flipH="1">
              <a:off x="3778999" y="-2106462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rot="-2700000" flipH="1">
              <a:off x="3192849" y="-2898537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379202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rot="10800000" flipH="1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rot="-3320950" flipH="1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rot="-2700000" flipH="1">
              <a:off x="249333" y="3270782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" name="Google Shape;760;p19"/>
          <p:cNvGrpSpPr/>
          <p:nvPr/>
        </p:nvGrpSpPr>
        <p:grpSpPr>
          <a:xfrm>
            <a:off x="-96329" y="6532926"/>
            <a:ext cx="1590408" cy="88125"/>
            <a:chOff x="124624" y="4953514"/>
            <a:chExt cx="1137387" cy="88142"/>
          </a:xfrm>
        </p:grpSpPr>
        <p:sp>
          <p:nvSpPr>
            <p:cNvPr id="761" name="Google Shape;761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3" name="Google Shape;763;p19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19"/>
          <p:cNvSpPr txBox="1">
            <a:spLocks noGrp="1"/>
          </p:cNvSpPr>
          <p:nvPr>
            <p:ph type="subTitle" idx="1"/>
          </p:nvPr>
        </p:nvSpPr>
        <p:spPr>
          <a:xfrm>
            <a:off x="4895490" y="2389725"/>
            <a:ext cx="37092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19"/>
          <p:cNvSpPr txBox="1">
            <a:spLocks noGrp="1"/>
          </p:cNvSpPr>
          <p:nvPr>
            <p:ph type="subTitle" idx="2"/>
          </p:nvPr>
        </p:nvSpPr>
        <p:spPr>
          <a:xfrm>
            <a:off x="539400" y="2389725"/>
            <a:ext cx="37092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6" name="Google Shape;766;p19"/>
          <p:cNvGrpSpPr/>
          <p:nvPr/>
        </p:nvGrpSpPr>
        <p:grpSpPr>
          <a:xfrm>
            <a:off x="6807500" y="30621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228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2485794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3246619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4231464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7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5" name="Google Shape;1205;p27"/>
          <p:cNvSpPr txBox="1">
            <a:spLocks noGrp="1"/>
          </p:cNvSpPr>
          <p:nvPr>
            <p:ph type="subTitle" idx="1"/>
          </p:nvPr>
        </p:nvSpPr>
        <p:spPr>
          <a:xfrm>
            <a:off x="720000" y="24329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6" name="Google Shape;1206;p27"/>
          <p:cNvSpPr txBox="1">
            <a:spLocks noGrp="1"/>
          </p:cNvSpPr>
          <p:nvPr>
            <p:ph type="subTitle" idx="2"/>
          </p:nvPr>
        </p:nvSpPr>
        <p:spPr>
          <a:xfrm>
            <a:off x="3469872" y="24329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7" name="Google Shape;1207;p27"/>
          <p:cNvSpPr txBox="1">
            <a:spLocks noGrp="1"/>
          </p:cNvSpPr>
          <p:nvPr>
            <p:ph type="subTitle" idx="3"/>
          </p:nvPr>
        </p:nvSpPr>
        <p:spPr>
          <a:xfrm>
            <a:off x="720000" y="41784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27"/>
          <p:cNvSpPr txBox="1">
            <a:spLocks noGrp="1"/>
          </p:cNvSpPr>
          <p:nvPr>
            <p:ph type="subTitle" idx="4"/>
          </p:nvPr>
        </p:nvSpPr>
        <p:spPr>
          <a:xfrm>
            <a:off x="3469875" y="41784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9" name="Google Shape;1209;p27"/>
          <p:cNvSpPr txBox="1">
            <a:spLocks noGrp="1"/>
          </p:cNvSpPr>
          <p:nvPr>
            <p:ph type="subTitle" idx="5"/>
          </p:nvPr>
        </p:nvSpPr>
        <p:spPr>
          <a:xfrm>
            <a:off x="6219751" y="24329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0" name="Google Shape;1210;p27"/>
          <p:cNvSpPr txBox="1">
            <a:spLocks noGrp="1"/>
          </p:cNvSpPr>
          <p:nvPr>
            <p:ph type="subTitle" idx="6"/>
          </p:nvPr>
        </p:nvSpPr>
        <p:spPr>
          <a:xfrm>
            <a:off x="6219751" y="41784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1" name="Google Shape;1211;p27"/>
          <p:cNvSpPr txBox="1">
            <a:spLocks noGrp="1"/>
          </p:cNvSpPr>
          <p:nvPr>
            <p:ph type="subTitle" idx="7"/>
          </p:nvPr>
        </p:nvSpPr>
        <p:spPr>
          <a:xfrm>
            <a:off x="720000" y="21068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2" name="Google Shape;1212;p27"/>
          <p:cNvSpPr txBox="1">
            <a:spLocks noGrp="1"/>
          </p:cNvSpPr>
          <p:nvPr>
            <p:ph type="subTitle" idx="8"/>
          </p:nvPr>
        </p:nvSpPr>
        <p:spPr>
          <a:xfrm>
            <a:off x="3469873" y="21068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3" name="Google Shape;1213;p27"/>
          <p:cNvSpPr txBox="1">
            <a:spLocks noGrp="1"/>
          </p:cNvSpPr>
          <p:nvPr>
            <p:ph type="subTitle" idx="9"/>
          </p:nvPr>
        </p:nvSpPr>
        <p:spPr>
          <a:xfrm>
            <a:off x="720000" y="38523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4" name="Google Shape;1214;p27"/>
          <p:cNvSpPr txBox="1">
            <a:spLocks noGrp="1"/>
          </p:cNvSpPr>
          <p:nvPr>
            <p:ph type="subTitle" idx="13"/>
          </p:nvPr>
        </p:nvSpPr>
        <p:spPr>
          <a:xfrm>
            <a:off x="3469873" y="38523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5" name="Google Shape;1215;p27"/>
          <p:cNvSpPr txBox="1">
            <a:spLocks noGrp="1"/>
          </p:cNvSpPr>
          <p:nvPr>
            <p:ph type="subTitle" idx="14"/>
          </p:nvPr>
        </p:nvSpPr>
        <p:spPr>
          <a:xfrm>
            <a:off x="6219752" y="21068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6" name="Google Shape;1216;p27"/>
          <p:cNvSpPr txBox="1">
            <a:spLocks noGrp="1"/>
          </p:cNvSpPr>
          <p:nvPr>
            <p:ph type="subTitle" idx="15"/>
          </p:nvPr>
        </p:nvSpPr>
        <p:spPr>
          <a:xfrm>
            <a:off x="6219752" y="38523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17" name="Google Shape;1217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18" name="Google Shape;1218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9" name="Google Shape;1219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20" name="Google Shape;1220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24" name="Google Shape;1224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26" name="Google Shape;1226;p27"/>
          <p:cNvGrpSpPr/>
          <p:nvPr/>
        </p:nvGrpSpPr>
        <p:grpSpPr>
          <a:xfrm>
            <a:off x="-1089100" y="5876725"/>
            <a:ext cx="5368850" cy="1863749"/>
            <a:chOff x="-1089100" y="4200325"/>
            <a:chExt cx="5368850" cy="1863749"/>
          </a:xfrm>
        </p:grpSpPr>
        <p:grpSp>
          <p:nvGrpSpPr>
            <p:cNvPr id="1227" name="Google Shape;1227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28" name="Google Shape;1228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31" name="Google Shape;1231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2" name="Google Shape;1232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33" name="Google Shape;1233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34" name="Google Shape;123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1" name="Google Shape;1241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2" name="Google Shape;1242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49" name="Google Shape;1249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50" name="Google Shape;1250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1" name="Google Shape;1251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52" name="Google Shape;1252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oogle Shape;1331;p30"/>
          <p:cNvGrpSpPr/>
          <p:nvPr/>
        </p:nvGrpSpPr>
        <p:grpSpPr>
          <a:xfrm>
            <a:off x="-623241" y="5526087"/>
            <a:ext cx="2833357" cy="1517787"/>
            <a:chOff x="-623241" y="3849687"/>
            <a:chExt cx="2833357" cy="1517787"/>
          </a:xfrm>
        </p:grpSpPr>
        <p:grpSp>
          <p:nvGrpSpPr>
            <p:cNvPr id="1332" name="Google Shape;1332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33" name="Google Shape;1333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60"/>
                    </a:srgbClr>
                  </a:gs>
                  <a:gs pos="22000">
                    <a:srgbClr val="F5F8FF">
                      <a:alpha val="31360"/>
                    </a:srgb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60"/>
                    </a:srgbClr>
                  </a:gs>
                  <a:gs pos="22000">
                    <a:srgbClr val="F5F8FF">
                      <a:alpha val="31360"/>
                    </a:srgb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7" name="Google Shape;1337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38" name="Google Shape;1338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9" name="Google Shape;1339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0" name="Google Shape;1340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42" name="Google Shape;1342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3" name="Google Shape;1343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45" name="Google Shape;1345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" name="Google Shape;1346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47" name="Google Shape;1347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8" name="Google Shape;1348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0" name="Google Shape;1350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1" name="Google Shape;1351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8" name="Google Shape;1358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6" name="Google Shape;1366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67" name="Google Shape;1367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0" name="Google Shape;1370;p31"/>
          <p:cNvGrpSpPr/>
          <p:nvPr/>
        </p:nvGrpSpPr>
        <p:grpSpPr>
          <a:xfrm>
            <a:off x="8332551" y="152393"/>
            <a:ext cx="2386151" cy="3293873"/>
            <a:chOff x="8256351" y="-7"/>
            <a:chExt cx="2386151" cy="3293873"/>
          </a:xfrm>
        </p:grpSpPr>
        <p:pic>
          <p:nvPicPr>
            <p:cNvPr id="1371" name="Google Shape;1371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2" name="Google Shape;1372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73" name="Google Shape;1373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F5F8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74" name="Google Shape;1374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75" name="Google Shape;1375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9109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rgbClr val="F5F8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6" name="Google Shape;1376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77" name="Google Shape;1377;p31"/>
          <p:cNvGrpSpPr/>
          <p:nvPr/>
        </p:nvGrpSpPr>
        <p:grpSpPr>
          <a:xfrm>
            <a:off x="-213525" y="323625"/>
            <a:ext cx="439200" cy="439100"/>
            <a:chOff x="1101075" y="2142375"/>
            <a:chExt cx="439200" cy="439100"/>
          </a:xfrm>
        </p:grpSpPr>
        <p:sp>
          <p:nvSpPr>
            <p:cNvPr id="1378" name="Google Shape;1378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31"/>
          <p:cNvGrpSpPr/>
          <p:nvPr/>
        </p:nvGrpSpPr>
        <p:grpSpPr>
          <a:xfrm>
            <a:off x="-1262974" y="4837728"/>
            <a:ext cx="4822591" cy="2934500"/>
            <a:chOff x="-1186774" y="3161328"/>
            <a:chExt cx="4822591" cy="2934500"/>
          </a:xfrm>
        </p:grpSpPr>
        <p:pic>
          <p:nvPicPr>
            <p:cNvPr id="1381" name="Google Shape;1381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3" name="Google Shape;1383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84" name="Google Shape;1384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85" name="Google Shape;1385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6" name="Google Shape;1386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7" name="Google Shape;1387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8" name="Google Shape;1388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9" name="Google Shape;1389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0" name="Google Shape;1390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1" name="Google Shape;1391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08" name="Google Shape;1408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09" name="Google Shape;1409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rgbClr val="F5F8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0" name="Google Shape;1410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5F8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1" name="Google Shape;1411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rgbClr val="F5F8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1774650"/>
            <a:ext cx="33156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3483250"/>
            <a:ext cx="33156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309500" y="716250"/>
            <a:ext cx="4295100" cy="54255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4574713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63788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190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9350" y="713100"/>
            <a:ext cx="80652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21525" y="1536625"/>
            <a:ext cx="80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8" r:id="rId6"/>
    <p:sldLayoutId id="2147483661" r:id="rId7"/>
    <p:sldLayoutId id="2147483665" r:id="rId8"/>
    <p:sldLayoutId id="2147483666" r:id="rId9"/>
    <p:sldLayoutId id="2147483673" r:id="rId10"/>
    <p:sldLayoutId id="2147483676" r:id="rId11"/>
    <p:sldLayoutId id="2147483677" r:id="rId12"/>
    <p:sldLayoutId id="214748368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34"/>
          <p:cNvSpPr txBox="1">
            <a:spLocks noGrp="1"/>
          </p:cNvSpPr>
          <p:nvPr>
            <p:ph type="subTitle" idx="1"/>
          </p:nvPr>
        </p:nvSpPr>
        <p:spPr>
          <a:xfrm>
            <a:off x="529599" y="4511062"/>
            <a:ext cx="7827132" cy="7179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800" dirty="0" smtClean="0">
                <a:latin typeface="+mn-lt"/>
              </a:rPr>
              <a:t>Разработка архитектуры</a:t>
            </a:r>
            <a:endParaRPr sz="2800" dirty="0">
              <a:latin typeface="+mn-lt"/>
            </a:endParaRPr>
          </a:p>
        </p:txBody>
      </p:sp>
      <p:sp>
        <p:nvSpPr>
          <p:cNvPr id="1421" name="Google Shape;1421;p34"/>
          <p:cNvSpPr txBox="1">
            <a:spLocks noGrp="1"/>
          </p:cNvSpPr>
          <p:nvPr>
            <p:ph type="ctrTitle"/>
          </p:nvPr>
        </p:nvSpPr>
        <p:spPr>
          <a:xfrm>
            <a:off x="596392" y="3096875"/>
            <a:ext cx="8120888" cy="10920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 smtClean="0">
                <a:solidFill>
                  <a:schemeClr val="dk1"/>
                </a:solidFill>
              </a:rPr>
              <a:t>Итоги </a:t>
            </a:r>
            <a:r>
              <a:rPr lang="ru-RU" dirty="0" smtClean="0"/>
              <a:t>работы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22" name="Google Shape;1422;p34"/>
          <p:cNvGrpSpPr/>
          <p:nvPr/>
        </p:nvGrpSpPr>
        <p:grpSpPr>
          <a:xfrm>
            <a:off x="529600" y="4287315"/>
            <a:ext cx="3936683" cy="134070"/>
            <a:chOff x="1096850" y="3242811"/>
            <a:chExt cx="3936683" cy="134070"/>
          </a:xfrm>
        </p:grpSpPr>
        <p:cxnSp>
          <p:nvCxnSpPr>
            <p:cNvPr id="1423" name="Google Shape;1423;p3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4" name="Google Shape;1424;p3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5" name="Google Shape;1425;p3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7" name="Google Shape;1427;p34"/>
          <p:cNvGrpSpPr/>
          <p:nvPr/>
        </p:nvGrpSpPr>
        <p:grpSpPr>
          <a:xfrm>
            <a:off x="8017401" y="0"/>
            <a:ext cx="134100" cy="1891393"/>
            <a:chOff x="8017401" y="-313900"/>
            <a:chExt cx="134100" cy="1891393"/>
          </a:xfrm>
        </p:grpSpPr>
        <p:sp>
          <p:nvSpPr>
            <p:cNvPr id="1428" name="Google Shape;1428;p3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29" name="Google Shape;1429;p3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0" name="Google Shape;1430;p3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1" name="Google Shape;1431;p34"/>
          <p:cNvGrpSpPr/>
          <p:nvPr/>
        </p:nvGrpSpPr>
        <p:grpSpPr>
          <a:xfrm>
            <a:off x="6309526" y="1586400"/>
            <a:ext cx="3504715" cy="5119205"/>
            <a:chOff x="6309526" y="836950"/>
            <a:chExt cx="3504715" cy="5119205"/>
          </a:xfrm>
        </p:grpSpPr>
        <p:sp>
          <p:nvSpPr>
            <p:cNvPr id="1432" name="Google Shape;1432;p34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3" name="Google Shape;1433;p3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4" name="Google Shape;1434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6" name="Google Shape;1436;p3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37" name="Google Shape;1437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9" name="Google Shape;1439;p3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0" name="Google Shape;1440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2" name="Google Shape;1442;p3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3663;p81"/>
          <p:cNvSpPr>
            <a:spLocks noChangeAspect="1"/>
          </p:cNvSpPr>
          <p:nvPr/>
        </p:nvSpPr>
        <p:spPr>
          <a:xfrm>
            <a:off x="4857735" y="4461087"/>
            <a:ext cx="691361" cy="692108"/>
          </a:xfrm>
          <a:custGeom>
            <a:avLst/>
            <a:gdLst/>
            <a:ahLst/>
            <a:cxnLst/>
            <a:rect l="l" t="t" r="r" b="b"/>
            <a:pathLst>
              <a:path w="10193" h="10204" extrusionOk="0">
                <a:moveTo>
                  <a:pt x="5096" y="286"/>
                </a:moveTo>
                <a:lnTo>
                  <a:pt x="8668" y="2369"/>
                </a:lnTo>
                <a:lnTo>
                  <a:pt x="8061" y="2369"/>
                </a:lnTo>
                <a:lnTo>
                  <a:pt x="5215" y="726"/>
                </a:lnTo>
                <a:cubicBezTo>
                  <a:pt x="5180" y="703"/>
                  <a:pt x="5138" y="691"/>
                  <a:pt x="5096" y="691"/>
                </a:cubicBezTo>
                <a:cubicBezTo>
                  <a:pt x="5054" y="691"/>
                  <a:pt x="5013" y="703"/>
                  <a:pt x="4977" y="726"/>
                </a:cubicBezTo>
                <a:lnTo>
                  <a:pt x="4215" y="1155"/>
                </a:lnTo>
                <a:cubicBezTo>
                  <a:pt x="4144" y="1191"/>
                  <a:pt x="4132" y="1286"/>
                  <a:pt x="4156" y="1357"/>
                </a:cubicBezTo>
                <a:cubicBezTo>
                  <a:pt x="4188" y="1407"/>
                  <a:pt x="4238" y="1433"/>
                  <a:pt x="4294" y="1433"/>
                </a:cubicBezTo>
                <a:cubicBezTo>
                  <a:pt x="4318" y="1433"/>
                  <a:pt x="4344" y="1428"/>
                  <a:pt x="4370" y="1417"/>
                </a:cubicBezTo>
                <a:lnTo>
                  <a:pt x="5096" y="1000"/>
                </a:lnTo>
                <a:lnTo>
                  <a:pt x="7466" y="2381"/>
                </a:lnTo>
                <a:lnTo>
                  <a:pt x="2715" y="2381"/>
                </a:lnTo>
                <a:lnTo>
                  <a:pt x="3775" y="1774"/>
                </a:lnTo>
                <a:cubicBezTo>
                  <a:pt x="3846" y="1727"/>
                  <a:pt x="3858" y="1643"/>
                  <a:pt x="3834" y="1572"/>
                </a:cubicBezTo>
                <a:cubicBezTo>
                  <a:pt x="3803" y="1517"/>
                  <a:pt x="3751" y="1493"/>
                  <a:pt x="3699" y="1493"/>
                </a:cubicBezTo>
                <a:cubicBezTo>
                  <a:pt x="3672" y="1493"/>
                  <a:pt x="3644" y="1500"/>
                  <a:pt x="3620" y="1512"/>
                </a:cubicBezTo>
                <a:lnTo>
                  <a:pt x="2132" y="2369"/>
                </a:lnTo>
                <a:lnTo>
                  <a:pt x="1524" y="2369"/>
                </a:lnTo>
                <a:lnTo>
                  <a:pt x="5096" y="286"/>
                </a:lnTo>
                <a:close/>
                <a:moveTo>
                  <a:pt x="9156" y="2667"/>
                </a:moveTo>
                <a:lnTo>
                  <a:pt x="9156" y="3382"/>
                </a:lnTo>
                <a:lnTo>
                  <a:pt x="1000" y="3382"/>
                </a:lnTo>
                <a:lnTo>
                  <a:pt x="1000" y="2667"/>
                </a:lnTo>
                <a:close/>
                <a:moveTo>
                  <a:pt x="5894" y="3679"/>
                </a:moveTo>
                <a:cubicBezTo>
                  <a:pt x="5918" y="3679"/>
                  <a:pt x="5953" y="3703"/>
                  <a:pt x="5989" y="3727"/>
                </a:cubicBezTo>
                <a:cubicBezTo>
                  <a:pt x="6013" y="3763"/>
                  <a:pt x="6025" y="3798"/>
                  <a:pt x="6025" y="3834"/>
                </a:cubicBezTo>
                <a:cubicBezTo>
                  <a:pt x="6025" y="3905"/>
                  <a:pt x="5953" y="3965"/>
                  <a:pt x="5882" y="3965"/>
                </a:cubicBezTo>
                <a:cubicBezTo>
                  <a:pt x="5834" y="3965"/>
                  <a:pt x="5811" y="3953"/>
                  <a:pt x="5775" y="3917"/>
                </a:cubicBezTo>
                <a:cubicBezTo>
                  <a:pt x="5738" y="3880"/>
                  <a:pt x="5696" y="3861"/>
                  <a:pt x="5652" y="3861"/>
                </a:cubicBezTo>
                <a:cubicBezTo>
                  <a:pt x="5626" y="3861"/>
                  <a:pt x="5599" y="3868"/>
                  <a:pt x="5572" y="3882"/>
                </a:cubicBezTo>
                <a:cubicBezTo>
                  <a:pt x="5489" y="3905"/>
                  <a:pt x="5453" y="3977"/>
                  <a:pt x="5453" y="4060"/>
                </a:cubicBezTo>
                <a:lnTo>
                  <a:pt x="5453" y="8192"/>
                </a:lnTo>
                <a:lnTo>
                  <a:pt x="4870" y="8192"/>
                </a:lnTo>
                <a:lnTo>
                  <a:pt x="4870" y="4060"/>
                </a:lnTo>
                <a:cubicBezTo>
                  <a:pt x="4870" y="3977"/>
                  <a:pt x="4822" y="3905"/>
                  <a:pt x="4751" y="3882"/>
                </a:cubicBezTo>
                <a:cubicBezTo>
                  <a:pt x="4724" y="3868"/>
                  <a:pt x="4694" y="3861"/>
                  <a:pt x="4664" y="3861"/>
                </a:cubicBezTo>
                <a:cubicBezTo>
                  <a:pt x="4615" y="3861"/>
                  <a:pt x="4566" y="3880"/>
                  <a:pt x="4537" y="3917"/>
                </a:cubicBezTo>
                <a:cubicBezTo>
                  <a:pt x="4513" y="3953"/>
                  <a:pt x="4477" y="3965"/>
                  <a:pt x="4441" y="3965"/>
                </a:cubicBezTo>
                <a:cubicBezTo>
                  <a:pt x="4394" y="3965"/>
                  <a:pt x="4358" y="3953"/>
                  <a:pt x="4334" y="3917"/>
                </a:cubicBezTo>
                <a:cubicBezTo>
                  <a:pt x="4298" y="3893"/>
                  <a:pt x="4287" y="3846"/>
                  <a:pt x="4287" y="3822"/>
                </a:cubicBezTo>
                <a:cubicBezTo>
                  <a:pt x="4287" y="3739"/>
                  <a:pt x="4358" y="3679"/>
                  <a:pt x="4441" y="3679"/>
                </a:cubicBezTo>
                <a:close/>
                <a:moveTo>
                  <a:pt x="2798" y="3703"/>
                </a:moveTo>
                <a:cubicBezTo>
                  <a:pt x="2846" y="3703"/>
                  <a:pt x="2870" y="3715"/>
                  <a:pt x="2905" y="3739"/>
                </a:cubicBezTo>
                <a:cubicBezTo>
                  <a:pt x="2941" y="3774"/>
                  <a:pt x="2953" y="3810"/>
                  <a:pt x="2953" y="3846"/>
                </a:cubicBezTo>
                <a:cubicBezTo>
                  <a:pt x="2953" y="3917"/>
                  <a:pt x="2870" y="3977"/>
                  <a:pt x="2798" y="3977"/>
                </a:cubicBezTo>
                <a:cubicBezTo>
                  <a:pt x="2751" y="3977"/>
                  <a:pt x="2727" y="3965"/>
                  <a:pt x="2691" y="3941"/>
                </a:cubicBezTo>
                <a:cubicBezTo>
                  <a:pt x="2651" y="3901"/>
                  <a:pt x="2605" y="3877"/>
                  <a:pt x="2557" y="3877"/>
                </a:cubicBezTo>
                <a:cubicBezTo>
                  <a:pt x="2534" y="3877"/>
                  <a:pt x="2512" y="3882"/>
                  <a:pt x="2489" y="3893"/>
                </a:cubicBezTo>
                <a:cubicBezTo>
                  <a:pt x="2417" y="3917"/>
                  <a:pt x="2370" y="4001"/>
                  <a:pt x="2370" y="4072"/>
                </a:cubicBezTo>
                <a:lnTo>
                  <a:pt x="2370" y="8204"/>
                </a:lnTo>
                <a:lnTo>
                  <a:pt x="1786" y="8204"/>
                </a:lnTo>
                <a:lnTo>
                  <a:pt x="1786" y="4072"/>
                </a:lnTo>
                <a:cubicBezTo>
                  <a:pt x="1786" y="4001"/>
                  <a:pt x="1739" y="3917"/>
                  <a:pt x="1667" y="3893"/>
                </a:cubicBezTo>
                <a:cubicBezTo>
                  <a:pt x="1644" y="3882"/>
                  <a:pt x="1620" y="3877"/>
                  <a:pt x="1596" y="3877"/>
                </a:cubicBezTo>
                <a:cubicBezTo>
                  <a:pt x="1545" y="3877"/>
                  <a:pt x="1493" y="3901"/>
                  <a:pt x="1453" y="3941"/>
                </a:cubicBezTo>
                <a:cubicBezTo>
                  <a:pt x="1417" y="3965"/>
                  <a:pt x="1381" y="3977"/>
                  <a:pt x="1346" y="3977"/>
                </a:cubicBezTo>
                <a:cubicBezTo>
                  <a:pt x="1298" y="3977"/>
                  <a:pt x="1262" y="3965"/>
                  <a:pt x="1239" y="3941"/>
                </a:cubicBezTo>
                <a:cubicBezTo>
                  <a:pt x="1203" y="3905"/>
                  <a:pt x="1191" y="3858"/>
                  <a:pt x="1191" y="3834"/>
                </a:cubicBezTo>
                <a:cubicBezTo>
                  <a:pt x="1191" y="3763"/>
                  <a:pt x="1262" y="3703"/>
                  <a:pt x="1346" y="3703"/>
                </a:cubicBezTo>
                <a:close/>
                <a:moveTo>
                  <a:pt x="2501" y="8501"/>
                </a:moveTo>
                <a:lnTo>
                  <a:pt x="2501" y="8668"/>
                </a:lnTo>
                <a:lnTo>
                  <a:pt x="1655" y="8668"/>
                </a:lnTo>
                <a:lnTo>
                  <a:pt x="1655" y="8501"/>
                </a:lnTo>
                <a:close/>
                <a:moveTo>
                  <a:pt x="3965" y="3703"/>
                </a:moveTo>
                <a:cubicBezTo>
                  <a:pt x="3953" y="3739"/>
                  <a:pt x="3953" y="3774"/>
                  <a:pt x="3929" y="3822"/>
                </a:cubicBezTo>
                <a:cubicBezTo>
                  <a:pt x="3929" y="3941"/>
                  <a:pt x="3977" y="4060"/>
                  <a:pt x="4048" y="4144"/>
                </a:cubicBezTo>
                <a:cubicBezTo>
                  <a:pt x="4144" y="4239"/>
                  <a:pt x="4239" y="4274"/>
                  <a:pt x="4382" y="4274"/>
                </a:cubicBezTo>
                <a:cubicBezTo>
                  <a:pt x="4429" y="4274"/>
                  <a:pt x="4489" y="4263"/>
                  <a:pt x="4525" y="4251"/>
                </a:cubicBezTo>
                <a:lnTo>
                  <a:pt x="4525" y="8239"/>
                </a:lnTo>
                <a:cubicBezTo>
                  <a:pt x="4453" y="8275"/>
                  <a:pt x="4394" y="8370"/>
                  <a:pt x="4394" y="8465"/>
                </a:cubicBezTo>
                <a:lnTo>
                  <a:pt x="4394" y="8668"/>
                </a:lnTo>
                <a:lnTo>
                  <a:pt x="2786" y="8668"/>
                </a:lnTo>
                <a:lnTo>
                  <a:pt x="2786" y="8465"/>
                </a:lnTo>
                <a:cubicBezTo>
                  <a:pt x="2798" y="8370"/>
                  <a:pt x="2751" y="8287"/>
                  <a:pt x="2667" y="8239"/>
                </a:cubicBezTo>
                <a:lnTo>
                  <a:pt x="2667" y="4251"/>
                </a:lnTo>
                <a:cubicBezTo>
                  <a:pt x="2715" y="4263"/>
                  <a:pt x="2774" y="4274"/>
                  <a:pt x="2822" y="4274"/>
                </a:cubicBezTo>
                <a:cubicBezTo>
                  <a:pt x="3048" y="4274"/>
                  <a:pt x="3251" y="4084"/>
                  <a:pt x="3251" y="3858"/>
                </a:cubicBezTo>
                <a:cubicBezTo>
                  <a:pt x="3251" y="3798"/>
                  <a:pt x="3251" y="3739"/>
                  <a:pt x="3215" y="3703"/>
                </a:cubicBezTo>
                <a:close/>
                <a:moveTo>
                  <a:pt x="5572" y="8501"/>
                </a:moveTo>
                <a:lnTo>
                  <a:pt x="5572" y="8668"/>
                </a:lnTo>
                <a:lnTo>
                  <a:pt x="4727" y="8668"/>
                </a:lnTo>
                <a:lnTo>
                  <a:pt x="4727" y="8501"/>
                </a:lnTo>
                <a:close/>
                <a:moveTo>
                  <a:pt x="8620" y="8501"/>
                </a:moveTo>
                <a:lnTo>
                  <a:pt x="8620" y="8668"/>
                </a:lnTo>
                <a:lnTo>
                  <a:pt x="7775" y="8668"/>
                </a:lnTo>
                <a:lnTo>
                  <a:pt x="7775" y="8501"/>
                </a:lnTo>
                <a:close/>
                <a:moveTo>
                  <a:pt x="8930" y="3703"/>
                </a:moveTo>
                <a:cubicBezTo>
                  <a:pt x="8978" y="3703"/>
                  <a:pt x="9001" y="3715"/>
                  <a:pt x="9037" y="3739"/>
                </a:cubicBezTo>
                <a:cubicBezTo>
                  <a:pt x="9061" y="3774"/>
                  <a:pt x="9085" y="3822"/>
                  <a:pt x="9085" y="3846"/>
                </a:cubicBezTo>
                <a:cubicBezTo>
                  <a:pt x="9073" y="3917"/>
                  <a:pt x="9001" y="3977"/>
                  <a:pt x="8930" y="3977"/>
                </a:cubicBezTo>
                <a:cubicBezTo>
                  <a:pt x="8894" y="3977"/>
                  <a:pt x="8859" y="3965"/>
                  <a:pt x="8823" y="3941"/>
                </a:cubicBezTo>
                <a:cubicBezTo>
                  <a:pt x="8782" y="3901"/>
                  <a:pt x="8736" y="3877"/>
                  <a:pt x="8689" y="3877"/>
                </a:cubicBezTo>
                <a:cubicBezTo>
                  <a:pt x="8666" y="3877"/>
                  <a:pt x="8643" y="3882"/>
                  <a:pt x="8620" y="3893"/>
                </a:cubicBezTo>
                <a:cubicBezTo>
                  <a:pt x="8549" y="3917"/>
                  <a:pt x="8501" y="4001"/>
                  <a:pt x="8501" y="4072"/>
                </a:cubicBezTo>
                <a:lnTo>
                  <a:pt x="8501" y="8204"/>
                </a:lnTo>
                <a:lnTo>
                  <a:pt x="7918" y="8204"/>
                </a:lnTo>
                <a:lnTo>
                  <a:pt x="7918" y="6715"/>
                </a:lnTo>
                <a:cubicBezTo>
                  <a:pt x="7918" y="6632"/>
                  <a:pt x="7858" y="6572"/>
                  <a:pt x="7775" y="6572"/>
                </a:cubicBezTo>
                <a:cubicBezTo>
                  <a:pt x="7680" y="6572"/>
                  <a:pt x="7620" y="6632"/>
                  <a:pt x="7620" y="6715"/>
                </a:cubicBezTo>
                <a:lnTo>
                  <a:pt x="7620" y="8251"/>
                </a:lnTo>
                <a:cubicBezTo>
                  <a:pt x="7549" y="8299"/>
                  <a:pt x="7489" y="8382"/>
                  <a:pt x="7489" y="8477"/>
                </a:cubicBezTo>
                <a:lnTo>
                  <a:pt x="7489" y="8680"/>
                </a:lnTo>
                <a:lnTo>
                  <a:pt x="5882" y="8680"/>
                </a:lnTo>
                <a:lnTo>
                  <a:pt x="5882" y="8477"/>
                </a:lnTo>
                <a:cubicBezTo>
                  <a:pt x="5882" y="8370"/>
                  <a:pt x="5822" y="8299"/>
                  <a:pt x="5751" y="8251"/>
                </a:cubicBezTo>
                <a:lnTo>
                  <a:pt x="5751" y="4263"/>
                </a:lnTo>
                <a:cubicBezTo>
                  <a:pt x="5787" y="4274"/>
                  <a:pt x="5846" y="4298"/>
                  <a:pt x="5894" y="4298"/>
                </a:cubicBezTo>
                <a:cubicBezTo>
                  <a:pt x="6132" y="4298"/>
                  <a:pt x="6323" y="4096"/>
                  <a:pt x="6323" y="3882"/>
                </a:cubicBezTo>
                <a:cubicBezTo>
                  <a:pt x="6323" y="3822"/>
                  <a:pt x="6323" y="3763"/>
                  <a:pt x="6299" y="3715"/>
                </a:cubicBezTo>
                <a:lnTo>
                  <a:pt x="7037" y="3715"/>
                </a:lnTo>
                <a:cubicBezTo>
                  <a:pt x="7025" y="3763"/>
                  <a:pt x="7025" y="3786"/>
                  <a:pt x="7013" y="3834"/>
                </a:cubicBezTo>
                <a:cubicBezTo>
                  <a:pt x="7013" y="3953"/>
                  <a:pt x="7061" y="4072"/>
                  <a:pt x="7132" y="4155"/>
                </a:cubicBezTo>
                <a:cubicBezTo>
                  <a:pt x="7215" y="4251"/>
                  <a:pt x="7323" y="4298"/>
                  <a:pt x="7454" y="4298"/>
                </a:cubicBezTo>
                <a:cubicBezTo>
                  <a:pt x="7501" y="4298"/>
                  <a:pt x="7561" y="4274"/>
                  <a:pt x="7608" y="4263"/>
                </a:cubicBezTo>
                <a:lnTo>
                  <a:pt x="7608" y="5989"/>
                </a:lnTo>
                <a:cubicBezTo>
                  <a:pt x="7608" y="6084"/>
                  <a:pt x="7668" y="6144"/>
                  <a:pt x="7751" y="6144"/>
                </a:cubicBezTo>
                <a:cubicBezTo>
                  <a:pt x="7847" y="6144"/>
                  <a:pt x="7906" y="6084"/>
                  <a:pt x="7906" y="5989"/>
                </a:cubicBezTo>
                <a:lnTo>
                  <a:pt x="7906" y="4072"/>
                </a:lnTo>
                <a:cubicBezTo>
                  <a:pt x="7906" y="4001"/>
                  <a:pt x="7858" y="3917"/>
                  <a:pt x="7787" y="3893"/>
                </a:cubicBezTo>
                <a:cubicBezTo>
                  <a:pt x="7764" y="3882"/>
                  <a:pt x="7739" y="3877"/>
                  <a:pt x="7713" y="3877"/>
                </a:cubicBezTo>
                <a:cubicBezTo>
                  <a:pt x="7659" y="3877"/>
                  <a:pt x="7605" y="3901"/>
                  <a:pt x="7573" y="3941"/>
                </a:cubicBezTo>
                <a:cubicBezTo>
                  <a:pt x="7549" y="3965"/>
                  <a:pt x="7513" y="3977"/>
                  <a:pt x="7477" y="3977"/>
                </a:cubicBezTo>
                <a:cubicBezTo>
                  <a:pt x="7430" y="3977"/>
                  <a:pt x="7394" y="3965"/>
                  <a:pt x="7370" y="3941"/>
                </a:cubicBezTo>
                <a:cubicBezTo>
                  <a:pt x="7335" y="3905"/>
                  <a:pt x="7323" y="3858"/>
                  <a:pt x="7323" y="3834"/>
                </a:cubicBezTo>
                <a:cubicBezTo>
                  <a:pt x="7323" y="3763"/>
                  <a:pt x="7394" y="3703"/>
                  <a:pt x="7477" y="3703"/>
                </a:cubicBezTo>
                <a:close/>
                <a:moveTo>
                  <a:pt x="8990" y="8954"/>
                </a:moveTo>
                <a:cubicBezTo>
                  <a:pt x="9073" y="8954"/>
                  <a:pt x="9132" y="9013"/>
                  <a:pt x="9132" y="9085"/>
                </a:cubicBezTo>
                <a:lnTo>
                  <a:pt x="9132" y="9263"/>
                </a:lnTo>
                <a:lnTo>
                  <a:pt x="4263" y="9263"/>
                </a:lnTo>
                <a:cubicBezTo>
                  <a:pt x="4167" y="9263"/>
                  <a:pt x="4108" y="9323"/>
                  <a:pt x="4108" y="9418"/>
                </a:cubicBezTo>
                <a:cubicBezTo>
                  <a:pt x="4108" y="9501"/>
                  <a:pt x="4167" y="9561"/>
                  <a:pt x="4263" y="9561"/>
                </a:cubicBezTo>
                <a:lnTo>
                  <a:pt x="9311" y="9561"/>
                </a:lnTo>
                <a:cubicBezTo>
                  <a:pt x="9382" y="9561"/>
                  <a:pt x="9454" y="9620"/>
                  <a:pt x="9454" y="9716"/>
                </a:cubicBezTo>
                <a:lnTo>
                  <a:pt x="9454" y="9870"/>
                </a:lnTo>
                <a:lnTo>
                  <a:pt x="738" y="9870"/>
                </a:lnTo>
                <a:lnTo>
                  <a:pt x="738" y="9716"/>
                </a:lnTo>
                <a:cubicBezTo>
                  <a:pt x="738" y="9632"/>
                  <a:pt x="798" y="9561"/>
                  <a:pt x="881" y="9561"/>
                </a:cubicBezTo>
                <a:lnTo>
                  <a:pt x="3513" y="9561"/>
                </a:lnTo>
                <a:cubicBezTo>
                  <a:pt x="3608" y="9561"/>
                  <a:pt x="3667" y="9501"/>
                  <a:pt x="3667" y="9418"/>
                </a:cubicBezTo>
                <a:cubicBezTo>
                  <a:pt x="3667" y="9323"/>
                  <a:pt x="3608" y="9263"/>
                  <a:pt x="3513" y="9263"/>
                </a:cubicBezTo>
                <a:lnTo>
                  <a:pt x="1048" y="9263"/>
                </a:lnTo>
                <a:lnTo>
                  <a:pt x="1048" y="9085"/>
                </a:lnTo>
                <a:cubicBezTo>
                  <a:pt x="1048" y="9013"/>
                  <a:pt x="1108" y="8954"/>
                  <a:pt x="1179" y="8954"/>
                </a:cubicBezTo>
                <a:close/>
                <a:moveTo>
                  <a:pt x="5096" y="0"/>
                </a:moveTo>
                <a:cubicBezTo>
                  <a:pt x="5052" y="0"/>
                  <a:pt x="5007" y="12"/>
                  <a:pt x="4965" y="36"/>
                </a:cubicBezTo>
                <a:lnTo>
                  <a:pt x="858" y="2429"/>
                </a:lnTo>
                <a:cubicBezTo>
                  <a:pt x="834" y="2453"/>
                  <a:pt x="822" y="2453"/>
                  <a:pt x="822" y="2465"/>
                </a:cubicBezTo>
                <a:cubicBezTo>
                  <a:pt x="762" y="2524"/>
                  <a:pt x="715" y="2596"/>
                  <a:pt x="715" y="2691"/>
                </a:cubicBezTo>
                <a:lnTo>
                  <a:pt x="715" y="3429"/>
                </a:lnTo>
                <a:cubicBezTo>
                  <a:pt x="715" y="3560"/>
                  <a:pt x="822" y="3679"/>
                  <a:pt x="941" y="3715"/>
                </a:cubicBezTo>
                <a:cubicBezTo>
                  <a:pt x="929" y="3763"/>
                  <a:pt x="917" y="3798"/>
                  <a:pt x="917" y="3846"/>
                </a:cubicBezTo>
                <a:cubicBezTo>
                  <a:pt x="917" y="3965"/>
                  <a:pt x="953" y="4084"/>
                  <a:pt x="1036" y="4179"/>
                </a:cubicBezTo>
                <a:cubicBezTo>
                  <a:pt x="1119" y="4263"/>
                  <a:pt x="1227" y="4310"/>
                  <a:pt x="1358" y="4310"/>
                </a:cubicBezTo>
                <a:cubicBezTo>
                  <a:pt x="1405" y="4310"/>
                  <a:pt x="1465" y="4298"/>
                  <a:pt x="1512" y="4274"/>
                </a:cubicBezTo>
                <a:lnTo>
                  <a:pt x="1512" y="8263"/>
                </a:lnTo>
                <a:cubicBezTo>
                  <a:pt x="1429" y="8311"/>
                  <a:pt x="1370" y="8406"/>
                  <a:pt x="1370" y="8489"/>
                </a:cubicBezTo>
                <a:lnTo>
                  <a:pt x="1370" y="8704"/>
                </a:lnTo>
                <a:lnTo>
                  <a:pt x="1191" y="8704"/>
                </a:lnTo>
                <a:cubicBezTo>
                  <a:pt x="953" y="8704"/>
                  <a:pt x="762" y="8894"/>
                  <a:pt x="762" y="9132"/>
                </a:cubicBezTo>
                <a:lnTo>
                  <a:pt x="762" y="9323"/>
                </a:lnTo>
                <a:cubicBezTo>
                  <a:pt x="584" y="9382"/>
                  <a:pt x="453" y="9549"/>
                  <a:pt x="453" y="9739"/>
                </a:cubicBezTo>
                <a:lnTo>
                  <a:pt x="453" y="9906"/>
                </a:lnTo>
                <a:lnTo>
                  <a:pt x="155" y="9906"/>
                </a:lnTo>
                <a:cubicBezTo>
                  <a:pt x="60" y="9906"/>
                  <a:pt x="0" y="9966"/>
                  <a:pt x="0" y="10049"/>
                </a:cubicBezTo>
                <a:cubicBezTo>
                  <a:pt x="0" y="10144"/>
                  <a:pt x="60" y="10204"/>
                  <a:pt x="155" y="10204"/>
                </a:cubicBezTo>
                <a:lnTo>
                  <a:pt x="10049" y="10204"/>
                </a:lnTo>
                <a:cubicBezTo>
                  <a:pt x="10133" y="10204"/>
                  <a:pt x="10192" y="10144"/>
                  <a:pt x="10192" y="10049"/>
                </a:cubicBezTo>
                <a:cubicBezTo>
                  <a:pt x="10180" y="9954"/>
                  <a:pt x="10109" y="9870"/>
                  <a:pt x="10037" y="9870"/>
                </a:cubicBezTo>
                <a:lnTo>
                  <a:pt x="9740" y="9870"/>
                </a:lnTo>
                <a:lnTo>
                  <a:pt x="9740" y="9716"/>
                </a:lnTo>
                <a:cubicBezTo>
                  <a:pt x="9740" y="9513"/>
                  <a:pt x="9597" y="9335"/>
                  <a:pt x="9430" y="9299"/>
                </a:cubicBezTo>
                <a:lnTo>
                  <a:pt x="9430" y="9097"/>
                </a:lnTo>
                <a:cubicBezTo>
                  <a:pt x="9430" y="8858"/>
                  <a:pt x="9228" y="8668"/>
                  <a:pt x="8990" y="8668"/>
                </a:cubicBezTo>
                <a:lnTo>
                  <a:pt x="8918" y="8668"/>
                </a:lnTo>
                <a:lnTo>
                  <a:pt x="8918" y="8465"/>
                </a:lnTo>
                <a:cubicBezTo>
                  <a:pt x="8918" y="8358"/>
                  <a:pt x="8859" y="8287"/>
                  <a:pt x="8787" y="8239"/>
                </a:cubicBezTo>
                <a:lnTo>
                  <a:pt x="8787" y="4251"/>
                </a:lnTo>
                <a:cubicBezTo>
                  <a:pt x="8823" y="4263"/>
                  <a:pt x="8894" y="4274"/>
                  <a:pt x="8930" y="4274"/>
                </a:cubicBezTo>
                <a:cubicBezTo>
                  <a:pt x="9168" y="4274"/>
                  <a:pt x="9371" y="4084"/>
                  <a:pt x="9371" y="3858"/>
                </a:cubicBezTo>
                <a:cubicBezTo>
                  <a:pt x="9371" y="3786"/>
                  <a:pt x="9347" y="3715"/>
                  <a:pt x="9323" y="3655"/>
                </a:cubicBezTo>
                <a:cubicBezTo>
                  <a:pt x="9394" y="3608"/>
                  <a:pt x="9454" y="3524"/>
                  <a:pt x="9454" y="3417"/>
                </a:cubicBezTo>
                <a:lnTo>
                  <a:pt x="9454" y="2667"/>
                </a:lnTo>
                <a:cubicBezTo>
                  <a:pt x="9454" y="2572"/>
                  <a:pt x="9394" y="2465"/>
                  <a:pt x="9311" y="2417"/>
                </a:cubicBezTo>
                <a:lnTo>
                  <a:pt x="5227" y="36"/>
                </a:lnTo>
                <a:cubicBezTo>
                  <a:pt x="5185" y="12"/>
                  <a:pt x="5141" y="0"/>
                  <a:pt x="50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58"/>
          <p:cNvSpPr txBox="1">
            <a:spLocks noGrp="1"/>
          </p:cNvSpPr>
          <p:nvPr>
            <p:ph type="title"/>
          </p:nvPr>
        </p:nvSpPr>
        <p:spPr>
          <a:xfrm>
            <a:off x="562287" y="363740"/>
            <a:ext cx="34812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Наша команда</a:t>
            </a:r>
            <a:endParaRPr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94081" y="1633987"/>
            <a:ext cx="1573206" cy="3943422"/>
            <a:chOff x="124046" y="1633987"/>
            <a:chExt cx="1573206" cy="3943422"/>
          </a:xfrm>
        </p:grpSpPr>
        <p:sp>
          <p:nvSpPr>
            <p:cNvPr id="2150" name="Google Shape;2150;p58"/>
            <p:cNvSpPr/>
            <p:nvPr/>
          </p:nvSpPr>
          <p:spPr>
            <a:xfrm>
              <a:off x="380956" y="2583115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8"/>
            <p:cNvSpPr txBox="1"/>
            <p:nvPr/>
          </p:nvSpPr>
          <p:spPr>
            <a:xfrm>
              <a:off x="124046" y="4308959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Product Owner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182" name="Google Shape;2182;p58"/>
            <p:cNvSpPr txBox="1"/>
            <p:nvPr/>
          </p:nvSpPr>
          <p:spPr>
            <a:xfrm>
              <a:off x="124052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Ромов </a:t>
              </a: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Даниил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2185" name="Google Shape;2185;p58"/>
            <p:cNvSpPr txBox="1"/>
            <p:nvPr/>
          </p:nvSpPr>
          <p:spPr>
            <a:xfrm>
              <a:off x="124046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5" name="Google Shape;2195;p58"/>
            <p:cNvCxnSpPr>
              <a:endCxn id="2150" idx="0"/>
            </p:cNvCxnSpPr>
            <p:nvPr/>
          </p:nvCxnSpPr>
          <p:spPr>
            <a:xfrm rot="-5400000" flipH="1">
              <a:off x="673209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6" name="Google Shape;2196;p58"/>
            <p:cNvCxnSpPr/>
            <p:nvPr/>
          </p:nvCxnSpPr>
          <p:spPr>
            <a:xfrm rot="-5400000" flipH="1">
              <a:off x="676497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182" name="Google Shape;11807;p79"/>
            <p:cNvGrpSpPr/>
            <p:nvPr/>
          </p:nvGrpSpPr>
          <p:grpSpPr>
            <a:xfrm>
              <a:off x="473064" y="2666295"/>
              <a:ext cx="910361" cy="787559"/>
              <a:chOff x="854261" y="2908813"/>
              <a:chExt cx="377474" cy="335748"/>
            </a:xfrm>
            <a:solidFill>
              <a:schemeClr val="tx2"/>
            </a:solidFill>
          </p:grpSpPr>
          <p:sp>
            <p:nvSpPr>
              <p:cNvPr id="183" name="Google Shape;11808;p79"/>
              <p:cNvSpPr/>
              <p:nvPr/>
            </p:nvSpPr>
            <p:spPr>
              <a:xfrm>
                <a:off x="896337" y="3079695"/>
                <a:ext cx="47391" cy="1709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537" extrusionOk="0">
                    <a:moveTo>
                      <a:pt x="179" y="1"/>
                    </a:moveTo>
                    <a:cubicBezTo>
                      <a:pt x="96" y="1"/>
                      <a:pt x="0" y="72"/>
                      <a:pt x="0" y="179"/>
                    </a:cubicBezTo>
                    <a:cubicBezTo>
                      <a:pt x="0" y="263"/>
                      <a:pt x="84" y="358"/>
                      <a:pt x="179" y="358"/>
                    </a:cubicBezTo>
                    <a:cubicBezTo>
                      <a:pt x="381" y="358"/>
                      <a:pt x="941" y="382"/>
                      <a:pt x="1227" y="525"/>
                    </a:cubicBezTo>
                    <a:cubicBezTo>
                      <a:pt x="1251" y="537"/>
                      <a:pt x="1274" y="537"/>
                      <a:pt x="1298" y="537"/>
                    </a:cubicBezTo>
                    <a:cubicBezTo>
                      <a:pt x="1358" y="537"/>
                      <a:pt x="1417" y="501"/>
                      <a:pt x="1453" y="441"/>
                    </a:cubicBezTo>
                    <a:cubicBezTo>
                      <a:pt x="1489" y="358"/>
                      <a:pt x="1465" y="251"/>
                      <a:pt x="1370" y="203"/>
                    </a:cubicBezTo>
                    <a:cubicBezTo>
                      <a:pt x="977" y="1"/>
                      <a:pt x="215" y="1"/>
                      <a:pt x="1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1809;p79"/>
              <p:cNvSpPr/>
              <p:nvPr/>
            </p:nvSpPr>
            <p:spPr>
              <a:xfrm>
                <a:off x="878514" y="3191855"/>
                <a:ext cx="11426" cy="5270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56" extrusionOk="0">
                    <a:moveTo>
                      <a:pt x="179" y="1"/>
                    </a:moveTo>
                    <a:cubicBezTo>
                      <a:pt x="84" y="1"/>
                      <a:pt x="1" y="72"/>
                      <a:pt x="1" y="180"/>
                    </a:cubicBezTo>
                    <a:lnTo>
                      <a:pt x="1" y="1477"/>
                    </a:lnTo>
                    <a:cubicBezTo>
                      <a:pt x="1" y="1561"/>
                      <a:pt x="72" y="1656"/>
                      <a:pt x="179" y="1656"/>
                    </a:cubicBezTo>
                    <a:cubicBezTo>
                      <a:pt x="287" y="1656"/>
                      <a:pt x="358" y="1585"/>
                      <a:pt x="358" y="1477"/>
                    </a:cubicBezTo>
                    <a:lnTo>
                      <a:pt x="358" y="180"/>
                    </a:lnTo>
                    <a:cubicBezTo>
                      <a:pt x="358" y="72"/>
                      <a:pt x="287" y="1"/>
                      <a:pt x="1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1810;p79"/>
              <p:cNvSpPr/>
              <p:nvPr/>
            </p:nvSpPr>
            <p:spPr>
              <a:xfrm>
                <a:off x="854261" y="3050159"/>
                <a:ext cx="219451" cy="194052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6097" extrusionOk="0">
                    <a:moveTo>
                      <a:pt x="6406" y="679"/>
                    </a:moveTo>
                    <a:lnTo>
                      <a:pt x="6466" y="929"/>
                    </a:lnTo>
                    <a:cubicBezTo>
                      <a:pt x="6490" y="1000"/>
                      <a:pt x="6478" y="1072"/>
                      <a:pt x="6418" y="1119"/>
                    </a:cubicBezTo>
                    <a:lnTo>
                      <a:pt x="6311" y="1226"/>
                    </a:lnTo>
                    <a:lnTo>
                      <a:pt x="6073" y="988"/>
                    </a:lnTo>
                    <a:lnTo>
                      <a:pt x="6406" y="679"/>
                    </a:lnTo>
                    <a:close/>
                    <a:moveTo>
                      <a:pt x="3192" y="345"/>
                    </a:moveTo>
                    <a:lnTo>
                      <a:pt x="3192" y="1060"/>
                    </a:lnTo>
                    <a:cubicBezTo>
                      <a:pt x="3192" y="1179"/>
                      <a:pt x="3156" y="1298"/>
                      <a:pt x="3108" y="1405"/>
                    </a:cubicBezTo>
                    <a:lnTo>
                      <a:pt x="3025" y="1584"/>
                    </a:lnTo>
                    <a:cubicBezTo>
                      <a:pt x="3013" y="1607"/>
                      <a:pt x="3013" y="1619"/>
                      <a:pt x="3013" y="1655"/>
                    </a:cubicBezTo>
                    <a:lnTo>
                      <a:pt x="3013" y="2024"/>
                    </a:lnTo>
                    <a:cubicBezTo>
                      <a:pt x="2989" y="2286"/>
                      <a:pt x="2894" y="2524"/>
                      <a:pt x="2715" y="2703"/>
                    </a:cubicBezTo>
                    <a:cubicBezTo>
                      <a:pt x="2537" y="2881"/>
                      <a:pt x="2275" y="2965"/>
                      <a:pt x="2025" y="2965"/>
                    </a:cubicBezTo>
                    <a:cubicBezTo>
                      <a:pt x="1525" y="2953"/>
                      <a:pt x="1120" y="2500"/>
                      <a:pt x="1120" y="1988"/>
                    </a:cubicBezTo>
                    <a:lnTo>
                      <a:pt x="1120" y="1655"/>
                    </a:lnTo>
                    <a:cubicBezTo>
                      <a:pt x="1120" y="1619"/>
                      <a:pt x="1120" y="1596"/>
                      <a:pt x="1108" y="1584"/>
                    </a:cubicBezTo>
                    <a:lnTo>
                      <a:pt x="1001" y="1369"/>
                    </a:lnTo>
                    <a:cubicBezTo>
                      <a:pt x="953" y="1298"/>
                      <a:pt x="941" y="1203"/>
                      <a:pt x="941" y="1119"/>
                    </a:cubicBezTo>
                    <a:lnTo>
                      <a:pt x="941" y="1107"/>
                    </a:lnTo>
                    <a:cubicBezTo>
                      <a:pt x="941" y="691"/>
                      <a:pt x="1287" y="345"/>
                      <a:pt x="1703" y="345"/>
                    </a:cubicBezTo>
                    <a:close/>
                    <a:moveTo>
                      <a:pt x="2442" y="3227"/>
                    </a:moveTo>
                    <a:cubicBezTo>
                      <a:pt x="2454" y="3298"/>
                      <a:pt x="2477" y="3334"/>
                      <a:pt x="2489" y="3381"/>
                    </a:cubicBezTo>
                    <a:lnTo>
                      <a:pt x="2323" y="3548"/>
                    </a:lnTo>
                    <a:cubicBezTo>
                      <a:pt x="2251" y="3620"/>
                      <a:pt x="2156" y="3655"/>
                      <a:pt x="2059" y="3655"/>
                    </a:cubicBezTo>
                    <a:cubicBezTo>
                      <a:pt x="1962" y="3655"/>
                      <a:pt x="1864" y="3620"/>
                      <a:pt x="1787" y="3548"/>
                    </a:cubicBezTo>
                    <a:lnTo>
                      <a:pt x="1644" y="3393"/>
                    </a:lnTo>
                    <a:cubicBezTo>
                      <a:pt x="1656" y="3358"/>
                      <a:pt x="1668" y="3286"/>
                      <a:pt x="1668" y="3227"/>
                    </a:cubicBezTo>
                    <a:cubicBezTo>
                      <a:pt x="1775" y="3262"/>
                      <a:pt x="1894" y="3286"/>
                      <a:pt x="2013" y="3286"/>
                    </a:cubicBezTo>
                    <a:lnTo>
                      <a:pt x="2061" y="3286"/>
                    </a:lnTo>
                    <a:cubicBezTo>
                      <a:pt x="2192" y="3286"/>
                      <a:pt x="2323" y="3274"/>
                      <a:pt x="2442" y="3227"/>
                    </a:cubicBezTo>
                    <a:close/>
                    <a:moveTo>
                      <a:pt x="1680" y="0"/>
                    </a:moveTo>
                    <a:cubicBezTo>
                      <a:pt x="1072" y="0"/>
                      <a:pt x="584" y="500"/>
                      <a:pt x="584" y="1107"/>
                    </a:cubicBezTo>
                    <a:lnTo>
                      <a:pt x="584" y="1119"/>
                    </a:lnTo>
                    <a:cubicBezTo>
                      <a:pt x="584" y="1250"/>
                      <a:pt x="608" y="1405"/>
                      <a:pt x="668" y="1524"/>
                    </a:cubicBezTo>
                    <a:lnTo>
                      <a:pt x="763" y="1703"/>
                    </a:lnTo>
                    <a:lnTo>
                      <a:pt x="763" y="1988"/>
                    </a:lnTo>
                    <a:cubicBezTo>
                      <a:pt x="763" y="2429"/>
                      <a:pt x="977" y="2834"/>
                      <a:pt x="1311" y="3072"/>
                    </a:cubicBezTo>
                    <a:lnTo>
                      <a:pt x="1311" y="3215"/>
                    </a:lnTo>
                    <a:cubicBezTo>
                      <a:pt x="1311" y="3310"/>
                      <a:pt x="1251" y="3381"/>
                      <a:pt x="1156" y="3417"/>
                    </a:cubicBezTo>
                    <a:lnTo>
                      <a:pt x="537" y="3596"/>
                    </a:lnTo>
                    <a:cubicBezTo>
                      <a:pt x="227" y="3679"/>
                      <a:pt x="1" y="3965"/>
                      <a:pt x="1" y="4286"/>
                    </a:cubicBezTo>
                    <a:lnTo>
                      <a:pt x="1" y="5917"/>
                    </a:lnTo>
                    <a:cubicBezTo>
                      <a:pt x="1" y="6001"/>
                      <a:pt x="72" y="6096"/>
                      <a:pt x="179" y="6096"/>
                    </a:cubicBezTo>
                    <a:cubicBezTo>
                      <a:pt x="287" y="6096"/>
                      <a:pt x="358" y="6013"/>
                      <a:pt x="358" y="5917"/>
                    </a:cubicBezTo>
                    <a:lnTo>
                      <a:pt x="358" y="4310"/>
                    </a:lnTo>
                    <a:cubicBezTo>
                      <a:pt x="358" y="4143"/>
                      <a:pt x="477" y="3977"/>
                      <a:pt x="644" y="3929"/>
                    </a:cubicBezTo>
                    <a:lnTo>
                      <a:pt x="1263" y="3751"/>
                    </a:lnTo>
                    <a:cubicBezTo>
                      <a:pt x="1322" y="3739"/>
                      <a:pt x="1370" y="3715"/>
                      <a:pt x="1418" y="3679"/>
                    </a:cubicBezTo>
                    <a:lnTo>
                      <a:pt x="1513" y="3786"/>
                    </a:lnTo>
                    <a:cubicBezTo>
                      <a:pt x="1668" y="3929"/>
                      <a:pt x="1846" y="3989"/>
                      <a:pt x="2037" y="3989"/>
                    </a:cubicBezTo>
                    <a:cubicBezTo>
                      <a:pt x="2227" y="3989"/>
                      <a:pt x="2406" y="3917"/>
                      <a:pt x="2561" y="3786"/>
                    </a:cubicBezTo>
                    <a:lnTo>
                      <a:pt x="2727" y="3620"/>
                    </a:lnTo>
                    <a:cubicBezTo>
                      <a:pt x="2799" y="3655"/>
                      <a:pt x="2870" y="3679"/>
                      <a:pt x="2966" y="3679"/>
                    </a:cubicBezTo>
                    <a:lnTo>
                      <a:pt x="3001" y="3679"/>
                    </a:lnTo>
                    <a:cubicBezTo>
                      <a:pt x="3144" y="3679"/>
                      <a:pt x="3275" y="3620"/>
                      <a:pt x="3382" y="3524"/>
                    </a:cubicBezTo>
                    <a:lnTo>
                      <a:pt x="5823" y="1226"/>
                    </a:lnTo>
                    <a:lnTo>
                      <a:pt x="6061" y="1465"/>
                    </a:lnTo>
                    <a:lnTo>
                      <a:pt x="3239" y="4274"/>
                    </a:lnTo>
                    <a:cubicBezTo>
                      <a:pt x="3061" y="4453"/>
                      <a:pt x="2977" y="4679"/>
                      <a:pt x="2977" y="4917"/>
                    </a:cubicBezTo>
                    <a:lnTo>
                      <a:pt x="2977" y="5906"/>
                    </a:lnTo>
                    <a:cubicBezTo>
                      <a:pt x="2977" y="6001"/>
                      <a:pt x="3049" y="6096"/>
                      <a:pt x="3156" y="6096"/>
                    </a:cubicBezTo>
                    <a:cubicBezTo>
                      <a:pt x="3239" y="6096"/>
                      <a:pt x="3335" y="6013"/>
                      <a:pt x="3335" y="5906"/>
                    </a:cubicBezTo>
                    <a:lnTo>
                      <a:pt x="3335" y="4917"/>
                    </a:lnTo>
                    <a:cubicBezTo>
                      <a:pt x="3335" y="4763"/>
                      <a:pt x="3394" y="4620"/>
                      <a:pt x="3501" y="4513"/>
                    </a:cubicBezTo>
                    <a:lnTo>
                      <a:pt x="6656" y="1357"/>
                    </a:lnTo>
                    <a:cubicBezTo>
                      <a:pt x="6787" y="1226"/>
                      <a:pt x="6847" y="1024"/>
                      <a:pt x="6799" y="834"/>
                    </a:cubicBezTo>
                    <a:lnTo>
                      <a:pt x="6704" y="405"/>
                    </a:lnTo>
                    <a:lnTo>
                      <a:pt x="6823" y="298"/>
                    </a:lnTo>
                    <a:cubicBezTo>
                      <a:pt x="6895" y="238"/>
                      <a:pt x="6895" y="119"/>
                      <a:pt x="6823" y="60"/>
                    </a:cubicBezTo>
                    <a:cubicBezTo>
                      <a:pt x="6793" y="24"/>
                      <a:pt x="6749" y="6"/>
                      <a:pt x="6704" y="6"/>
                    </a:cubicBezTo>
                    <a:cubicBezTo>
                      <a:pt x="6659" y="6"/>
                      <a:pt x="6615" y="24"/>
                      <a:pt x="6585" y="60"/>
                    </a:cubicBezTo>
                    <a:lnTo>
                      <a:pt x="3156" y="3274"/>
                    </a:lnTo>
                    <a:cubicBezTo>
                      <a:pt x="3132" y="3310"/>
                      <a:pt x="3073" y="3334"/>
                      <a:pt x="3025" y="3334"/>
                    </a:cubicBezTo>
                    <a:lnTo>
                      <a:pt x="2977" y="3334"/>
                    </a:lnTo>
                    <a:cubicBezTo>
                      <a:pt x="2870" y="3334"/>
                      <a:pt x="2787" y="3250"/>
                      <a:pt x="2787" y="3143"/>
                    </a:cubicBezTo>
                    <a:lnTo>
                      <a:pt x="2787" y="3084"/>
                    </a:lnTo>
                    <a:cubicBezTo>
                      <a:pt x="2846" y="3036"/>
                      <a:pt x="2906" y="3000"/>
                      <a:pt x="2942" y="2953"/>
                    </a:cubicBezTo>
                    <a:cubicBezTo>
                      <a:pt x="3204" y="2715"/>
                      <a:pt x="3335" y="2381"/>
                      <a:pt x="3335" y="2024"/>
                    </a:cubicBezTo>
                    <a:lnTo>
                      <a:pt x="3335" y="1703"/>
                    </a:lnTo>
                    <a:lnTo>
                      <a:pt x="3406" y="1572"/>
                    </a:lnTo>
                    <a:cubicBezTo>
                      <a:pt x="3477" y="1417"/>
                      <a:pt x="3525" y="1238"/>
                      <a:pt x="3525" y="1072"/>
                    </a:cubicBezTo>
                    <a:lnTo>
                      <a:pt x="3525" y="179"/>
                    </a:lnTo>
                    <a:cubicBezTo>
                      <a:pt x="3525" y="95"/>
                      <a:pt x="3454" y="0"/>
                      <a:pt x="3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1811;p79"/>
              <p:cNvSpPr/>
              <p:nvPr/>
            </p:nvSpPr>
            <p:spPr>
              <a:xfrm>
                <a:off x="1008115" y="2908813"/>
                <a:ext cx="223620" cy="188355"/>
              </a:xfrm>
              <a:custGeom>
                <a:avLst/>
                <a:gdLst/>
                <a:ahLst/>
                <a:cxnLst/>
                <a:rect l="l" t="t" r="r" b="b"/>
                <a:pathLst>
                  <a:path w="7026" h="5918" extrusionOk="0">
                    <a:moveTo>
                      <a:pt x="560" y="0"/>
                    </a:moveTo>
                    <a:cubicBezTo>
                      <a:pt x="263" y="0"/>
                      <a:pt x="1" y="238"/>
                      <a:pt x="1" y="548"/>
                    </a:cubicBezTo>
                    <a:lnTo>
                      <a:pt x="1" y="5251"/>
                    </a:lnTo>
                    <a:cubicBezTo>
                      <a:pt x="1" y="5334"/>
                      <a:pt x="84" y="5429"/>
                      <a:pt x="179" y="5429"/>
                    </a:cubicBezTo>
                    <a:cubicBezTo>
                      <a:pt x="287" y="5429"/>
                      <a:pt x="358" y="5358"/>
                      <a:pt x="358" y="5251"/>
                    </a:cubicBezTo>
                    <a:lnTo>
                      <a:pt x="358" y="548"/>
                    </a:lnTo>
                    <a:cubicBezTo>
                      <a:pt x="358" y="441"/>
                      <a:pt x="453" y="357"/>
                      <a:pt x="560" y="357"/>
                    </a:cubicBezTo>
                    <a:lnTo>
                      <a:pt x="6478" y="357"/>
                    </a:lnTo>
                    <a:cubicBezTo>
                      <a:pt x="6585" y="357"/>
                      <a:pt x="6668" y="441"/>
                      <a:pt x="6668" y="548"/>
                    </a:cubicBezTo>
                    <a:lnTo>
                      <a:pt x="6668" y="5370"/>
                    </a:lnTo>
                    <a:cubicBezTo>
                      <a:pt x="6668" y="5477"/>
                      <a:pt x="6585" y="5560"/>
                      <a:pt x="6478" y="5560"/>
                    </a:cubicBezTo>
                    <a:lnTo>
                      <a:pt x="2525" y="5560"/>
                    </a:lnTo>
                    <a:cubicBezTo>
                      <a:pt x="2430" y="5560"/>
                      <a:pt x="2346" y="5632"/>
                      <a:pt x="2346" y="5739"/>
                    </a:cubicBezTo>
                    <a:cubicBezTo>
                      <a:pt x="2346" y="5846"/>
                      <a:pt x="2418" y="5917"/>
                      <a:pt x="2525" y="5917"/>
                    </a:cubicBezTo>
                    <a:lnTo>
                      <a:pt x="6478" y="5917"/>
                    </a:lnTo>
                    <a:cubicBezTo>
                      <a:pt x="6775" y="5917"/>
                      <a:pt x="7025" y="5679"/>
                      <a:pt x="7025" y="5370"/>
                    </a:cubicBezTo>
                    <a:lnTo>
                      <a:pt x="7025" y="548"/>
                    </a:lnTo>
                    <a:cubicBezTo>
                      <a:pt x="7025" y="226"/>
                      <a:pt x="6787" y="0"/>
                      <a:pt x="64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1812;p79"/>
              <p:cNvSpPr/>
              <p:nvPr/>
            </p:nvSpPr>
            <p:spPr>
              <a:xfrm>
                <a:off x="1037301" y="2944046"/>
                <a:ext cx="165248" cy="105763"/>
              </a:xfrm>
              <a:custGeom>
                <a:avLst/>
                <a:gdLst/>
                <a:ahLst/>
                <a:cxnLst/>
                <a:rect l="l" t="t" r="r" b="b"/>
                <a:pathLst>
                  <a:path w="5192" h="3323" extrusionOk="0">
                    <a:moveTo>
                      <a:pt x="4084" y="0"/>
                    </a:moveTo>
                    <a:cubicBezTo>
                      <a:pt x="4001" y="0"/>
                      <a:pt x="3906" y="84"/>
                      <a:pt x="3906" y="179"/>
                    </a:cubicBezTo>
                    <a:cubicBezTo>
                      <a:pt x="3906" y="286"/>
                      <a:pt x="3989" y="358"/>
                      <a:pt x="4084" y="358"/>
                    </a:cubicBezTo>
                    <a:lnTo>
                      <a:pt x="4596" y="358"/>
                    </a:lnTo>
                    <a:lnTo>
                      <a:pt x="2691" y="2263"/>
                    </a:lnTo>
                    <a:lnTo>
                      <a:pt x="1882" y="1465"/>
                    </a:lnTo>
                    <a:cubicBezTo>
                      <a:pt x="1846" y="1429"/>
                      <a:pt x="1801" y="1411"/>
                      <a:pt x="1758" y="1411"/>
                    </a:cubicBezTo>
                    <a:cubicBezTo>
                      <a:pt x="1715" y="1411"/>
                      <a:pt x="1673" y="1429"/>
                      <a:pt x="1644" y="1465"/>
                    </a:cubicBezTo>
                    <a:lnTo>
                      <a:pt x="72" y="3036"/>
                    </a:lnTo>
                    <a:cubicBezTo>
                      <a:pt x="1" y="3120"/>
                      <a:pt x="1" y="3215"/>
                      <a:pt x="72" y="3275"/>
                    </a:cubicBezTo>
                    <a:cubicBezTo>
                      <a:pt x="96" y="3310"/>
                      <a:pt x="143" y="3322"/>
                      <a:pt x="191" y="3322"/>
                    </a:cubicBezTo>
                    <a:cubicBezTo>
                      <a:pt x="239" y="3322"/>
                      <a:pt x="274" y="3310"/>
                      <a:pt x="310" y="3275"/>
                    </a:cubicBezTo>
                    <a:lnTo>
                      <a:pt x="1763" y="1822"/>
                    </a:lnTo>
                    <a:lnTo>
                      <a:pt x="2572" y="2620"/>
                    </a:lnTo>
                    <a:cubicBezTo>
                      <a:pt x="2608" y="2661"/>
                      <a:pt x="2653" y="2682"/>
                      <a:pt x="2696" y="2682"/>
                    </a:cubicBezTo>
                    <a:cubicBezTo>
                      <a:pt x="2739" y="2682"/>
                      <a:pt x="2781" y="2661"/>
                      <a:pt x="2810" y="2620"/>
                    </a:cubicBezTo>
                    <a:lnTo>
                      <a:pt x="4835" y="596"/>
                    </a:lnTo>
                    <a:lnTo>
                      <a:pt x="4835" y="1108"/>
                    </a:lnTo>
                    <a:cubicBezTo>
                      <a:pt x="4835" y="1191"/>
                      <a:pt x="4906" y="1286"/>
                      <a:pt x="5013" y="1286"/>
                    </a:cubicBezTo>
                    <a:cubicBezTo>
                      <a:pt x="5120" y="1286"/>
                      <a:pt x="5192" y="1215"/>
                      <a:pt x="5192" y="1108"/>
                    </a:cubicBezTo>
                    <a:lnTo>
                      <a:pt x="5192" y="179"/>
                    </a:lnTo>
                    <a:cubicBezTo>
                      <a:pt x="5192" y="84"/>
                      <a:pt x="5120" y="0"/>
                      <a:pt x="50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Группа 3"/>
          <p:cNvGrpSpPr/>
          <p:nvPr/>
        </p:nvGrpSpPr>
        <p:grpSpPr>
          <a:xfrm>
            <a:off x="1537856" y="1633987"/>
            <a:ext cx="1573217" cy="3943422"/>
            <a:chOff x="1567821" y="1633987"/>
            <a:chExt cx="1573217" cy="3943422"/>
          </a:xfrm>
        </p:grpSpPr>
        <p:sp>
          <p:nvSpPr>
            <p:cNvPr id="2183" name="Google Shape;2183;p58"/>
            <p:cNvSpPr txBox="1"/>
            <p:nvPr/>
          </p:nvSpPr>
          <p:spPr>
            <a:xfrm>
              <a:off x="1567834" y="4308959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Scrum Master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184" name="Google Shape;2184;p58"/>
            <p:cNvSpPr txBox="1"/>
            <p:nvPr/>
          </p:nvSpPr>
          <p:spPr>
            <a:xfrm>
              <a:off x="1567838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Ивличев </a:t>
              </a: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Дмитрий</a:t>
              </a:r>
            </a:p>
          </p:txBody>
        </p:sp>
        <p:sp>
          <p:nvSpPr>
            <p:cNvPr id="2190" name="Google Shape;2190;p58"/>
            <p:cNvSpPr txBox="1"/>
            <p:nvPr/>
          </p:nvSpPr>
          <p:spPr>
            <a:xfrm>
              <a:off x="1567821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7" name="Google Shape;2197;p58"/>
            <p:cNvCxnSpPr/>
            <p:nvPr/>
          </p:nvCxnSpPr>
          <p:spPr>
            <a:xfrm rot="-5400000" flipH="1">
              <a:off x="2120285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00" name="Google Shape;2200;p58"/>
            <p:cNvCxnSpPr/>
            <p:nvPr/>
          </p:nvCxnSpPr>
          <p:spPr>
            <a:xfrm rot="-5400000" flipH="1">
              <a:off x="2116984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5" name="Google Shape;2150;p58"/>
            <p:cNvSpPr/>
            <p:nvPr/>
          </p:nvSpPr>
          <p:spPr>
            <a:xfrm>
              <a:off x="1796710" y="2578108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" name="Google Shape;14178;p83"/>
            <p:cNvGrpSpPr/>
            <p:nvPr/>
          </p:nvGrpSpPr>
          <p:grpSpPr>
            <a:xfrm>
              <a:off x="1880522" y="2645949"/>
              <a:ext cx="917025" cy="805434"/>
              <a:chOff x="3214972" y="3359188"/>
              <a:chExt cx="346406" cy="347552"/>
            </a:xfrm>
            <a:solidFill>
              <a:schemeClr val="tx2"/>
            </a:solidFill>
          </p:grpSpPr>
          <p:sp>
            <p:nvSpPr>
              <p:cNvPr id="208" name="Google Shape;14179;p83"/>
              <p:cNvSpPr/>
              <p:nvPr/>
            </p:nvSpPr>
            <p:spPr>
              <a:xfrm>
                <a:off x="3301772" y="3386084"/>
                <a:ext cx="71649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24" y="286"/>
                      <a:pt x="95" y="358"/>
                      <a:pt x="179" y="358"/>
                    </a:cubicBezTo>
                    <a:lnTo>
                      <a:pt x="2072" y="358"/>
                    </a:lnTo>
                    <a:cubicBezTo>
                      <a:pt x="2167" y="358"/>
                      <a:pt x="2250" y="286"/>
                      <a:pt x="2250" y="179"/>
                    </a:cubicBezTo>
                    <a:cubicBezTo>
                      <a:pt x="2250" y="84"/>
                      <a:pt x="2179" y="0"/>
                      <a:pt x="207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4180;p83"/>
              <p:cNvSpPr/>
              <p:nvPr/>
            </p:nvSpPr>
            <p:spPr>
              <a:xfrm>
                <a:off x="3301772" y="3410339"/>
                <a:ext cx="131904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0" y="286"/>
                      <a:pt x="95" y="358"/>
                      <a:pt x="179" y="358"/>
                    </a:cubicBezTo>
                    <a:lnTo>
                      <a:pt x="3965" y="358"/>
                    </a:lnTo>
                    <a:cubicBezTo>
                      <a:pt x="4048" y="358"/>
                      <a:pt x="4144" y="286"/>
                      <a:pt x="4144" y="179"/>
                    </a:cubicBezTo>
                    <a:cubicBezTo>
                      <a:pt x="4144" y="72"/>
                      <a:pt x="4072" y="0"/>
                      <a:pt x="39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4181;p83"/>
              <p:cNvSpPr/>
              <p:nvPr/>
            </p:nvSpPr>
            <p:spPr>
              <a:xfrm>
                <a:off x="3301772" y="3484980"/>
                <a:ext cx="71649" cy="11427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359" extrusionOk="0">
                    <a:moveTo>
                      <a:pt x="179" y="1"/>
                    </a:moveTo>
                    <a:cubicBezTo>
                      <a:pt x="95" y="1"/>
                      <a:pt x="0" y="72"/>
                      <a:pt x="0" y="180"/>
                    </a:cubicBezTo>
                    <a:cubicBezTo>
                      <a:pt x="24" y="287"/>
                      <a:pt x="95" y="358"/>
                      <a:pt x="179" y="358"/>
                    </a:cubicBezTo>
                    <a:lnTo>
                      <a:pt x="2072" y="358"/>
                    </a:lnTo>
                    <a:cubicBezTo>
                      <a:pt x="2167" y="358"/>
                      <a:pt x="2250" y="287"/>
                      <a:pt x="2250" y="180"/>
                    </a:cubicBezTo>
                    <a:cubicBezTo>
                      <a:pt x="2250" y="96"/>
                      <a:pt x="2179" y="1"/>
                      <a:pt x="207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4182;p83"/>
              <p:cNvSpPr/>
              <p:nvPr/>
            </p:nvSpPr>
            <p:spPr>
              <a:xfrm>
                <a:off x="3301772" y="3509234"/>
                <a:ext cx="130758" cy="11427"/>
              </a:xfrm>
              <a:custGeom>
                <a:avLst/>
                <a:gdLst/>
                <a:ahLst/>
                <a:cxnLst/>
                <a:rect l="l" t="t" r="r" b="b"/>
                <a:pathLst>
                  <a:path w="4108" h="359" extrusionOk="0">
                    <a:moveTo>
                      <a:pt x="179" y="1"/>
                    </a:moveTo>
                    <a:cubicBezTo>
                      <a:pt x="95" y="1"/>
                      <a:pt x="0" y="72"/>
                      <a:pt x="0" y="180"/>
                    </a:cubicBezTo>
                    <a:cubicBezTo>
                      <a:pt x="24" y="287"/>
                      <a:pt x="95" y="358"/>
                      <a:pt x="179" y="358"/>
                    </a:cubicBezTo>
                    <a:lnTo>
                      <a:pt x="3929" y="358"/>
                    </a:lnTo>
                    <a:cubicBezTo>
                      <a:pt x="4024" y="358"/>
                      <a:pt x="4108" y="287"/>
                      <a:pt x="4108" y="180"/>
                    </a:cubicBezTo>
                    <a:cubicBezTo>
                      <a:pt x="4108" y="84"/>
                      <a:pt x="4036" y="1"/>
                      <a:pt x="39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4183;p83"/>
              <p:cNvSpPr/>
              <p:nvPr/>
            </p:nvSpPr>
            <p:spPr>
              <a:xfrm>
                <a:off x="3301772" y="3584671"/>
                <a:ext cx="71649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24" y="286"/>
                      <a:pt x="95" y="358"/>
                      <a:pt x="179" y="358"/>
                    </a:cubicBezTo>
                    <a:lnTo>
                      <a:pt x="2072" y="358"/>
                    </a:lnTo>
                    <a:cubicBezTo>
                      <a:pt x="2167" y="358"/>
                      <a:pt x="2250" y="286"/>
                      <a:pt x="2250" y="179"/>
                    </a:cubicBezTo>
                    <a:cubicBezTo>
                      <a:pt x="2250" y="84"/>
                      <a:pt x="2179" y="0"/>
                      <a:pt x="207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4184;p83"/>
              <p:cNvSpPr/>
              <p:nvPr/>
            </p:nvSpPr>
            <p:spPr>
              <a:xfrm>
                <a:off x="3301772" y="3609308"/>
                <a:ext cx="129994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4084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0" y="262"/>
                      <a:pt x="83" y="357"/>
                      <a:pt x="179" y="357"/>
                    </a:cubicBezTo>
                    <a:lnTo>
                      <a:pt x="3905" y="357"/>
                    </a:lnTo>
                    <a:cubicBezTo>
                      <a:pt x="3989" y="357"/>
                      <a:pt x="4084" y="286"/>
                      <a:pt x="4084" y="179"/>
                    </a:cubicBezTo>
                    <a:cubicBezTo>
                      <a:pt x="4084" y="72"/>
                      <a:pt x="3989" y="0"/>
                      <a:pt x="39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4185;p83"/>
              <p:cNvSpPr/>
              <p:nvPr/>
            </p:nvSpPr>
            <p:spPr>
              <a:xfrm>
                <a:off x="3214972" y="3458466"/>
                <a:ext cx="346406" cy="248274"/>
              </a:xfrm>
              <a:custGeom>
                <a:avLst/>
                <a:gdLst/>
                <a:ahLst/>
                <a:cxnLst/>
                <a:rect l="l" t="t" r="r" b="b"/>
                <a:pathLst>
                  <a:path w="10883" h="7800" extrusionOk="0">
                    <a:moveTo>
                      <a:pt x="8466" y="1417"/>
                    </a:moveTo>
                    <a:cubicBezTo>
                      <a:pt x="9109" y="1417"/>
                      <a:pt x="9657" y="1953"/>
                      <a:pt x="9657" y="2608"/>
                    </a:cubicBezTo>
                    <a:lnTo>
                      <a:pt x="9657" y="2894"/>
                    </a:lnTo>
                    <a:lnTo>
                      <a:pt x="9585" y="2894"/>
                    </a:lnTo>
                    <a:cubicBezTo>
                      <a:pt x="9216" y="2799"/>
                      <a:pt x="9097" y="2322"/>
                      <a:pt x="9097" y="2322"/>
                    </a:cubicBezTo>
                    <a:cubicBezTo>
                      <a:pt x="9085" y="2263"/>
                      <a:pt x="9037" y="2203"/>
                      <a:pt x="8966" y="2191"/>
                    </a:cubicBezTo>
                    <a:cubicBezTo>
                      <a:pt x="8956" y="2189"/>
                      <a:pt x="8946" y="2188"/>
                      <a:pt x="8935" y="2188"/>
                    </a:cubicBezTo>
                    <a:cubicBezTo>
                      <a:pt x="8883" y="2188"/>
                      <a:pt x="8827" y="2213"/>
                      <a:pt x="8787" y="2263"/>
                    </a:cubicBezTo>
                    <a:cubicBezTo>
                      <a:pt x="8335" y="2894"/>
                      <a:pt x="7347" y="2894"/>
                      <a:pt x="7323" y="2894"/>
                    </a:cubicBezTo>
                    <a:lnTo>
                      <a:pt x="7204" y="2894"/>
                    </a:lnTo>
                    <a:lnTo>
                      <a:pt x="7156" y="2608"/>
                    </a:lnTo>
                    <a:cubicBezTo>
                      <a:pt x="7156" y="1953"/>
                      <a:pt x="7692" y="1417"/>
                      <a:pt x="8347" y="1417"/>
                    </a:cubicBezTo>
                    <a:close/>
                    <a:moveTo>
                      <a:pt x="9692" y="3299"/>
                    </a:moveTo>
                    <a:cubicBezTo>
                      <a:pt x="9811" y="3322"/>
                      <a:pt x="9919" y="3430"/>
                      <a:pt x="9919" y="3549"/>
                    </a:cubicBezTo>
                    <a:cubicBezTo>
                      <a:pt x="9919" y="3680"/>
                      <a:pt x="9835" y="3787"/>
                      <a:pt x="9692" y="3799"/>
                    </a:cubicBezTo>
                    <a:lnTo>
                      <a:pt x="9692" y="3299"/>
                    </a:lnTo>
                    <a:close/>
                    <a:moveTo>
                      <a:pt x="7132" y="3299"/>
                    </a:moveTo>
                    <a:lnTo>
                      <a:pt x="7132" y="3811"/>
                    </a:lnTo>
                    <a:cubicBezTo>
                      <a:pt x="7001" y="3799"/>
                      <a:pt x="6918" y="3680"/>
                      <a:pt x="6918" y="3561"/>
                    </a:cubicBezTo>
                    <a:cubicBezTo>
                      <a:pt x="6894" y="3418"/>
                      <a:pt x="7001" y="3310"/>
                      <a:pt x="7132" y="3299"/>
                    </a:cubicBezTo>
                    <a:close/>
                    <a:moveTo>
                      <a:pt x="8835" y="2608"/>
                    </a:moveTo>
                    <a:cubicBezTo>
                      <a:pt x="8918" y="2787"/>
                      <a:pt x="9085" y="3013"/>
                      <a:pt x="9335" y="3120"/>
                    </a:cubicBezTo>
                    <a:lnTo>
                      <a:pt x="9335" y="3846"/>
                    </a:lnTo>
                    <a:cubicBezTo>
                      <a:pt x="9359" y="4287"/>
                      <a:pt x="8978" y="4668"/>
                      <a:pt x="8525" y="4668"/>
                    </a:cubicBezTo>
                    <a:lnTo>
                      <a:pt x="8299" y="4668"/>
                    </a:lnTo>
                    <a:cubicBezTo>
                      <a:pt x="7835" y="4668"/>
                      <a:pt x="7466" y="4287"/>
                      <a:pt x="7466" y="3834"/>
                    </a:cubicBezTo>
                    <a:lnTo>
                      <a:pt x="7466" y="3144"/>
                    </a:lnTo>
                    <a:cubicBezTo>
                      <a:pt x="7763" y="3120"/>
                      <a:pt x="8383" y="3013"/>
                      <a:pt x="8835" y="2608"/>
                    </a:cubicBezTo>
                    <a:close/>
                    <a:moveTo>
                      <a:pt x="8728" y="4989"/>
                    </a:moveTo>
                    <a:lnTo>
                      <a:pt x="8728" y="5215"/>
                    </a:lnTo>
                    <a:lnTo>
                      <a:pt x="8728" y="5227"/>
                    </a:lnTo>
                    <a:lnTo>
                      <a:pt x="8406" y="5573"/>
                    </a:lnTo>
                    <a:lnTo>
                      <a:pt x="8085" y="5251"/>
                    </a:lnTo>
                    <a:lnTo>
                      <a:pt x="8085" y="4989"/>
                    </a:lnTo>
                    <a:cubicBezTo>
                      <a:pt x="8168" y="5001"/>
                      <a:pt x="8240" y="5001"/>
                      <a:pt x="8299" y="5001"/>
                    </a:cubicBezTo>
                    <a:lnTo>
                      <a:pt x="8514" y="5001"/>
                    </a:lnTo>
                    <a:cubicBezTo>
                      <a:pt x="8597" y="5001"/>
                      <a:pt x="8668" y="5001"/>
                      <a:pt x="8728" y="4989"/>
                    </a:cubicBezTo>
                    <a:close/>
                    <a:moveTo>
                      <a:pt x="6573" y="3477"/>
                    </a:moveTo>
                    <a:lnTo>
                      <a:pt x="6573" y="3549"/>
                    </a:lnTo>
                    <a:cubicBezTo>
                      <a:pt x="6573" y="3870"/>
                      <a:pt x="6835" y="4156"/>
                      <a:pt x="7180" y="4156"/>
                    </a:cubicBezTo>
                    <a:cubicBezTo>
                      <a:pt x="7275" y="4465"/>
                      <a:pt x="7478" y="4727"/>
                      <a:pt x="7752" y="4870"/>
                    </a:cubicBezTo>
                    <a:lnTo>
                      <a:pt x="7752" y="5096"/>
                    </a:lnTo>
                    <a:lnTo>
                      <a:pt x="6716" y="5501"/>
                    </a:lnTo>
                    <a:cubicBezTo>
                      <a:pt x="6656" y="5513"/>
                      <a:pt x="6597" y="5537"/>
                      <a:pt x="6525" y="5585"/>
                    </a:cubicBezTo>
                    <a:lnTo>
                      <a:pt x="370" y="5585"/>
                    </a:lnTo>
                    <a:lnTo>
                      <a:pt x="370" y="3477"/>
                    </a:lnTo>
                    <a:close/>
                    <a:moveTo>
                      <a:pt x="179" y="1"/>
                    </a:moveTo>
                    <a:cubicBezTo>
                      <a:pt x="96" y="1"/>
                      <a:pt x="1" y="84"/>
                      <a:pt x="1" y="179"/>
                    </a:cubicBezTo>
                    <a:lnTo>
                      <a:pt x="1" y="2644"/>
                    </a:lnTo>
                    <a:cubicBezTo>
                      <a:pt x="1" y="2727"/>
                      <a:pt x="84" y="2822"/>
                      <a:pt x="179" y="2822"/>
                    </a:cubicBezTo>
                    <a:lnTo>
                      <a:pt x="6811" y="2822"/>
                    </a:lnTo>
                    <a:lnTo>
                      <a:pt x="6811" y="3072"/>
                    </a:lnTo>
                    <a:cubicBezTo>
                      <a:pt x="6775" y="3084"/>
                      <a:pt x="6751" y="3120"/>
                      <a:pt x="6728" y="3144"/>
                    </a:cubicBezTo>
                    <a:lnTo>
                      <a:pt x="179" y="3144"/>
                    </a:lnTo>
                    <a:cubicBezTo>
                      <a:pt x="96" y="3144"/>
                      <a:pt x="1" y="3215"/>
                      <a:pt x="1" y="3322"/>
                    </a:cubicBezTo>
                    <a:lnTo>
                      <a:pt x="1" y="5775"/>
                    </a:lnTo>
                    <a:cubicBezTo>
                      <a:pt x="1" y="5870"/>
                      <a:pt x="84" y="5954"/>
                      <a:pt x="179" y="5954"/>
                    </a:cubicBezTo>
                    <a:lnTo>
                      <a:pt x="6156" y="5954"/>
                    </a:lnTo>
                    <a:cubicBezTo>
                      <a:pt x="6001" y="6156"/>
                      <a:pt x="5894" y="6418"/>
                      <a:pt x="5894" y="6775"/>
                    </a:cubicBezTo>
                    <a:lnTo>
                      <a:pt x="5894" y="7621"/>
                    </a:lnTo>
                    <a:cubicBezTo>
                      <a:pt x="5894" y="7716"/>
                      <a:pt x="5978" y="7799"/>
                      <a:pt x="6085" y="7799"/>
                    </a:cubicBezTo>
                    <a:lnTo>
                      <a:pt x="6728" y="7799"/>
                    </a:lnTo>
                    <a:cubicBezTo>
                      <a:pt x="6823" y="7799"/>
                      <a:pt x="6918" y="7728"/>
                      <a:pt x="6918" y="7621"/>
                    </a:cubicBezTo>
                    <a:cubicBezTo>
                      <a:pt x="6918" y="7537"/>
                      <a:pt x="6835" y="7442"/>
                      <a:pt x="6728" y="7442"/>
                    </a:cubicBezTo>
                    <a:lnTo>
                      <a:pt x="6251" y="7442"/>
                    </a:lnTo>
                    <a:lnTo>
                      <a:pt x="6251" y="6763"/>
                    </a:lnTo>
                    <a:cubicBezTo>
                      <a:pt x="6251" y="6049"/>
                      <a:pt x="6823" y="5835"/>
                      <a:pt x="6835" y="5835"/>
                    </a:cubicBezTo>
                    <a:lnTo>
                      <a:pt x="6847" y="5835"/>
                    </a:lnTo>
                    <a:lnTo>
                      <a:pt x="7787" y="5466"/>
                    </a:lnTo>
                    <a:lnTo>
                      <a:pt x="7799" y="5477"/>
                    </a:lnTo>
                    <a:lnTo>
                      <a:pt x="8299" y="5954"/>
                    </a:lnTo>
                    <a:cubicBezTo>
                      <a:pt x="8323" y="5989"/>
                      <a:pt x="8371" y="6001"/>
                      <a:pt x="8418" y="6001"/>
                    </a:cubicBezTo>
                    <a:cubicBezTo>
                      <a:pt x="8454" y="6001"/>
                      <a:pt x="8502" y="5989"/>
                      <a:pt x="8537" y="5942"/>
                    </a:cubicBezTo>
                    <a:lnTo>
                      <a:pt x="9014" y="5442"/>
                    </a:lnTo>
                    <a:lnTo>
                      <a:pt x="9942" y="5811"/>
                    </a:lnTo>
                    <a:lnTo>
                      <a:pt x="9966" y="5811"/>
                    </a:lnTo>
                    <a:cubicBezTo>
                      <a:pt x="9990" y="5823"/>
                      <a:pt x="10538" y="6013"/>
                      <a:pt x="10538" y="6728"/>
                    </a:cubicBezTo>
                    <a:lnTo>
                      <a:pt x="10538" y="7418"/>
                    </a:lnTo>
                    <a:lnTo>
                      <a:pt x="7263" y="7418"/>
                    </a:lnTo>
                    <a:cubicBezTo>
                      <a:pt x="7180" y="7418"/>
                      <a:pt x="7085" y="7490"/>
                      <a:pt x="7085" y="7597"/>
                    </a:cubicBezTo>
                    <a:cubicBezTo>
                      <a:pt x="7085" y="7680"/>
                      <a:pt x="7168" y="7775"/>
                      <a:pt x="7263" y="7775"/>
                    </a:cubicBezTo>
                    <a:lnTo>
                      <a:pt x="10704" y="7775"/>
                    </a:lnTo>
                    <a:cubicBezTo>
                      <a:pt x="10800" y="7775"/>
                      <a:pt x="10883" y="7704"/>
                      <a:pt x="10883" y="7597"/>
                    </a:cubicBezTo>
                    <a:lnTo>
                      <a:pt x="10883" y="6751"/>
                    </a:lnTo>
                    <a:cubicBezTo>
                      <a:pt x="10883" y="5977"/>
                      <a:pt x="10371" y="5585"/>
                      <a:pt x="10073" y="5477"/>
                    </a:cubicBezTo>
                    <a:lnTo>
                      <a:pt x="9073" y="5085"/>
                    </a:lnTo>
                    <a:lnTo>
                      <a:pt x="9073" y="4870"/>
                    </a:lnTo>
                    <a:cubicBezTo>
                      <a:pt x="9335" y="4727"/>
                      <a:pt x="9549" y="4465"/>
                      <a:pt x="9633" y="4156"/>
                    </a:cubicBezTo>
                    <a:cubicBezTo>
                      <a:pt x="9966" y="4156"/>
                      <a:pt x="10252" y="3894"/>
                      <a:pt x="10252" y="3549"/>
                    </a:cubicBezTo>
                    <a:cubicBezTo>
                      <a:pt x="10252" y="3358"/>
                      <a:pt x="10145" y="3180"/>
                      <a:pt x="9990" y="3060"/>
                    </a:cubicBezTo>
                    <a:lnTo>
                      <a:pt x="9990" y="2596"/>
                    </a:lnTo>
                    <a:cubicBezTo>
                      <a:pt x="9990" y="1751"/>
                      <a:pt x="9311" y="1060"/>
                      <a:pt x="8466" y="1060"/>
                    </a:cubicBezTo>
                    <a:lnTo>
                      <a:pt x="8347" y="1060"/>
                    </a:lnTo>
                    <a:cubicBezTo>
                      <a:pt x="8204" y="1060"/>
                      <a:pt x="8085" y="1072"/>
                      <a:pt x="7966" y="1108"/>
                    </a:cubicBezTo>
                    <a:lnTo>
                      <a:pt x="7966" y="179"/>
                    </a:lnTo>
                    <a:cubicBezTo>
                      <a:pt x="7966" y="96"/>
                      <a:pt x="7894" y="1"/>
                      <a:pt x="7787" y="1"/>
                    </a:cubicBezTo>
                    <a:lnTo>
                      <a:pt x="7287" y="1"/>
                    </a:lnTo>
                    <a:cubicBezTo>
                      <a:pt x="7192" y="1"/>
                      <a:pt x="7109" y="84"/>
                      <a:pt x="7109" y="179"/>
                    </a:cubicBezTo>
                    <a:cubicBezTo>
                      <a:pt x="7109" y="286"/>
                      <a:pt x="7180" y="358"/>
                      <a:pt x="7287" y="358"/>
                    </a:cubicBezTo>
                    <a:lnTo>
                      <a:pt x="7621" y="358"/>
                    </a:lnTo>
                    <a:lnTo>
                      <a:pt x="7621" y="1251"/>
                    </a:lnTo>
                    <a:cubicBezTo>
                      <a:pt x="7180" y="1489"/>
                      <a:pt x="6847" y="1941"/>
                      <a:pt x="6811" y="2477"/>
                    </a:cubicBezTo>
                    <a:lnTo>
                      <a:pt x="346" y="2477"/>
                    </a:lnTo>
                    <a:lnTo>
                      <a:pt x="346" y="358"/>
                    </a:lnTo>
                    <a:lnTo>
                      <a:pt x="6716" y="358"/>
                    </a:lnTo>
                    <a:cubicBezTo>
                      <a:pt x="6811" y="358"/>
                      <a:pt x="6894" y="286"/>
                      <a:pt x="6894" y="179"/>
                    </a:cubicBezTo>
                    <a:cubicBezTo>
                      <a:pt x="6894" y="96"/>
                      <a:pt x="6823" y="1"/>
                      <a:pt x="671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4186;p83"/>
              <p:cNvSpPr/>
              <p:nvPr/>
            </p:nvSpPr>
            <p:spPr>
              <a:xfrm>
                <a:off x="3238462" y="3380005"/>
                <a:ext cx="49305" cy="4742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490" extrusionOk="0">
                    <a:moveTo>
                      <a:pt x="179" y="1"/>
                    </a:moveTo>
                    <a:cubicBezTo>
                      <a:pt x="84" y="1"/>
                      <a:pt x="1" y="72"/>
                      <a:pt x="1" y="180"/>
                    </a:cubicBezTo>
                    <a:lnTo>
                      <a:pt x="1" y="1311"/>
                    </a:lnTo>
                    <a:cubicBezTo>
                      <a:pt x="1" y="1394"/>
                      <a:pt x="72" y="1489"/>
                      <a:pt x="179" y="1489"/>
                    </a:cubicBezTo>
                    <a:lnTo>
                      <a:pt x="1370" y="1489"/>
                    </a:lnTo>
                    <a:cubicBezTo>
                      <a:pt x="1453" y="1489"/>
                      <a:pt x="1549" y="1418"/>
                      <a:pt x="1549" y="1311"/>
                    </a:cubicBezTo>
                    <a:lnTo>
                      <a:pt x="1549" y="1001"/>
                    </a:lnTo>
                    <a:cubicBezTo>
                      <a:pt x="1549" y="906"/>
                      <a:pt x="1477" y="811"/>
                      <a:pt x="1370" y="811"/>
                    </a:cubicBezTo>
                    <a:cubicBezTo>
                      <a:pt x="1275" y="811"/>
                      <a:pt x="1191" y="894"/>
                      <a:pt x="1191" y="1001"/>
                    </a:cubicBezTo>
                    <a:lnTo>
                      <a:pt x="1191" y="1132"/>
                    </a:lnTo>
                    <a:lnTo>
                      <a:pt x="334" y="1132"/>
                    </a:lnTo>
                    <a:lnTo>
                      <a:pt x="334" y="346"/>
                    </a:lnTo>
                    <a:lnTo>
                      <a:pt x="1037" y="346"/>
                    </a:lnTo>
                    <a:lnTo>
                      <a:pt x="1037" y="358"/>
                    </a:lnTo>
                    <a:cubicBezTo>
                      <a:pt x="1132" y="358"/>
                      <a:pt x="1215" y="287"/>
                      <a:pt x="1215" y="180"/>
                    </a:cubicBezTo>
                    <a:cubicBezTo>
                      <a:pt x="1215" y="84"/>
                      <a:pt x="1144" y="1"/>
                      <a:pt x="10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4187;p83"/>
              <p:cNvSpPr/>
              <p:nvPr/>
            </p:nvSpPr>
            <p:spPr>
              <a:xfrm>
                <a:off x="3251353" y="3380482"/>
                <a:ext cx="43607" cy="34058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070" extrusionOk="0">
                    <a:moveTo>
                      <a:pt x="1163" y="1"/>
                    </a:moveTo>
                    <a:cubicBezTo>
                      <a:pt x="1120" y="1"/>
                      <a:pt x="1078" y="16"/>
                      <a:pt x="1048" y="45"/>
                    </a:cubicBezTo>
                    <a:lnTo>
                      <a:pt x="489" y="653"/>
                    </a:lnTo>
                    <a:lnTo>
                      <a:pt x="310" y="462"/>
                    </a:lnTo>
                    <a:cubicBezTo>
                      <a:pt x="279" y="425"/>
                      <a:pt x="232" y="407"/>
                      <a:pt x="185" y="407"/>
                    </a:cubicBezTo>
                    <a:cubicBezTo>
                      <a:pt x="142" y="407"/>
                      <a:pt x="100" y="422"/>
                      <a:pt x="72" y="450"/>
                    </a:cubicBezTo>
                    <a:cubicBezTo>
                      <a:pt x="1" y="510"/>
                      <a:pt x="1" y="629"/>
                      <a:pt x="60" y="688"/>
                    </a:cubicBezTo>
                    <a:lnTo>
                      <a:pt x="358" y="1010"/>
                    </a:lnTo>
                    <a:cubicBezTo>
                      <a:pt x="382" y="1046"/>
                      <a:pt x="429" y="1069"/>
                      <a:pt x="477" y="1069"/>
                    </a:cubicBezTo>
                    <a:cubicBezTo>
                      <a:pt x="513" y="1069"/>
                      <a:pt x="560" y="1058"/>
                      <a:pt x="584" y="1010"/>
                    </a:cubicBezTo>
                    <a:lnTo>
                      <a:pt x="1286" y="272"/>
                    </a:lnTo>
                    <a:cubicBezTo>
                      <a:pt x="1370" y="224"/>
                      <a:pt x="1370" y="117"/>
                      <a:pt x="1286" y="45"/>
                    </a:cubicBezTo>
                    <a:cubicBezTo>
                      <a:pt x="1251" y="16"/>
                      <a:pt x="1206" y="1"/>
                      <a:pt x="11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4188;p83"/>
              <p:cNvSpPr/>
              <p:nvPr/>
            </p:nvSpPr>
            <p:spPr>
              <a:xfrm>
                <a:off x="3238462" y="3479314"/>
                <a:ext cx="49305" cy="4739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489" extrusionOk="0">
                    <a:moveTo>
                      <a:pt x="179" y="0"/>
                    </a:moveTo>
                    <a:cubicBezTo>
                      <a:pt x="84" y="0"/>
                      <a:pt x="1" y="84"/>
                      <a:pt x="1" y="179"/>
                    </a:cubicBezTo>
                    <a:lnTo>
                      <a:pt x="1" y="1310"/>
                    </a:lnTo>
                    <a:cubicBezTo>
                      <a:pt x="1" y="1405"/>
                      <a:pt x="72" y="1489"/>
                      <a:pt x="179" y="1489"/>
                    </a:cubicBezTo>
                    <a:lnTo>
                      <a:pt x="1370" y="1489"/>
                    </a:lnTo>
                    <a:cubicBezTo>
                      <a:pt x="1453" y="1489"/>
                      <a:pt x="1549" y="1417"/>
                      <a:pt x="1549" y="1310"/>
                    </a:cubicBezTo>
                    <a:lnTo>
                      <a:pt x="1549" y="1001"/>
                    </a:lnTo>
                    <a:cubicBezTo>
                      <a:pt x="1549" y="917"/>
                      <a:pt x="1477" y="822"/>
                      <a:pt x="1370" y="822"/>
                    </a:cubicBezTo>
                    <a:cubicBezTo>
                      <a:pt x="1275" y="822"/>
                      <a:pt x="1191" y="893"/>
                      <a:pt x="1191" y="1001"/>
                    </a:cubicBezTo>
                    <a:lnTo>
                      <a:pt x="1191" y="1131"/>
                    </a:lnTo>
                    <a:lnTo>
                      <a:pt x="334" y="1131"/>
                    </a:lnTo>
                    <a:lnTo>
                      <a:pt x="334" y="346"/>
                    </a:lnTo>
                    <a:lnTo>
                      <a:pt x="1037" y="358"/>
                    </a:lnTo>
                    <a:cubicBezTo>
                      <a:pt x="1132" y="358"/>
                      <a:pt x="1215" y="286"/>
                      <a:pt x="1215" y="179"/>
                    </a:cubicBezTo>
                    <a:cubicBezTo>
                      <a:pt x="1215" y="96"/>
                      <a:pt x="1144" y="0"/>
                      <a:pt x="103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4189;p83"/>
              <p:cNvSpPr/>
              <p:nvPr/>
            </p:nvSpPr>
            <p:spPr>
              <a:xfrm>
                <a:off x="3251353" y="3479792"/>
                <a:ext cx="43607" cy="34408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081" extrusionOk="0">
                    <a:moveTo>
                      <a:pt x="1163" y="0"/>
                    </a:moveTo>
                    <a:cubicBezTo>
                      <a:pt x="1120" y="0"/>
                      <a:pt x="1078" y="15"/>
                      <a:pt x="1048" y="45"/>
                    </a:cubicBezTo>
                    <a:lnTo>
                      <a:pt x="489" y="664"/>
                    </a:lnTo>
                    <a:lnTo>
                      <a:pt x="310" y="462"/>
                    </a:lnTo>
                    <a:cubicBezTo>
                      <a:pt x="279" y="424"/>
                      <a:pt x="232" y="406"/>
                      <a:pt x="185" y="406"/>
                    </a:cubicBezTo>
                    <a:cubicBezTo>
                      <a:pt x="142" y="406"/>
                      <a:pt x="100" y="421"/>
                      <a:pt x="72" y="450"/>
                    </a:cubicBezTo>
                    <a:cubicBezTo>
                      <a:pt x="1" y="509"/>
                      <a:pt x="1" y="628"/>
                      <a:pt x="60" y="688"/>
                    </a:cubicBezTo>
                    <a:lnTo>
                      <a:pt x="358" y="1021"/>
                    </a:lnTo>
                    <a:cubicBezTo>
                      <a:pt x="382" y="1045"/>
                      <a:pt x="429" y="1081"/>
                      <a:pt x="477" y="1081"/>
                    </a:cubicBezTo>
                    <a:cubicBezTo>
                      <a:pt x="513" y="1081"/>
                      <a:pt x="560" y="1057"/>
                      <a:pt x="584" y="1021"/>
                    </a:cubicBezTo>
                    <a:lnTo>
                      <a:pt x="1286" y="271"/>
                    </a:lnTo>
                    <a:cubicBezTo>
                      <a:pt x="1370" y="212"/>
                      <a:pt x="1370" y="104"/>
                      <a:pt x="1286" y="45"/>
                    </a:cubicBezTo>
                    <a:cubicBezTo>
                      <a:pt x="1251" y="15"/>
                      <a:pt x="1206" y="0"/>
                      <a:pt x="11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4190;p83"/>
              <p:cNvSpPr/>
              <p:nvPr/>
            </p:nvSpPr>
            <p:spPr>
              <a:xfrm>
                <a:off x="3238462" y="3578210"/>
                <a:ext cx="49305" cy="47809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02" extrusionOk="0">
                    <a:moveTo>
                      <a:pt x="179" y="1"/>
                    </a:moveTo>
                    <a:cubicBezTo>
                      <a:pt x="84" y="1"/>
                      <a:pt x="1" y="84"/>
                      <a:pt x="1" y="191"/>
                    </a:cubicBezTo>
                    <a:lnTo>
                      <a:pt x="1" y="1323"/>
                    </a:lnTo>
                    <a:cubicBezTo>
                      <a:pt x="1" y="1406"/>
                      <a:pt x="72" y="1501"/>
                      <a:pt x="179" y="1501"/>
                    </a:cubicBezTo>
                    <a:lnTo>
                      <a:pt x="1370" y="1501"/>
                    </a:lnTo>
                    <a:cubicBezTo>
                      <a:pt x="1453" y="1501"/>
                      <a:pt x="1549" y="1418"/>
                      <a:pt x="1549" y="1323"/>
                    </a:cubicBezTo>
                    <a:lnTo>
                      <a:pt x="1549" y="1001"/>
                    </a:lnTo>
                    <a:cubicBezTo>
                      <a:pt x="1537" y="930"/>
                      <a:pt x="1453" y="858"/>
                      <a:pt x="1370" y="858"/>
                    </a:cubicBezTo>
                    <a:cubicBezTo>
                      <a:pt x="1275" y="858"/>
                      <a:pt x="1191" y="930"/>
                      <a:pt x="1191" y="1037"/>
                    </a:cubicBezTo>
                    <a:lnTo>
                      <a:pt x="1191" y="1168"/>
                    </a:lnTo>
                    <a:lnTo>
                      <a:pt x="334" y="1168"/>
                    </a:lnTo>
                    <a:lnTo>
                      <a:pt x="334" y="370"/>
                    </a:lnTo>
                    <a:lnTo>
                      <a:pt x="1037" y="370"/>
                    </a:lnTo>
                    <a:cubicBezTo>
                      <a:pt x="1132" y="370"/>
                      <a:pt x="1215" y="287"/>
                      <a:pt x="1215" y="191"/>
                    </a:cubicBezTo>
                    <a:cubicBezTo>
                      <a:pt x="1215" y="96"/>
                      <a:pt x="1144" y="1"/>
                      <a:pt x="10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4191;p83"/>
              <p:cNvSpPr/>
              <p:nvPr/>
            </p:nvSpPr>
            <p:spPr>
              <a:xfrm>
                <a:off x="3251353" y="3579133"/>
                <a:ext cx="42843" cy="34376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080" extrusionOk="0">
                    <a:moveTo>
                      <a:pt x="1169" y="0"/>
                    </a:moveTo>
                    <a:cubicBezTo>
                      <a:pt x="1124" y="0"/>
                      <a:pt x="1079" y="18"/>
                      <a:pt x="1048" y="55"/>
                    </a:cubicBezTo>
                    <a:lnTo>
                      <a:pt x="489" y="662"/>
                    </a:lnTo>
                    <a:lnTo>
                      <a:pt x="310" y="472"/>
                    </a:lnTo>
                    <a:cubicBezTo>
                      <a:pt x="279" y="435"/>
                      <a:pt x="232" y="417"/>
                      <a:pt x="185" y="417"/>
                    </a:cubicBezTo>
                    <a:cubicBezTo>
                      <a:pt x="142" y="417"/>
                      <a:pt x="100" y="432"/>
                      <a:pt x="72" y="460"/>
                    </a:cubicBezTo>
                    <a:cubicBezTo>
                      <a:pt x="1" y="520"/>
                      <a:pt x="1" y="639"/>
                      <a:pt x="60" y="698"/>
                    </a:cubicBezTo>
                    <a:lnTo>
                      <a:pt x="358" y="1020"/>
                    </a:lnTo>
                    <a:cubicBezTo>
                      <a:pt x="382" y="1055"/>
                      <a:pt x="429" y="1079"/>
                      <a:pt x="477" y="1079"/>
                    </a:cubicBezTo>
                    <a:cubicBezTo>
                      <a:pt x="513" y="1079"/>
                      <a:pt x="560" y="1067"/>
                      <a:pt x="584" y="1020"/>
                    </a:cubicBezTo>
                    <a:lnTo>
                      <a:pt x="1286" y="281"/>
                    </a:lnTo>
                    <a:cubicBezTo>
                      <a:pt x="1346" y="198"/>
                      <a:pt x="1346" y="103"/>
                      <a:pt x="1286" y="43"/>
                    </a:cubicBezTo>
                    <a:cubicBezTo>
                      <a:pt x="1252" y="15"/>
                      <a:pt x="1210" y="0"/>
                      <a:pt x="116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4192;p83"/>
              <p:cNvSpPr/>
              <p:nvPr/>
            </p:nvSpPr>
            <p:spPr>
              <a:xfrm>
                <a:off x="3215736" y="3359188"/>
                <a:ext cx="253558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2810" extrusionOk="0">
                    <a:moveTo>
                      <a:pt x="179" y="0"/>
                    </a:moveTo>
                    <a:cubicBezTo>
                      <a:pt x="84" y="0"/>
                      <a:pt x="0" y="72"/>
                      <a:pt x="0" y="179"/>
                    </a:cubicBezTo>
                    <a:lnTo>
                      <a:pt x="0" y="2631"/>
                    </a:lnTo>
                    <a:cubicBezTo>
                      <a:pt x="0" y="2739"/>
                      <a:pt x="72" y="2810"/>
                      <a:pt x="167" y="2810"/>
                    </a:cubicBezTo>
                    <a:lnTo>
                      <a:pt x="7787" y="2810"/>
                    </a:lnTo>
                    <a:cubicBezTo>
                      <a:pt x="7870" y="2810"/>
                      <a:pt x="7966" y="2739"/>
                      <a:pt x="7966" y="2631"/>
                    </a:cubicBezTo>
                    <a:lnTo>
                      <a:pt x="7966" y="179"/>
                    </a:lnTo>
                    <a:cubicBezTo>
                      <a:pt x="7966" y="83"/>
                      <a:pt x="7882" y="0"/>
                      <a:pt x="7787" y="0"/>
                    </a:cubicBezTo>
                    <a:lnTo>
                      <a:pt x="7275" y="0"/>
                    </a:lnTo>
                    <a:cubicBezTo>
                      <a:pt x="7192" y="0"/>
                      <a:pt x="7097" y="72"/>
                      <a:pt x="7097" y="179"/>
                    </a:cubicBezTo>
                    <a:cubicBezTo>
                      <a:pt x="7097" y="262"/>
                      <a:pt x="7168" y="357"/>
                      <a:pt x="7275" y="357"/>
                    </a:cubicBezTo>
                    <a:lnTo>
                      <a:pt x="7620" y="357"/>
                    </a:lnTo>
                    <a:lnTo>
                      <a:pt x="7620" y="2465"/>
                    </a:lnTo>
                    <a:lnTo>
                      <a:pt x="346" y="2465"/>
                    </a:lnTo>
                    <a:lnTo>
                      <a:pt x="346" y="357"/>
                    </a:lnTo>
                    <a:lnTo>
                      <a:pt x="6716" y="357"/>
                    </a:lnTo>
                    <a:cubicBezTo>
                      <a:pt x="6799" y="357"/>
                      <a:pt x="6894" y="286"/>
                      <a:pt x="6894" y="179"/>
                    </a:cubicBezTo>
                    <a:cubicBezTo>
                      <a:pt x="6894" y="83"/>
                      <a:pt x="6811" y="0"/>
                      <a:pt x="67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" name="Группа 5"/>
          <p:cNvGrpSpPr/>
          <p:nvPr/>
        </p:nvGrpSpPr>
        <p:grpSpPr>
          <a:xfrm>
            <a:off x="4418505" y="1632609"/>
            <a:ext cx="1573246" cy="3943422"/>
            <a:chOff x="5983959" y="1633987"/>
            <a:chExt cx="1573246" cy="3943422"/>
          </a:xfrm>
        </p:grpSpPr>
        <p:sp>
          <p:nvSpPr>
            <p:cNvPr id="2188" name="Google Shape;2188;p58"/>
            <p:cNvSpPr txBox="1"/>
            <p:nvPr/>
          </p:nvSpPr>
          <p:spPr>
            <a:xfrm>
              <a:off x="5983959" y="4129148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</a:p>
          </p:txBody>
        </p:sp>
        <p:sp>
          <p:nvSpPr>
            <p:cNvPr id="2189" name="Google Shape;2189;p58"/>
            <p:cNvSpPr txBox="1"/>
            <p:nvPr/>
          </p:nvSpPr>
          <p:spPr>
            <a:xfrm>
              <a:off x="5984005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err="1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Дадочкина</a:t>
              </a: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 </a:t>
              </a: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Анастасия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2192" name="Google Shape;2192;p58"/>
            <p:cNvSpPr txBox="1"/>
            <p:nvPr/>
          </p:nvSpPr>
          <p:spPr>
            <a:xfrm>
              <a:off x="5983987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9" name="Google Shape;2199;p58"/>
            <p:cNvCxnSpPr/>
            <p:nvPr/>
          </p:nvCxnSpPr>
          <p:spPr>
            <a:xfrm rot="-5400000" flipH="1">
              <a:off x="6536456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02" name="Google Shape;2202;p58"/>
            <p:cNvCxnSpPr/>
            <p:nvPr/>
          </p:nvCxnSpPr>
          <p:spPr>
            <a:xfrm rot="-5400000" flipH="1">
              <a:off x="6533150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8" name="Google Shape;2150;p58"/>
            <p:cNvSpPr/>
            <p:nvPr/>
          </p:nvSpPr>
          <p:spPr>
            <a:xfrm>
              <a:off x="6232724" y="2578108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2397;p64"/>
            <p:cNvGrpSpPr/>
            <p:nvPr/>
          </p:nvGrpSpPr>
          <p:grpSpPr>
            <a:xfrm>
              <a:off x="6314809" y="2666295"/>
              <a:ext cx="936046" cy="785088"/>
              <a:chOff x="713167" y="740543"/>
              <a:chExt cx="476707" cy="422153"/>
            </a:xfrm>
          </p:grpSpPr>
          <p:sp>
            <p:nvSpPr>
              <p:cNvPr id="133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12200;p79"/>
            <p:cNvGrpSpPr/>
            <p:nvPr/>
          </p:nvGrpSpPr>
          <p:grpSpPr>
            <a:xfrm>
              <a:off x="6889916" y="2945513"/>
              <a:ext cx="371353" cy="526810"/>
              <a:chOff x="7610126" y="4279432"/>
              <a:chExt cx="158055" cy="237274"/>
            </a:xfrm>
            <a:solidFill>
              <a:schemeClr val="tx2"/>
            </a:solidFill>
          </p:grpSpPr>
          <p:sp>
            <p:nvSpPr>
              <p:cNvPr id="233" name="Google Shape;12201;p79"/>
              <p:cNvSpPr/>
              <p:nvPr/>
            </p:nvSpPr>
            <p:spPr>
              <a:xfrm>
                <a:off x="7610126" y="4279432"/>
                <a:ext cx="158055" cy="236892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7443" extrusionOk="0">
                    <a:moveTo>
                      <a:pt x="2501" y="346"/>
                    </a:moveTo>
                    <a:cubicBezTo>
                      <a:pt x="2882" y="346"/>
                      <a:pt x="3191" y="572"/>
                      <a:pt x="3227" y="870"/>
                    </a:cubicBezTo>
                    <a:cubicBezTo>
                      <a:pt x="3001" y="775"/>
                      <a:pt x="2763" y="727"/>
                      <a:pt x="2501" y="727"/>
                    </a:cubicBezTo>
                    <a:cubicBezTo>
                      <a:pt x="2239" y="727"/>
                      <a:pt x="1989" y="775"/>
                      <a:pt x="1763" y="870"/>
                    </a:cubicBezTo>
                    <a:cubicBezTo>
                      <a:pt x="1798" y="572"/>
                      <a:pt x="2108" y="346"/>
                      <a:pt x="2501" y="346"/>
                    </a:cubicBezTo>
                    <a:close/>
                    <a:moveTo>
                      <a:pt x="2501" y="1061"/>
                    </a:moveTo>
                    <a:cubicBezTo>
                      <a:pt x="3394" y="1061"/>
                      <a:pt x="4108" y="1787"/>
                      <a:pt x="4108" y="2668"/>
                    </a:cubicBezTo>
                    <a:cubicBezTo>
                      <a:pt x="4108" y="2799"/>
                      <a:pt x="4084" y="2918"/>
                      <a:pt x="4061" y="3049"/>
                    </a:cubicBezTo>
                    <a:cubicBezTo>
                      <a:pt x="4025" y="2918"/>
                      <a:pt x="3953" y="2799"/>
                      <a:pt x="3846" y="2715"/>
                    </a:cubicBezTo>
                    <a:cubicBezTo>
                      <a:pt x="3191" y="2132"/>
                      <a:pt x="2036" y="1977"/>
                      <a:pt x="1989" y="1977"/>
                    </a:cubicBezTo>
                    <a:cubicBezTo>
                      <a:pt x="1983" y="1976"/>
                      <a:pt x="1977" y="1976"/>
                      <a:pt x="1970" y="1976"/>
                    </a:cubicBezTo>
                    <a:cubicBezTo>
                      <a:pt x="1892" y="1976"/>
                      <a:pt x="1810" y="2044"/>
                      <a:pt x="1810" y="2132"/>
                    </a:cubicBezTo>
                    <a:cubicBezTo>
                      <a:pt x="1798" y="2215"/>
                      <a:pt x="1870" y="2311"/>
                      <a:pt x="1953" y="2311"/>
                    </a:cubicBezTo>
                    <a:cubicBezTo>
                      <a:pt x="1977" y="2311"/>
                      <a:pt x="3072" y="2454"/>
                      <a:pt x="3644" y="2966"/>
                    </a:cubicBezTo>
                    <a:cubicBezTo>
                      <a:pt x="3715" y="3037"/>
                      <a:pt x="3763" y="3144"/>
                      <a:pt x="3763" y="3251"/>
                    </a:cubicBezTo>
                    <a:lnTo>
                      <a:pt x="3763" y="3394"/>
                    </a:lnTo>
                    <a:cubicBezTo>
                      <a:pt x="3751" y="4061"/>
                      <a:pt x="3179" y="4632"/>
                      <a:pt x="2501" y="4632"/>
                    </a:cubicBezTo>
                    <a:cubicBezTo>
                      <a:pt x="1798" y="4632"/>
                      <a:pt x="1251" y="4061"/>
                      <a:pt x="1251" y="3382"/>
                    </a:cubicBezTo>
                    <a:cubicBezTo>
                      <a:pt x="1251" y="3335"/>
                      <a:pt x="1274" y="3275"/>
                      <a:pt x="1310" y="3251"/>
                    </a:cubicBezTo>
                    <a:cubicBezTo>
                      <a:pt x="1441" y="3144"/>
                      <a:pt x="1632" y="2977"/>
                      <a:pt x="1751" y="2739"/>
                    </a:cubicBezTo>
                    <a:cubicBezTo>
                      <a:pt x="1798" y="2656"/>
                      <a:pt x="1763" y="2561"/>
                      <a:pt x="1679" y="2513"/>
                    </a:cubicBezTo>
                    <a:cubicBezTo>
                      <a:pt x="1651" y="2503"/>
                      <a:pt x="1625" y="2497"/>
                      <a:pt x="1600" y="2497"/>
                    </a:cubicBezTo>
                    <a:cubicBezTo>
                      <a:pt x="1538" y="2497"/>
                      <a:pt x="1487" y="2529"/>
                      <a:pt x="1453" y="2596"/>
                    </a:cubicBezTo>
                    <a:cubicBezTo>
                      <a:pt x="1370" y="2775"/>
                      <a:pt x="1215" y="2906"/>
                      <a:pt x="1108" y="2977"/>
                    </a:cubicBezTo>
                    <a:cubicBezTo>
                      <a:pt x="1048" y="3025"/>
                      <a:pt x="989" y="3085"/>
                      <a:pt x="965" y="3156"/>
                    </a:cubicBezTo>
                    <a:cubicBezTo>
                      <a:pt x="917" y="2989"/>
                      <a:pt x="893" y="2835"/>
                      <a:pt x="893" y="2668"/>
                    </a:cubicBezTo>
                    <a:cubicBezTo>
                      <a:pt x="893" y="1775"/>
                      <a:pt x="1620" y="1061"/>
                      <a:pt x="2501" y="1061"/>
                    </a:cubicBezTo>
                    <a:close/>
                    <a:moveTo>
                      <a:pt x="3048" y="4871"/>
                    </a:moveTo>
                    <a:lnTo>
                      <a:pt x="3048" y="5109"/>
                    </a:lnTo>
                    <a:cubicBezTo>
                      <a:pt x="3048" y="5156"/>
                      <a:pt x="3048" y="5192"/>
                      <a:pt x="3060" y="5240"/>
                    </a:cubicBezTo>
                    <a:lnTo>
                      <a:pt x="2501" y="5656"/>
                    </a:lnTo>
                    <a:lnTo>
                      <a:pt x="1929" y="5240"/>
                    </a:lnTo>
                    <a:cubicBezTo>
                      <a:pt x="1941" y="5192"/>
                      <a:pt x="1941" y="5156"/>
                      <a:pt x="1941" y="5109"/>
                    </a:cubicBezTo>
                    <a:lnTo>
                      <a:pt x="1941" y="4871"/>
                    </a:lnTo>
                    <a:cubicBezTo>
                      <a:pt x="2108" y="4930"/>
                      <a:pt x="2298" y="4954"/>
                      <a:pt x="2501" y="4954"/>
                    </a:cubicBezTo>
                    <a:cubicBezTo>
                      <a:pt x="2691" y="4954"/>
                      <a:pt x="2870" y="4930"/>
                      <a:pt x="3048" y="4871"/>
                    </a:cubicBezTo>
                    <a:close/>
                    <a:moveTo>
                      <a:pt x="2477" y="1"/>
                    </a:moveTo>
                    <a:cubicBezTo>
                      <a:pt x="1905" y="1"/>
                      <a:pt x="1429" y="394"/>
                      <a:pt x="1429" y="882"/>
                    </a:cubicBezTo>
                    <a:cubicBezTo>
                      <a:pt x="1429" y="930"/>
                      <a:pt x="1429" y="965"/>
                      <a:pt x="1441" y="1013"/>
                    </a:cubicBezTo>
                    <a:cubicBezTo>
                      <a:pt x="893" y="1358"/>
                      <a:pt x="536" y="1965"/>
                      <a:pt x="536" y="2656"/>
                    </a:cubicBezTo>
                    <a:cubicBezTo>
                      <a:pt x="536" y="3096"/>
                      <a:pt x="691" y="3549"/>
                      <a:pt x="977" y="3882"/>
                    </a:cubicBezTo>
                    <a:cubicBezTo>
                      <a:pt x="1096" y="4216"/>
                      <a:pt x="1322" y="4501"/>
                      <a:pt x="1608" y="4692"/>
                    </a:cubicBezTo>
                    <a:lnTo>
                      <a:pt x="1608" y="5097"/>
                    </a:lnTo>
                    <a:cubicBezTo>
                      <a:pt x="1608" y="5168"/>
                      <a:pt x="1560" y="5240"/>
                      <a:pt x="1489" y="5275"/>
                    </a:cubicBezTo>
                    <a:lnTo>
                      <a:pt x="417" y="5752"/>
                    </a:lnTo>
                    <a:cubicBezTo>
                      <a:pt x="155" y="5871"/>
                      <a:pt x="0" y="6109"/>
                      <a:pt x="0" y="6383"/>
                    </a:cubicBezTo>
                    <a:lnTo>
                      <a:pt x="0" y="7276"/>
                    </a:lnTo>
                    <a:cubicBezTo>
                      <a:pt x="0" y="7371"/>
                      <a:pt x="72" y="7442"/>
                      <a:pt x="155" y="7442"/>
                    </a:cubicBezTo>
                    <a:cubicBezTo>
                      <a:pt x="251" y="7442"/>
                      <a:pt x="322" y="7371"/>
                      <a:pt x="322" y="7276"/>
                    </a:cubicBezTo>
                    <a:lnTo>
                      <a:pt x="322" y="6383"/>
                    </a:lnTo>
                    <a:cubicBezTo>
                      <a:pt x="322" y="6240"/>
                      <a:pt x="417" y="6109"/>
                      <a:pt x="548" y="6049"/>
                    </a:cubicBezTo>
                    <a:lnTo>
                      <a:pt x="1620" y="5573"/>
                    </a:lnTo>
                    <a:cubicBezTo>
                      <a:pt x="1667" y="5549"/>
                      <a:pt x="1691" y="5525"/>
                      <a:pt x="1727" y="5513"/>
                    </a:cubicBezTo>
                    <a:lnTo>
                      <a:pt x="2263" y="5906"/>
                    </a:lnTo>
                    <a:cubicBezTo>
                      <a:pt x="2322" y="5954"/>
                      <a:pt x="2394" y="5990"/>
                      <a:pt x="2465" y="5990"/>
                    </a:cubicBezTo>
                    <a:cubicBezTo>
                      <a:pt x="2537" y="5990"/>
                      <a:pt x="2620" y="5954"/>
                      <a:pt x="2679" y="5906"/>
                    </a:cubicBezTo>
                    <a:lnTo>
                      <a:pt x="3215" y="5513"/>
                    </a:lnTo>
                    <a:cubicBezTo>
                      <a:pt x="3239" y="5537"/>
                      <a:pt x="3287" y="5549"/>
                      <a:pt x="3310" y="5573"/>
                    </a:cubicBezTo>
                    <a:lnTo>
                      <a:pt x="4382" y="6049"/>
                    </a:lnTo>
                    <a:cubicBezTo>
                      <a:pt x="4525" y="6109"/>
                      <a:pt x="4608" y="6240"/>
                      <a:pt x="4608" y="6383"/>
                    </a:cubicBezTo>
                    <a:lnTo>
                      <a:pt x="4608" y="7276"/>
                    </a:lnTo>
                    <a:cubicBezTo>
                      <a:pt x="4608" y="7371"/>
                      <a:pt x="4680" y="7442"/>
                      <a:pt x="4775" y="7442"/>
                    </a:cubicBezTo>
                    <a:cubicBezTo>
                      <a:pt x="4858" y="7442"/>
                      <a:pt x="4942" y="7371"/>
                      <a:pt x="4942" y="7276"/>
                    </a:cubicBezTo>
                    <a:lnTo>
                      <a:pt x="4942" y="6383"/>
                    </a:lnTo>
                    <a:cubicBezTo>
                      <a:pt x="4965" y="6121"/>
                      <a:pt x="4799" y="5871"/>
                      <a:pt x="4549" y="5752"/>
                    </a:cubicBezTo>
                    <a:lnTo>
                      <a:pt x="3477" y="5275"/>
                    </a:lnTo>
                    <a:cubicBezTo>
                      <a:pt x="3406" y="5240"/>
                      <a:pt x="3358" y="5168"/>
                      <a:pt x="3358" y="5097"/>
                    </a:cubicBezTo>
                    <a:lnTo>
                      <a:pt x="3358" y="4692"/>
                    </a:lnTo>
                    <a:cubicBezTo>
                      <a:pt x="3644" y="4501"/>
                      <a:pt x="3870" y="4216"/>
                      <a:pt x="3989" y="3882"/>
                    </a:cubicBezTo>
                    <a:cubicBezTo>
                      <a:pt x="4263" y="3549"/>
                      <a:pt x="4430" y="3096"/>
                      <a:pt x="4430" y="2656"/>
                    </a:cubicBezTo>
                    <a:cubicBezTo>
                      <a:pt x="4430" y="1965"/>
                      <a:pt x="4072" y="1358"/>
                      <a:pt x="3525" y="1013"/>
                    </a:cubicBezTo>
                    <a:cubicBezTo>
                      <a:pt x="3537" y="965"/>
                      <a:pt x="3537" y="930"/>
                      <a:pt x="3537" y="882"/>
                    </a:cubicBezTo>
                    <a:cubicBezTo>
                      <a:pt x="3537" y="394"/>
                      <a:pt x="3060" y="1"/>
                      <a:pt x="24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2202;p79"/>
              <p:cNvSpPr/>
              <p:nvPr/>
            </p:nvSpPr>
            <p:spPr>
              <a:xfrm>
                <a:off x="7684411" y="4478004"/>
                <a:ext cx="10248" cy="38702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216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2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2203;p79"/>
              <p:cNvSpPr/>
              <p:nvPr/>
            </p:nvSpPr>
            <p:spPr>
              <a:xfrm>
                <a:off x="7638929" y="4489366"/>
                <a:ext cx="10248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859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lnTo>
                      <a:pt x="0" y="703"/>
                    </a:lnTo>
                    <a:cubicBezTo>
                      <a:pt x="0" y="787"/>
                      <a:pt x="72" y="858"/>
                      <a:pt x="167" y="858"/>
                    </a:cubicBezTo>
                    <a:cubicBezTo>
                      <a:pt x="250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2204;p79"/>
              <p:cNvSpPr/>
              <p:nvPr/>
            </p:nvSpPr>
            <p:spPr>
              <a:xfrm>
                <a:off x="7729479" y="4489366"/>
                <a:ext cx="10662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859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68"/>
                    </a:cubicBezTo>
                    <a:lnTo>
                      <a:pt x="1" y="703"/>
                    </a:lnTo>
                    <a:cubicBezTo>
                      <a:pt x="1" y="787"/>
                      <a:pt x="72" y="858"/>
                      <a:pt x="156" y="858"/>
                    </a:cubicBezTo>
                    <a:cubicBezTo>
                      <a:pt x="251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34" y="72"/>
                      <a:pt x="263" y="1"/>
                      <a:pt x="15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" name="Группа 2"/>
          <p:cNvGrpSpPr/>
          <p:nvPr/>
        </p:nvGrpSpPr>
        <p:grpSpPr>
          <a:xfrm>
            <a:off x="2915010" y="1632583"/>
            <a:ext cx="1573234" cy="3943422"/>
            <a:chOff x="2995487" y="1633987"/>
            <a:chExt cx="1573234" cy="3943422"/>
          </a:xfrm>
        </p:grpSpPr>
        <p:sp>
          <p:nvSpPr>
            <p:cNvPr id="2186" name="Google Shape;2186;p58"/>
            <p:cNvSpPr txBox="1"/>
            <p:nvPr/>
          </p:nvSpPr>
          <p:spPr>
            <a:xfrm>
              <a:off x="2995500" y="4129148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 smtClean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187" name="Google Shape;2187;p58"/>
            <p:cNvSpPr txBox="1"/>
            <p:nvPr/>
          </p:nvSpPr>
          <p:spPr>
            <a:xfrm>
              <a:off x="2995521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Колбасин Федор</a:t>
              </a:r>
            </a:p>
          </p:txBody>
        </p:sp>
        <p:sp>
          <p:nvSpPr>
            <p:cNvPr id="2191" name="Google Shape;2191;p58"/>
            <p:cNvSpPr txBox="1"/>
            <p:nvPr/>
          </p:nvSpPr>
          <p:spPr>
            <a:xfrm>
              <a:off x="2995487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8" name="Google Shape;2198;p58"/>
            <p:cNvCxnSpPr/>
            <p:nvPr/>
          </p:nvCxnSpPr>
          <p:spPr>
            <a:xfrm rot="-5400000" flipH="1">
              <a:off x="3547952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01" name="Google Shape;2201;p58"/>
            <p:cNvCxnSpPr/>
            <p:nvPr/>
          </p:nvCxnSpPr>
          <p:spPr>
            <a:xfrm rot="-5400000" flipH="1">
              <a:off x="3544650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3" name="Google Shape;2397;p64"/>
            <p:cNvGrpSpPr/>
            <p:nvPr/>
          </p:nvGrpSpPr>
          <p:grpSpPr>
            <a:xfrm>
              <a:off x="3310541" y="2645949"/>
              <a:ext cx="936046" cy="785088"/>
              <a:chOff x="713167" y="740543"/>
              <a:chExt cx="476707" cy="422153"/>
            </a:xfrm>
          </p:grpSpPr>
          <p:sp>
            <p:nvSpPr>
              <p:cNvPr id="94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" name="Google Shape;2150;p58"/>
            <p:cNvSpPr/>
            <p:nvPr/>
          </p:nvSpPr>
          <p:spPr>
            <a:xfrm>
              <a:off x="3237632" y="2578108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12190;p79"/>
            <p:cNvGrpSpPr/>
            <p:nvPr/>
          </p:nvGrpSpPr>
          <p:grpSpPr>
            <a:xfrm>
              <a:off x="3846882" y="2980142"/>
              <a:ext cx="419775" cy="495945"/>
              <a:chOff x="7167500" y="4279432"/>
              <a:chExt cx="169068" cy="226644"/>
            </a:xfrm>
            <a:solidFill>
              <a:schemeClr val="tx2"/>
            </a:solidFill>
            <a:effectLst>
              <a:glow>
                <a:schemeClr val="bg1"/>
              </a:glow>
            </a:effectLst>
          </p:grpSpPr>
          <p:sp>
            <p:nvSpPr>
              <p:cNvPr id="223" name="Google Shape;12191;p79"/>
              <p:cNvSpPr/>
              <p:nvPr/>
            </p:nvSpPr>
            <p:spPr>
              <a:xfrm>
                <a:off x="7167500" y="4279432"/>
                <a:ext cx="16906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5312" h="7121" extrusionOk="0">
                    <a:moveTo>
                      <a:pt x="4085" y="310"/>
                    </a:moveTo>
                    <a:lnTo>
                      <a:pt x="4085" y="1715"/>
                    </a:lnTo>
                    <a:cubicBezTo>
                      <a:pt x="4085" y="1834"/>
                      <a:pt x="4049" y="1930"/>
                      <a:pt x="4001" y="2037"/>
                    </a:cubicBezTo>
                    <a:lnTo>
                      <a:pt x="3918" y="2204"/>
                    </a:lnTo>
                    <a:cubicBezTo>
                      <a:pt x="3906" y="2239"/>
                      <a:pt x="3906" y="2251"/>
                      <a:pt x="3906" y="2275"/>
                    </a:cubicBezTo>
                    <a:lnTo>
                      <a:pt x="3906" y="2632"/>
                    </a:lnTo>
                    <a:cubicBezTo>
                      <a:pt x="3906" y="2989"/>
                      <a:pt x="3763" y="3311"/>
                      <a:pt x="3501" y="3561"/>
                    </a:cubicBezTo>
                    <a:cubicBezTo>
                      <a:pt x="3283" y="3801"/>
                      <a:pt x="2975" y="3921"/>
                      <a:pt x="2650" y="3921"/>
                    </a:cubicBezTo>
                    <a:cubicBezTo>
                      <a:pt x="2620" y="3921"/>
                      <a:pt x="2591" y="3920"/>
                      <a:pt x="2561" y="3918"/>
                    </a:cubicBezTo>
                    <a:cubicBezTo>
                      <a:pt x="1906" y="3870"/>
                      <a:pt x="1382" y="3311"/>
                      <a:pt x="1382" y="2608"/>
                    </a:cubicBezTo>
                    <a:lnTo>
                      <a:pt x="1382" y="2299"/>
                    </a:lnTo>
                    <a:cubicBezTo>
                      <a:pt x="1382" y="2263"/>
                      <a:pt x="1382" y="2251"/>
                      <a:pt x="1370" y="2215"/>
                    </a:cubicBezTo>
                    <a:lnTo>
                      <a:pt x="1287" y="2061"/>
                    </a:lnTo>
                    <a:cubicBezTo>
                      <a:pt x="1239" y="1953"/>
                      <a:pt x="1204" y="1846"/>
                      <a:pt x="1204" y="1727"/>
                    </a:cubicBezTo>
                    <a:lnTo>
                      <a:pt x="1204" y="1227"/>
                    </a:lnTo>
                    <a:cubicBezTo>
                      <a:pt x="1204" y="727"/>
                      <a:pt x="1608" y="310"/>
                      <a:pt x="2120" y="310"/>
                    </a:cubicBezTo>
                    <a:close/>
                    <a:moveTo>
                      <a:pt x="3204" y="4168"/>
                    </a:moveTo>
                    <a:lnTo>
                      <a:pt x="3204" y="4359"/>
                    </a:lnTo>
                    <a:cubicBezTo>
                      <a:pt x="3204" y="4418"/>
                      <a:pt x="3216" y="4466"/>
                      <a:pt x="3228" y="4525"/>
                    </a:cubicBezTo>
                    <a:lnTo>
                      <a:pt x="2656" y="4942"/>
                    </a:lnTo>
                    <a:lnTo>
                      <a:pt x="2073" y="4525"/>
                    </a:lnTo>
                    <a:cubicBezTo>
                      <a:pt x="2085" y="4478"/>
                      <a:pt x="2096" y="4418"/>
                      <a:pt x="2096" y="4359"/>
                    </a:cubicBezTo>
                    <a:lnTo>
                      <a:pt x="2096" y="4168"/>
                    </a:lnTo>
                    <a:cubicBezTo>
                      <a:pt x="2239" y="4216"/>
                      <a:pt x="2382" y="4263"/>
                      <a:pt x="2549" y="4263"/>
                    </a:cubicBezTo>
                    <a:lnTo>
                      <a:pt x="2656" y="4263"/>
                    </a:lnTo>
                    <a:cubicBezTo>
                      <a:pt x="2847" y="4263"/>
                      <a:pt x="3025" y="4228"/>
                      <a:pt x="3204" y="4168"/>
                    </a:cubicBezTo>
                    <a:close/>
                    <a:moveTo>
                      <a:pt x="2132" y="1"/>
                    </a:moveTo>
                    <a:cubicBezTo>
                      <a:pt x="1442" y="1"/>
                      <a:pt x="894" y="549"/>
                      <a:pt x="894" y="1239"/>
                    </a:cubicBezTo>
                    <a:lnTo>
                      <a:pt x="894" y="1739"/>
                    </a:lnTo>
                    <a:cubicBezTo>
                      <a:pt x="894" y="1906"/>
                      <a:pt x="942" y="2073"/>
                      <a:pt x="1001" y="2215"/>
                    </a:cubicBezTo>
                    <a:lnTo>
                      <a:pt x="1061" y="2346"/>
                    </a:lnTo>
                    <a:lnTo>
                      <a:pt x="1061" y="2620"/>
                    </a:lnTo>
                    <a:cubicBezTo>
                      <a:pt x="1061" y="3180"/>
                      <a:pt x="1346" y="3692"/>
                      <a:pt x="1775" y="3989"/>
                    </a:cubicBezTo>
                    <a:lnTo>
                      <a:pt x="1775" y="4359"/>
                    </a:lnTo>
                    <a:cubicBezTo>
                      <a:pt x="1775" y="4454"/>
                      <a:pt x="1715" y="4525"/>
                      <a:pt x="1644" y="4537"/>
                    </a:cubicBezTo>
                    <a:lnTo>
                      <a:pt x="632" y="4859"/>
                    </a:lnTo>
                    <a:cubicBezTo>
                      <a:pt x="251" y="4966"/>
                      <a:pt x="1" y="5299"/>
                      <a:pt x="1" y="5704"/>
                    </a:cubicBezTo>
                    <a:lnTo>
                      <a:pt x="1" y="6954"/>
                    </a:lnTo>
                    <a:cubicBezTo>
                      <a:pt x="1" y="7037"/>
                      <a:pt x="72" y="7121"/>
                      <a:pt x="168" y="7121"/>
                    </a:cubicBezTo>
                    <a:cubicBezTo>
                      <a:pt x="251" y="7121"/>
                      <a:pt x="334" y="7037"/>
                      <a:pt x="334" y="6954"/>
                    </a:cubicBezTo>
                    <a:lnTo>
                      <a:pt x="334" y="5704"/>
                    </a:lnTo>
                    <a:cubicBezTo>
                      <a:pt x="334" y="5466"/>
                      <a:pt x="477" y="5252"/>
                      <a:pt x="715" y="5180"/>
                    </a:cubicBezTo>
                    <a:lnTo>
                      <a:pt x="1727" y="4871"/>
                    </a:lnTo>
                    <a:cubicBezTo>
                      <a:pt x="1787" y="4859"/>
                      <a:pt x="1835" y="4823"/>
                      <a:pt x="1882" y="4799"/>
                    </a:cubicBezTo>
                    <a:lnTo>
                      <a:pt x="2442" y="5204"/>
                    </a:lnTo>
                    <a:cubicBezTo>
                      <a:pt x="2501" y="5252"/>
                      <a:pt x="2573" y="5287"/>
                      <a:pt x="2656" y="5287"/>
                    </a:cubicBezTo>
                    <a:cubicBezTo>
                      <a:pt x="2728" y="5287"/>
                      <a:pt x="2799" y="5252"/>
                      <a:pt x="2858" y="5204"/>
                    </a:cubicBezTo>
                    <a:lnTo>
                      <a:pt x="3430" y="4799"/>
                    </a:lnTo>
                    <a:cubicBezTo>
                      <a:pt x="3466" y="4823"/>
                      <a:pt x="3513" y="4859"/>
                      <a:pt x="3573" y="4871"/>
                    </a:cubicBezTo>
                    <a:lnTo>
                      <a:pt x="4585" y="5180"/>
                    </a:lnTo>
                    <a:cubicBezTo>
                      <a:pt x="4823" y="5252"/>
                      <a:pt x="4978" y="5466"/>
                      <a:pt x="4978" y="5704"/>
                    </a:cubicBezTo>
                    <a:lnTo>
                      <a:pt x="4978" y="6954"/>
                    </a:lnTo>
                    <a:cubicBezTo>
                      <a:pt x="4978" y="7037"/>
                      <a:pt x="5049" y="7121"/>
                      <a:pt x="5133" y="7121"/>
                    </a:cubicBezTo>
                    <a:cubicBezTo>
                      <a:pt x="5228" y="7121"/>
                      <a:pt x="5299" y="7037"/>
                      <a:pt x="5299" y="6954"/>
                    </a:cubicBezTo>
                    <a:lnTo>
                      <a:pt x="5299" y="5704"/>
                    </a:lnTo>
                    <a:cubicBezTo>
                      <a:pt x="5311" y="5299"/>
                      <a:pt x="5061" y="4954"/>
                      <a:pt x="4692" y="4835"/>
                    </a:cubicBezTo>
                    <a:lnTo>
                      <a:pt x="3680" y="4525"/>
                    </a:lnTo>
                    <a:cubicBezTo>
                      <a:pt x="3609" y="4501"/>
                      <a:pt x="3549" y="4418"/>
                      <a:pt x="3549" y="4347"/>
                    </a:cubicBezTo>
                    <a:lnTo>
                      <a:pt x="3549" y="3978"/>
                    </a:lnTo>
                    <a:cubicBezTo>
                      <a:pt x="3620" y="3930"/>
                      <a:pt x="3692" y="3870"/>
                      <a:pt x="3751" y="3811"/>
                    </a:cubicBezTo>
                    <a:cubicBezTo>
                      <a:pt x="4061" y="3513"/>
                      <a:pt x="4263" y="3085"/>
                      <a:pt x="4263" y="2656"/>
                    </a:cubicBezTo>
                    <a:lnTo>
                      <a:pt x="4263" y="2334"/>
                    </a:lnTo>
                    <a:lnTo>
                      <a:pt x="4323" y="2204"/>
                    </a:lnTo>
                    <a:cubicBezTo>
                      <a:pt x="4394" y="2061"/>
                      <a:pt x="4418" y="1894"/>
                      <a:pt x="4418" y="1727"/>
                    </a:cubicBezTo>
                    <a:lnTo>
                      <a:pt x="4418" y="168"/>
                    </a:lnTo>
                    <a:cubicBezTo>
                      <a:pt x="4418" y="72"/>
                      <a:pt x="4347" y="1"/>
                      <a:pt x="4263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2192;p79"/>
              <p:cNvSpPr/>
              <p:nvPr/>
            </p:nvSpPr>
            <p:spPr>
              <a:xfrm>
                <a:off x="7246719" y="4455279"/>
                <a:ext cx="10248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572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1417"/>
                    </a:lnTo>
                    <a:cubicBezTo>
                      <a:pt x="0" y="1501"/>
                      <a:pt x="72" y="1572"/>
                      <a:pt x="167" y="1572"/>
                    </a:cubicBezTo>
                    <a:cubicBezTo>
                      <a:pt x="250" y="1572"/>
                      <a:pt x="322" y="1501"/>
                      <a:pt x="322" y="1417"/>
                    </a:cubicBezTo>
                    <a:lnTo>
                      <a:pt x="322" y="167"/>
                    </a:ln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2193;p79"/>
              <p:cNvSpPr/>
              <p:nvPr/>
            </p:nvSpPr>
            <p:spPr>
              <a:xfrm>
                <a:off x="7195572" y="4466642"/>
                <a:ext cx="11012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1215" extrusionOk="0">
                    <a:moveTo>
                      <a:pt x="167" y="1"/>
                    </a:moveTo>
                    <a:cubicBezTo>
                      <a:pt x="71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1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45" y="72"/>
                      <a:pt x="262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2194;p79"/>
              <p:cNvSpPr/>
              <p:nvPr/>
            </p:nvSpPr>
            <p:spPr>
              <a:xfrm>
                <a:off x="7297866" y="4466642"/>
                <a:ext cx="10280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215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lnTo>
                      <a:pt x="1" y="1060"/>
                    </a:lnTo>
                    <a:cubicBezTo>
                      <a:pt x="1" y="1144"/>
                      <a:pt x="72" y="1215"/>
                      <a:pt x="167" y="1215"/>
                    </a:cubicBezTo>
                    <a:cubicBezTo>
                      <a:pt x="251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2199;p79"/>
              <p:cNvSpPr/>
              <p:nvPr/>
            </p:nvSpPr>
            <p:spPr>
              <a:xfrm>
                <a:off x="7217915" y="4321126"/>
                <a:ext cx="68238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811" extrusionOk="0">
                    <a:moveTo>
                      <a:pt x="933" y="1"/>
                    </a:moveTo>
                    <a:cubicBezTo>
                      <a:pt x="491" y="1"/>
                      <a:pt x="139" y="113"/>
                      <a:pt x="120" y="120"/>
                    </a:cubicBezTo>
                    <a:cubicBezTo>
                      <a:pt x="36" y="155"/>
                      <a:pt x="1" y="215"/>
                      <a:pt x="1" y="286"/>
                    </a:cubicBezTo>
                    <a:lnTo>
                      <a:pt x="1" y="643"/>
                    </a:lnTo>
                    <a:cubicBezTo>
                      <a:pt x="1" y="727"/>
                      <a:pt x="72" y="810"/>
                      <a:pt x="155" y="810"/>
                    </a:cubicBezTo>
                    <a:cubicBezTo>
                      <a:pt x="251" y="810"/>
                      <a:pt x="322" y="727"/>
                      <a:pt x="322" y="643"/>
                    </a:cubicBezTo>
                    <a:lnTo>
                      <a:pt x="322" y="417"/>
                    </a:lnTo>
                    <a:cubicBezTo>
                      <a:pt x="455" y="384"/>
                      <a:pt x="683" y="341"/>
                      <a:pt x="940" y="341"/>
                    </a:cubicBezTo>
                    <a:cubicBezTo>
                      <a:pt x="1236" y="341"/>
                      <a:pt x="1572" y="398"/>
                      <a:pt x="1846" y="596"/>
                    </a:cubicBezTo>
                    <a:cubicBezTo>
                      <a:pt x="1877" y="622"/>
                      <a:pt x="1914" y="634"/>
                      <a:pt x="1951" y="634"/>
                    </a:cubicBezTo>
                    <a:cubicBezTo>
                      <a:pt x="1999" y="634"/>
                      <a:pt x="2045" y="613"/>
                      <a:pt x="2072" y="572"/>
                    </a:cubicBezTo>
                    <a:cubicBezTo>
                      <a:pt x="2144" y="489"/>
                      <a:pt x="2120" y="393"/>
                      <a:pt x="2048" y="334"/>
                    </a:cubicBezTo>
                    <a:cubicBezTo>
                      <a:pt x="1703" y="74"/>
                      <a:pt x="1289" y="1"/>
                      <a:pt x="9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" name="Группа 6"/>
          <p:cNvGrpSpPr/>
          <p:nvPr/>
        </p:nvGrpSpPr>
        <p:grpSpPr>
          <a:xfrm>
            <a:off x="5953432" y="1632583"/>
            <a:ext cx="1573246" cy="3943422"/>
            <a:chOff x="7539069" y="1633987"/>
            <a:chExt cx="1573246" cy="3943422"/>
          </a:xfrm>
        </p:grpSpPr>
        <p:sp>
          <p:nvSpPr>
            <p:cNvPr id="62" name="Google Shape;2188;p58"/>
            <p:cNvSpPr txBox="1"/>
            <p:nvPr/>
          </p:nvSpPr>
          <p:spPr>
            <a:xfrm>
              <a:off x="7539069" y="4129148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</a:p>
          </p:txBody>
        </p:sp>
        <p:sp>
          <p:nvSpPr>
            <p:cNvPr id="63" name="Google Shape;2189;p58"/>
            <p:cNvSpPr txBox="1"/>
            <p:nvPr/>
          </p:nvSpPr>
          <p:spPr>
            <a:xfrm>
              <a:off x="7539115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err="1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Эренценова</a:t>
              </a: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 </a:t>
              </a: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Алина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64" name="Google Shape;2192;p58"/>
            <p:cNvSpPr txBox="1"/>
            <p:nvPr/>
          </p:nvSpPr>
          <p:spPr>
            <a:xfrm>
              <a:off x="7539097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  <a:r>
                <a:rPr lang="ru-RU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  <a:endParaRPr sz="30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66" name="Google Shape;2199;p58"/>
            <p:cNvCxnSpPr/>
            <p:nvPr/>
          </p:nvCxnSpPr>
          <p:spPr>
            <a:xfrm rot="16200000" flipH="1">
              <a:off x="8102793" y="3756211"/>
              <a:ext cx="445831" cy="22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7" name="Google Shape;2202;p58"/>
            <p:cNvCxnSpPr/>
            <p:nvPr/>
          </p:nvCxnSpPr>
          <p:spPr>
            <a:xfrm rot="16200000" flipH="1">
              <a:off x="8113926" y="2371326"/>
              <a:ext cx="423560" cy="1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2150;p58"/>
            <p:cNvSpPr/>
            <p:nvPr/>
          </p:nvSpPr>
          <p:spPr>
            <a:xfrm>
              <a:off x="7787834" y="2598183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" name="Google Shape;2397;p64"/>
            <p:cNvGrpSpPr/>
            <p:nvPr/>
          </p:nvGrpSpPr>
          <p:grpSpPr>
            <a:xfrm>
              <a:off x="7857054" y="2668767"/>
              <a:ext cx="936046" cy="785088"/>
              <a:chOff x="713167" y="740543"/>
              <a:chExt cx="476707" cy="422153"/>
            </a:xfrm>
          </p:grpSpPr>
          <p:sp>
            <p:nvSpPr>
              <p:cNvPr id="158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" name="Google Shape;12200;p79"/>
            <p:cNvGrpSpPr/>
            <p:nvPr/>
          </p:nvGrpSpPr>
          <p:grpSpPr>
            <a:xfrm>
              <a:off x="8435661" y="2945513"/>
              <a:ext cx="371353" cy="526810"/>
              <a:chOff x="7610126" y="4279432"/>
              <a:chExt cx="158055" cy="237274"/>
            </a:xfrm>
            <a:solidFill>
              <a:schemeClr val="tx2"/>
            </a:solidFill>
          </p:grpSpPr>
          <p:sp>
            <p:nvSpPr>
              <p:cNvPr id="243" name="Google Shape;12201;p79"/>
              <p:cNvSpPr/>
              <p:nvPr/>
            </p:nvSpPr>
            <p:spPr>
              <a:xfrm>
                <a:off x="7610126" y="4279432"/>
                <a:ext cx="158055" cy="236892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7443" extrusionOk="0">
                    <a:moveTo>
                      <a:pt x="2501" y="346"/>
                    </a:moveTo>
                    <a:cubicBezTo>
                      <a:pt x="2882" y="346"/>
                      <a:pt x="3191" y="572"/>
                      <a:pt x="3227" y="870"/>
                    </a:cubicBezTo>
                    <a:cubicBezTo>
                      <a:pt x="3001" y="775"/>
                      <a:pt x="2763" y="727"/>
                      <a:pt x="2501" y="727"/>
                    </a:cubicBezTo>
                    <a:cubicBezTo>
                      <a:pt x="2239" y="727"/>
                      <a:pt x="1989" y="775"/>
                      <a:pt x="1763" y="870"/>
                    </a:cubicBezTo>
                    <a:cubicBezTo>
                      <a:pt x="1798" y="572"/>
                      <a:pt x="2108" y="346"/>
                      <a:pt x="2501" y="346"/>
                    </a:cubicBezTo>
                    <a:close/>
                    <a:moveTo>
                      <a:pt x="2501" y="1061"/>
                    </a:moveTo>
                    <a:cubicBezTo>
                      <a:pt x="3394" y="1061"/>
                      <a:pt x="4108" y="1787"/>
                      <a:pt x="4108" y="2668"/>
                    </a:cubicBezTo>
                    <a:cubicBezTo>
                      <a:pt x="4108" y="2799"/>
                      <a:pt x="4084" y="2918"/>
                      <a:pt x="4061" y="3049"/>
                    </a:cubicBezTo>
                    <a:cubicBezTo>
                      <a:pt x="4025" y="2918"/>
                      <a:pt x="3953" y="2799"/>
                      <a:pt x="3846" y="2715"/>
                    </a:cubicBezTo>
                    <a:cubicBezTo>
                      <a:pt x="3191" y="2132"/>
                      <a:pt x="2036" y="1977"/>
                      <a:pt x="1989" y="1977"/>
                    </a:cubicBezTo>
                    <a:cubicBezTo>
                      <a:pt x="1983" y="1976"/>
                      <a:pt x="1977" y="1976"/>
                      <a:pt x="1970" y="1976"/>
                    </a:cubicBezTo>
                    <a:cubicBezTo>
                      <a:pt x="1892" y="1976"/>
                      <a:pt x="1810" y="2044"/>
                      <a:pt x="1810" y="2132"/>
                    </a:cubicBezTo>
                    <a:cubicBezTo>
                      <a:pt x="1798" y="2215"/>
                      <a:pt x="1870" y="2311"/>
                      <a:pt x="1953" y="2311"/>
                    </a:cubicBezTo>
                    <a:cubicBezTo>
                      <a:pt x="1977" y="2311"/>
                      <a:pt x="3072" y="2454"/>
                      <a:pt x="3644" y="2966"/>
                    </a:cubicBezTo>
                    <a:cubicBezTo>
                      <a:pt x="3715" y="3037"/>
                      <a:pt x="3763" y="3144"/>
                      <a:pt x="3763" y="3251"/>
                    </a:cubicBezTo>
                    <a:lnTo>
                      <a:pt x="3763" y="3394"/>
                    </a:lnTo>
                    <a:cubicBezTo>
                      <a:pt x="3751" y="4061"/>
                      <a:pt x="3179" y="4632"/>
                      <a:pt x="2501" y="4632"/>
                    </a:cubicBezTo>
                    <a:cubicBezTo>
                      <a:pt x="1798" y="4632"/>
                      <a:pt x="1251" y="4061"/>
                      <a:pt x="1251" y="3382"/>
                    </a:cubicBezTo>
                    <a:cubicBezTo>
                      <a:pt x="1251" y="3335"/>
                      <a:pt x="1274" y="3275"/>
                      <a:pt x="1310" y="3251"/>
                    </a:cubicBezTo>
                    <a:cubicBezTo>
                      <a:pt x="1441" y="3144"/>
                      <a:pt x="1632" y="2977"/>
                      <a:pt x="1751" y="2739"/>
                    </a:cubicBezTo>
                    <a:cubicBezTo>
                      <a:pt x="1798" y="2656"/>
                      <a:pt x="1763" y="2561"/>
                      <a:pt x="1679" y="2513"/>
                    </a:cubicBezTo>
                    <a:cubicBezTo>
                      <a:pt x="1651" y="2503"/>
                      <a:pt x="1625" y="2497"/>
                      <a:pt x="1600" y="2497"/>
                    </a:cubicBezTo>
                    <a:cubicBezTo>
                      <a:pt x="1538" y="2497"/>
                      <a:pt x="1487" y="2529"/>
                      <a:pt x="1453" y="2596"/>
                    </a:cubicBezTo>
                    <a:cubicBezTo>
                      <a:pt x="1370" y="2775"/>
                      <a:pt x="1215" y="2906"/>
                      <a:pt x="1108" y="2977"/>
                    </a:cubicBezTo>
                    <a:cubicBezTo>
                      <a:pt x="1048" y="3025"/>
                      <a:pt x="989" y="3085"/>
                      <a:pt x="965" y="3156"/>
                    </a:cubicBezTo>
                    <a:cubicBezTo>
                      <a:pt x="917" y="2989"/>
                      <a:pt x="893" y="2835"/>
                      <a:pt x="893" y="2668"/>
                    </a:cubicBezTo>
                    <a:cubicBezTo>
                      <a:pt x="893" y="1775"/>
                      <a:pt x="1620" y="1061"/>
                      <a:pt x="2501" y="1061"/>
                    </a:cubicBezTo>
                    <a:close/>
                    <a:moveTo>
                      <a:pt x="3048" y="4871"/>
                    </a:moveTo>
                    <a:lnTo>
                      <a:pt x="3048" y="5109"/>
                    </a:lnTo>
                    <a:cubicBezTo>
                      <a:pt x="3048" y="5156"/>
                      <a:pt x="3048" y="5192"/>
                      <a:pt x="3060" y="5240"/>
                    </a:cubicBezTo>
                    <a:lnTo>
                      <a:pt x="2501" y="5656"/>
                    </a:lnTo>
                    <a:lnTo>
                      <a:pt x="1929" y="5240"/>
                    </a:lnTo>
                    <a:cubicBezTo>
                      <a:pt x="1941" y="5192"/>
                      <a:pt x="1941" y="5156"/>
                      <a:pt x="1941" y="5109"/>
                    </a:cubicBezTo>
                    <a:lnTo>
                      <a:pt x="1941" y="4871"/>
                    </a:lnTo>
                    <a:cubicBezTo>
                      <a:pt x="2108" y="4930"/>
                      <a:pt x="2298" y="4954"/>
                      <a:pt x="2501" y="4954"/>
                    </a:cubicBezTo>
                    <a:cubicBezTo>
                      <a:pt x="2691" y="4954"/>
                      <a:pt x="2870" y="4930"/>
                      <a:pt x="3048" y="4871"/>
                    </a:cubicBezTo>
                    <a:close/>
                    <a:moveTo>
                      <a:pt x="2477" y="1"/>
                    </a:moveTo>
                    <a:cubicBezTo>
                      <a:pt x="1905" y="1"/>
                      <a:pt x="1429" y="394"/>
                      <a:pt x="1429" y="882"/>
                    </a:cubicBezTo>
                    <a:cubicBezTo>
                      <a:pt x="1429" y="930"/>
                      <a:pt x="1429" y="965"/>
                      <a:pt x="1441" y="1013"/>
                    </a:cubicBezTo>
                    <a:cubicBezTo>
                      <a:pt x="893" y="1358"/>
                      <a:pt x="536" y="1965"/>
                      <a:pt x="536" y="2656"/>
                    </a:cubicBezTo>
                    <a:cubicBezTo>
                      <a:pt x="536" y="3096"/>
                      <a:pt x="691" y="3549"/>
                      <a:pt x="977" y="3882"/>
                    </a:cubicBezTo>
                    <a:cubicBezTo>
                      <a:pt x="1096" y="4216"/>
                      <a:pt x="1322" y="4501"/>
                      <a:pt x="1608" y="4692"/>
                    </a:cubicBezTo>
                    <a:lnTo>
                      <a:pt x="1608" y="5097"/>
                    </a:lnTo>
                    <a:cubicBezTo>
                      <a:pt x="1608" y="5168"/>
                      <a:pt x="1560" y="5240"/>
                      <a:pt x="1489" y="5275"/>
                    </a:cubicBezTo>
                    <a:lnTo>
                      <a:pt x="417" y="5752"/>
                    </a:lnTo>
                    <a:cubicBezTo>
                      <a:pt x="155" y="5871"/>
                      <a:pt x="0" y="6109"/>
                      <a:pt x="0" y="6383"/>
                    </a:cubicBezTo>
                    <a:lnTo>
                      <a:pt x="0" y="7276"/>
                    </a:lnTo>
                    <a:cubicBezTo>
                      <a:pt x="0" y="7371"/>
                      <a:pt x="72" y="7442"/>
                      <a:pt x="155" y="7442"/>
                    </a:cubicBezTo>
                    <a:cubicBezTo>
                      <a:pt x="251" y="7442"/>
                      <a:pt x="322" y="7371"/>
                      <a:pt x="322" y="7276"/>
                    </a:cubicBezTo>
                    <a:lnTo>
                      <a:pt x="322" y="6383"/>
                    </a:lnTo>
                    <a:cubicBezTo>
                      <a:pt x="322" y="6240"/>
                      <a:pt x="417" y="6109"/>
                      <a:pt x="548" y="6049"/>
                    </a:cubicBezTo>
                    <a:lnTo>
                      <a:pt x="1620" y="5573"/>
                    </a:lnTo>
                    <a:cubicBezTo>
                      <a:pt x="1667" y="5549"/>
                      <a:pt x="1691" y="5525"/>
                      <a:pt x="1727" y="5513"/>
                    </a:cubicBezTo>
                    <a:lnTo>
                      <a:pt x="2263" y="5906"/>
                    </a:lnTo>
                    <a:cubicBezTo>
                      <a:pt x="2322" y="5954"/>
                      <a:pt x="2394" y="5990"/>
                      <a:pt x="2465" y="5990"/>
                    </a:cubicBezTo>
                    <a:cubicBezTo>
                      <a:pt x="2537" y="5990"/>
                      <a:pt x="2620" y="5954"/>
                      <a:pt x="2679" y="5906"/>
                    </a:cubicBezTo>
                    <a:lnTo>
                      <a:pt x="3215" y="5513"/>
                    </a:lnTo>
                    <a:cubicBezTo>
                      <a:pt x="3239" y="5537"/>
                      <a:pt x="3287" y="5549"/>
                      <a:pt x="3310" y="5573"/>
                    </a:cubicBezTo>
                    <a:lnTo>
                      <a:pt x="4382" y="6049"/>
                    </a:lnTo>
                    <a:cubicBezTo>
                      <a:pt x="4525" y="6109"/>
                      <a:pt x="4608" y="6240"/>
                      <a:pt x="4608" y="6383"/>
                    </a:cubicBezTo>
                    <a:lnTo>
                      <a:pt x="4608" y="7276"/>
                    </a:lnTo>
                    <a:cubicBezTo>
                      <a:pt x="4608" y="7371"/>
                      <a:pt x="4680" y="7442"/>
                      <a:pt x="4775" y="7442"/>
                    </a:cubicBezTo>
                    <a:cubicBezTo>
                      <a:pt x="4858" y="7442"/>
                      <a:pt x="4942" y="7371"/>
                      <a:pt x="4942" y="7276"/>
                    </a:cubicBezTo>
                    <a:lnTo>
                      <a:pt x="4942" y="6383"/>
                    </a:lnTo>
                    <a:cubicBezTo>
                      <a:pt x="4965" y="6121"/>
                      <a:pt x="4799" y="5871"/>
                      <a:pt x="4549" y="5752"/>
                    </a:cubicBezTo>
                    <a:lnTo>
                      <a:pt x="3477" y="5275"/>
                    </a:lnTo>
                    <a:cubicBezTo>
                      <a:pt x="3406" y="5240"/>
                      <a:pt x="3358" y="5168"/>
                      <a:pt x="3358" y="5097"/>
                    </a:cubicBezTo>
                    <a:lnTo>
                      <a:pt x="3358" y="4692"/>
                    </a:lnTo>
                    <a:cubicBezTo>
                      <a:pt x="3644" y="4501"/>
                      <a:pt x="3870" y="4216"/>
                      <a:pt x="3989" y="3882"/>
                    </a:cubicBezTo>
                    <a:cubicBezTo>
                      <a:pt x="4263" y="3549"/>
                      <a:pt x="4430" y="3096"/>
                      <a:pt x="4430" y="2656"/>
                    </a:cubicBezTo>
                    <a:cubicBezTo>
                      <a:pt x="4430" y="1965"/>
                      <a:pt x="4072" y="1358"/>
                      <a:pt x="3525" y="1013"/>
                    </a:cubicBezTo>
                    <a:cubicBezTo>
                      <a:pt x="3537" y="965"/>
                      <a:pt x="3537" y="930"/>
                      <a:pt x="3537" y="882"/>
                    </a:cubicBezTo>
                    <a:cubicBezTo>
                      <a:pt x="3537" y="394"/>
                      <a:pt x="3060" y="1"/>
                      <a:pt x="24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2202;p79"/>
              <p:cNvSpPr/>
              <p:nvPr/>
            </p:nvSpPr>
            <p:spPr>
              <a:xfrm>
                <a:off x="7684411" y="4478004"/>
                <a:ext cx="10248" cy="38702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216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2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2203;p79"/>
              <p:cNvSpPr/>
              <p:nvPr/>
            </p:nvSpPr>
            <p:spPr>
              <a:xfrm>
                <a:off x="7638929" y="4489366"/>
                <a:ext cx="10248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859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lnTo>
                      <a:pt x="0" y="703"/>
                    </a:lnTo>
                    <a:cubicBezTo>
                      <a:pt x="0" y="787"/>
                      <a:pt x="72" y="858"/>
                      <a:pt x="167" y="858"/>
                    </a:cubicBezTo>
                    <a:cubicBezTo>
                      <a:pt x="250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2204;p79"/>
              <p:cNvSpPr/>
              <p:nvPr/>
            </p:nvSpPr>
            <p:spPr>
              <a:xfrm>
                <a:off x="7729479" y="4489366"/>
                <a:ext cx="10662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859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68"/>
                    </a:cubicBezTo>
                    <a:lnTo>
                      <a:pt x="1" y="703"/>
                    </a:lnTo>
                    <a:cubicBezTo>
                      <a:pt x="1" y="787"/>
                      <a:pt x="72" y="858"/>
                      <a:pt x="156" y="858"/>
                    </a:cubicBezTo>
                    <a:cubicBezTo>
                      <a:pt x="251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34" y="72"/>
                      <a:pt x="263" y="1"/>
                      <a:pt x="15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Группа 1"/>
          <p:cNvGrpSpPr/>
          <p:nvPr/>
        </p:nvGrpSpPr>
        <p:grpSpPr>
          <a:xfrm>
            <a:off x="7404692" y="1632583"/>
            <a:ext cx="1739308" cy="3943422"/>
            <a:chOff x="4384523" y="1646619"/>
            <a:chExt cx="1739308" cy="3943422"/>
          </a:xfrm>
        </p:grpSpPr>
        <p:sp>
          <p:nvSpPr>
            <p:cNvPr id="188" name="Google Shape;2186;p58"/>
            <p:cNvSpPr txBox="1"/>
            <p:nvPr/>
          </p:nvSpPr>
          <p:spPr>
            <a:xfrm>
              <a:off x="4479444" y="4141780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 smtClean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89" name="Google Shape;2187;p58"/>
            <p:cNvSpPr txBox="1"/>
            <p:nvPr/>
          </p:nvSpPr>
          <p:spPr>
            <a:xfrm>
              <a:off x="4384523" y="4720941"/>
              <a:ext cx="1739308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Скоробогатов Николай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190" name="Google Shape;2191;p58"/>
            <p:cNvSpPr txBox="1"/>
            <p:nvPr/>
          </p:nvSpPr>
          <p:spPr>
            <a:xfrm>
              <a:off x="4479431" y="1646619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  <a:r>
                <a:rPr lang="ru-RU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sz="30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91" name="Google Shape;2198;p58"/>
            <p:cNvCxnSpPr/>
            <p:nvPr/>
          </p:nvCxnSpPr>
          <p:spPr>
            <a:xfrm rot="-5400000" flipH="1">
              <a:off x="5031896" y="3756920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2" name="Google Shape;2201;p58"/>
            <p:cNvCxnSpPr/>
            <p:nvPr/>
          </p:nvCxnSpPr>
          <p:spPr>
            <a:xfrm rot="-5400000" flipH="1">
              <a:off x="5028594" y="2357822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93" name="Google Shape;2397;p64"/>
            <p:cNvGrpSpPr/>
            <p:nvPr/>
          </p:nvGrpSpPr>
          <p:grpSpPr>
            <a:xfrm>
              <a:off x="4794485" y="2658581"/>
              <a:ext cx="936046" cy="785088"/>
              <a:chOff x="713167" y="740543"/>
              <a:chExt cx="476707" cy="422153"/>
            </a:xfrm>
          </p:grpSpPr>
          <p:sp>
            <p:nvSpPr>
              <p:cNvPr id="194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9" name="Google Shape;2150;p58"/>
            <p:cNvSpPr/>
            <p:nvPr/>
          </p:nvSpPr>
          <p:spPr>
            <a:xfrm>
              <a:off x="4721576" y="2590740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" name="Google Shape;12190;p79"/>
            <p:cNvGrpSpPr/>
            <p:nvPr/>
          </p:nvGrpSpPr>
          <p:grpSpPr>
            <a:xfrm>
              <a:off x="5330826" y="2992774"/>
              <a:ext cx="419775" cy="495945"/>
              <a:chOff x="7167500" y="4279432"/>
              <a:chExt cx="169068" cy="226644"/>
            </a:xfrm>
            <a:solidFill>
              <a:schemeClr val="tx2"/>
            </a:solidFill>
            <a:effectLst>
              <a:glow>
                <a:schemeClr val="bg1"/>
              </a:glow>
            </a:effectLst>
          </p:grpSpPr>
          <p:sp>
            <p:nvSpPr>
              <p:cNvPr id="251" name="Google Shape;12191;p79"/>
              <p:cNvSpPr/>
              <p:nvPr/>
            </p:nvSpPr>
            <p:spPr>
              <a:xfrm>
                <a:off x="7167500" y="4279432"/>
                <a:ext cx="16906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5312" h="7121" extrusionOk="0">
                    <a:moveTo>
                      <a:pt x="4085" y="310"/>
                    </a:moveTo>
                    <a:lnTo>
                      <a:pt x="4085" y="1715"/>
                    </a:lnTo>
                    <a:cubicBezTo>
                      <a:pt x="4085" y="1834"/>
                      <a:pt x="4049" y="1930"/>
                      <a:pt x="4001" y="2037"/>
                    </a:cubicBezTo>
                    <a:lnTo>
                      <a:pt x="3918" y="2204"/>
                    </a:lnTo>
                    <a:cubicBezTo>
                      <a:pt x="3906" y="2239"/>
                      <a:pt x="3906" y="2251"/>
                      <a:pt x="3906" y="2275"/>
                    </a:cubicBezTo>
                    <a:lnTo>
                      <a:pt x="3906" y="2632"/>
                    </a:lnTo>
                    <a:cubicBezTo>
                      <a:pt x="3906" y="2989"/>
                      <a:pt x="3763" y="3311"/>
                      <a:pt x="3501" y="3561"/>
                    </a:cubicBezTo>
                    <a:cubicBezTo>
                      <a:pt x="3283" y="3801"/>
                      <a:pt x="2975" y="3921"/>
                      <a:pt x="2650" y="3921"/>
                    </a:cubicBezTo>
                    <a:cubicBezTo>
                      <a:pt x="2620" y="3921"/>
                      <a:pt x="2591" y="3920"/>
                      <a:pt x="2561" y="3918"/>
                    </a:cubicBezTo>
                    <a:cubicBezTo>
                      <a:pt x="1906" y="3870"/>
                      <a:pt x="1382" y="3311"/>
                      <a:pt x="1382" y="2608"/>
                    </a:cubicBezTo>
                    <a:lnTo>
                      <a:pt x="1382" y="2299"/>
                    </a:lnTo>
                    <a:cubicBezTo>
                      <a:pt x="1382" y="2263"/>
                      <a:pt x="1382" y="2251"/>
                      <a:pt x="1370" y="2215"/>
                    </a:cubicBezTo>
                    <a:lnTo>
                      <a:pt x="1287" y="2061"/>
                    </a:lnTo>
                    <a:cubicBezTo>
                      <a:pt x="1239" y="1953"/>
                      <a:pt x="1204" y="1846"/>
                      <a:pt x="1204" y="1727"/>
                    </a:cubicBezTo>
                    <a:lnTo>
                      <a:pt x="1204" y="1227"/>
                    </a:lnTo>
                    <a:cubicBezTo>
                      <a:pt x="1204" y="727"/>
                      <a:pt x="1608" y="310"/>
                      <a:pt x="2120" y="310"/>
                    </a:cubicBezTo>
                    <a:close/>
                    <a:moveTo>
                      <a:pt x="3204" y="4168"/>
                    </a:moveTo>
                    <a:lnTo>
                      <a:pt x="3204" y="4359"/>
                    </a:lnTo>
                    <a:cubicBezTo>
                      <a:pt x="3204" y="4418"/>
                      <a:pt x="3216" y="4466"/>
                      <a:pt x="3228" y="4525"/>
                    </a:cubicBezTo>
                    <a:lnTo>
                      <a:pt x="2656" y="4942"/>
                    </a:lnTo>
                    <a:lnTo>
                      <a:pt x="2073" y="4525"/>
                    </a:lnTo>
                    <a:cubicBezTo>
                      <a:pt x="2085" y="4478"/>
                      <a:pt x="2096" y="4418"/>
                      <a:pt x="2096" y="4359"/>
                    </a:cubicBezTo>
                    <a:lnTo>
                      <a:pt x="2096" y="4168"/>
                    </a:lnTo>
                    <a:cubicBezTo>
                      <a:pt x="2239" y="4216"/>
                      <a:pt x="2382" y="4263"/>
                      <a:pt x="2549" y="4263"/>
                    </a:cubicBezTo>
                    <a:lnTo>
                      <a:pt x="2656" y="4263"/>
                    </a:lnTo>
                    <a:cubicBezTo>
                      <a:pt x="2847" y="4263"/>
                      <a:pt x="3025" y="4228"/>
                      <a:pt x="3204" y="4168"/>
                    </a:cubicBezTo>
                    <a:close/>
                    <a:moveTo>
                      <a:pt x="2132" y="1"/>
                    </a:moveTo>
                    <a:cubicBezTo>
                      <a:pt x="1442" y="1"/>
                      <a:pt x="894" y="549"/>
                      <a:pt x="894" y="1239"/>
                    </a:cubicBezTo>
                    <a:lnTo>
                      <a:pt x="894" y="1739"/>
                    </a:lnTo>
                    <a:cubicBezTo>
                      <a:pt x="894" y="1906"/>
                      <a:pt x="942" y="2073"/>
                      <a:pt x="1001" y="2215"/>
                    </a:cubicBezTo>
                    <a:lnTo>
                      <a:pt x="1061" y="2346"/>
                    </a:lnTo>
                    <a:lnTo>
                      <a:pt x="1061" y="2620"/>
                    </a:lnTo>
                    <a:cubicBezTo>
                      <a:pt x="1061" y="3180"/>
                      <a:pt x="1346" y="3692"/>
                      <a:pt x="1775" y="3989"/>
                    </a:cubicBezTo>
                    <a:lnTo>
                      <a:pt x="1775" y="4359"/>
                    </a:lnTo>
                    <a:cubicBezTo>
                      <a:pt x="1775" y="4454"/>
                      <a:pt x="1715" y="4525"/>
                      <a:pt x="1644" y="4537"/>
                    </a:cubicBezTo>
                    <a:lnTo>
                      <a:pt x="632" y="4859"/>
                    </a:lnTo>
                    <a:cubicBezTo>
                      <a:pt x="251" y="4966"/>
                      <a:pt x="1" y="5299"/>
                      <a:pt x="1" y="5704"/>
                    </a:cubicBezTo>
                    <a:lnTo>
                      <a:pt x="1" y="6954"/>
                    </a:lnTo>
                    <a:cubicBezTo>
                      <a:pt x="1" y="7037"/>
                      <a:pt x="72" y="7121"/>
                      <a:pt x="168" y="7121"/>
                    </a:cubicBezTo>
                    <a:cubicBezTo>
                      <a:pt x="251" y="7121"/>
                      <a:pt x="334" y="7037"/>
                      <a:pt x="334" y="6954"/>
                    </a:cubicBezTo>
                    <a:lnTo>
                      <a:pt x="334" y="5704"/>
                    </a:lnTo>
                    <a:cubicBezTo>
                      <a:pt x="334" y="5466"/>
                      <a:pt x="477" y="5252"/>
                      <a:pt x="715" y="5180"/>
                    </a:cubicBezTo>
                    <a:lnTo>
                      <a:pt x="1727" y="4871"/>
                    </a:lnTo>
                    <a:cubicBezTo>
                      <a:pt x="1787" y="4859"/>
                      <a:pt x="1835" y="4823"/>
                      <a:pt x="1882" y="4799"/>
                    </a:cubicBezTo>
                    <a:lnTo>
                      <a:pt x="2442" y="5204"/>
                    </a:lnTo>
                    <a:cubicBezTo>
                      <a:pt x="2501" y="5252"/>
                      <a:pt x="2573" y="5287"/>
                      <a:pt x="2656" y="5287"/>
                    </a:cubicBezTo>
                    <a:cubicBezTo>
                      <a:pt x="2728" y="5287"/>
                      <a:pt x="2799" y="5252"/>
                      <a:pt x="2858" y="5204"/>
                    </a:cubicBezTo>
                    <a:lnTo>
                      <a:pt x="3430" y="4799"/>
                    </a:lnTo>
                    <a:cubicBezTo>
                      <a:pt x="3466" y="4823"/>
                      <a:pt x="3513" y="4859"/>
                      <a:pt x="3573" y="4871"/>
                    </a:cubicBezTo>
                    <a:lnTo>
                      <a:pt x="4585" y="5180"/>
                    </a:lnTo>
                    <a:cubicBezTo>
                      <a:pt x="4823" y="5252"/>
                      <a:pt x="4978" y="5466"/>
                      <a:pt x="4978" y="5704"/>
                    </a:cubicBezTo>
                    <a:lnTo>
                      <a:pt x="4978" y="6954"/>
                    </a:lnTo>
                    <a:cubicBezTo>
                      <a:pt x="4978" y="7037"/>
                      <a:pt x="5049" y="7121"/>
                      <a:pt x="5133" y="7121"/>
                    </a:cubicBezTo>
                    <a:cubicBezTo>
                      <a:pt x="5228" y="7121"/>
                      <a:pt x="5299" y="7037"/>
                      <a:pt x="5299" y="6954"/>
                    </a:cubicBezTo>
                    <a:lnTo>
                      <a:pt x="5299" y="5704"/>
                    </a:lnTo>
                    <a:cubicBezTo>
                      <a:pt x="5311" y="5299"/>
                      <a:pt x="5061" y="4954"/>
                      <a:pt x="4692" y="4835"/>
                    </a:cubicBezTo>
                    <a:lnTo>
                      <a:pt x="3680" y="4525"/>
                    </a:lnTo>
                    <a:cubicBezTo>
                      <a:pt x="3609" y="4501"/>
                      <a:pt x="3549" y="4418"/>
                      <a:pt x="3549" y="4347"/>
                    </a:cubicBezTo>
                    <a:lnTo>
                      <a:pt x="3549" y="3978"/>
                    </a:lnTo>
                    <a:cubicBezTo>
                      <a:pt x="3620" y="3930"/>
                      <a:pt x="3692" y="3870"/>
                      <a:pt x="3751" y="3811"/>
                    </a:cubicBezTo>
                    <a:cubicBezTo>
                      <a:pt x="4061" y="3513"/>
                      <a:pt x="4263" y="3085"/>
                      <a:pt x="4263" y="2656"/>
                    </a:cubicBezTo>
                    <a:lnTo>
                      <a:pt x="4263" y="2334"/>
                    </a:lnTo>
                    <a:lnTo>
                      <a:pt x="4323" y="2204"/>
                    </a:lnTo>
                    <a:cubicBezTo>
                      <a:pt x="4394" y="2061"/>
                      <a:pt x="4418" y="1894"/>
                      <a:pt x="4418" y="1727"/>
                    </a:cubicBezTo>
                    <a:lnTo>
                      <a:pt x="4418" y="168"/>
                    </a:lnTo>
                    <a:cubicBezTo>
                      <a:pt x="4418" y="72"/>
                      <a:pt x="4347" y="1"/>
                      <a:pt x="4263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2192;p79"/>
              <p:cNvSpPr/>
              <p:nvPr/>
            </p:nvSpPr>
            <p:spPr>
              <a:xfrm>
                <a:off x="7246719" y="4455279"/>
                <a:ext cx="10248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572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1417"/>
                    </a:lnTo>
                    <a:cubicBezTo>
                      <a:pt x="0" y="1501"/>
                      <a:pt x="72" y="1572"/>
                      <a:pt x="167" y="1572"/>
                    </a:cubicBezTo>
                    <a:cubicBezTo>
                      <a:pt x="250" y="1572"/>
                      <a:pt x="322" y="1501"/>
                      <a:pt x="322" y="1417"/>
                    </a:cubicBezTo>
                    <a:lnTo>
                      <a:pt x="322" y="167"/>
                    </a:ln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2193;p79"/>
              <p:cNvSpPr/>
              <p:nvPr/>
            </p:nvSpPr>
            <p:spPr>
              <a:xfrm>
                <a:off x="7195572" y="4466642"/>
                <a:ext cx="11012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1215" extrusionOk="0">
                    <a:moveTo>
                      <a:pt x="167" y="1"/>
                    </a:moveTo>
                    <a:cubicBezTo>
                      <a:pt x="71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1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45" y="72"/>
                      <a:pt x="262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2194;p79"/>
              <p:cNvSpPr/>
              <p:nvPr/>
            </p:nvSpPr>
            <p:spPr>
              <a:xfrm>
                <a:off x="7297866" y="4466642"/>
                <a:ext cx="10280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215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lnTo>
                      <a:pt x="1" y="1060"/>
                    </a:lnTo>
                    <a:cubicBezTo>
                      <a:pt x="1" y="1144"/>
                      <a:pt x="72" y="1215"/>
                      <a:pt x="167" y="1215"/>
                    </a:cubicBezTo>
                    <a:cubicBezTo>
                      <a:pt x="251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2199;p79"/>
              <p:cNvSpPr/>
              <p:nvPr/>
            </p:nvSpPr>
            <p:spPr>
              <a:xfrm>
                <a:off x="7217915" y="4321126"/>
                <a:ext cx="68238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811" extrusionOk="0">
                    <a:moveTo>
                      <a:pt x="933" y="1"/>
                    </a:moveTo>
                    <a:cubicBezTo>
                      <a:pt x="491" y="1"/>
                      <a:pt x="139" y="113"/>
                      <a:pt x="120" y="120"/>
                    </a:cubicBezTo>
                    <a:cubicBezTo>
                      <a:pt x="36" y="155"/>
                      <a:pt x="1" y="215"/>
                      <a:pt x="1" y="286"/>
                    </a:cubicBezTo>
                    <a:lnTo>
                      <a:pt x="1" y="643"/>
                    </a:lnTo>
                    <a:cubicBezTo>
                      <a:pt x="1" y="727"/>
                      <a:pt x="72" y="810"/>
                      <a:pt x="155" y="810"/>
                    </a:cubicBezTo>
                    <a:cubicBezTo>
                      <a:pt x="251" y="810"/>
                      <a:pt x="322" y="727"/>
                      <a:pt x="322" y="643"/>
                    </a:cubicBezTo>
                    <a:lnTo>
                      <a:pt x="322" y="417"/>
                    </a:lnTo>
                    <a:cubicBezTo>
                      <a:pt x="455" y="384"/>
                      <a:pt x="683" y="341"/>
                      <a:pt x="940" y="341"/>
                    </a:cubicBezTo>
                    <a:cubicBezTo>
                      <a:pt x="1236" y="341"/>
                      <a:pt x="1572" y="398"/>
                      <a:pt x="1846" y="596"/>
                    </a:cubicBezTo>
                    <a:cubicBezTo>
                      <a:pt x="1877" y="622"/>
                      <a:pt x="1914" y="634"/>
                      <a:pt x="1951" y="634"/>
                    </a:cubicBezTo>
                    <a:cubicBezTo>
                      <a:pt x="1999" y="634"/>
                      <a:pt x="2045" y="613"/>
                      <a:pt x="2072" y="572"/>
                    </a:cubicBezTo>
                    <a:cubicBezTo>
                      <a:pt x="2144" y="489"/>
                      <a:pt x="2120" y="393"/>
                      <a:pt x="2048" y="334"/>
                    </a:cubicBezTo>
                    <a:cubicBezTo>
                      <a:pt x="1703" y="74"/>
                      <a:pt x="1289" y="1"/>
                      <a:pt x="9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07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img.freepik.com/premium-vector/long-queue-people-customers-line-standing-waiting-crowd-queuing-many-men-women-buyers-entrance-back-view-high-demand-concept-flat-vector-illustration-isolated-white-background_198278-19815.jpg?w=2000"/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4" t="6123" r="15525" b="8305"/>
          <a:stretch/>
        </p:blipFill>
        <p:spPr bwMode="auto">
          <a:xfrm>
            <a:off x="4519193" y="688806"/>
            <a:ext cx="4462943" cy="5427677"/>
          </a:xfrm>
          <a:prstGeom prst="snip1Rect">
            <a:avLst>
              <a:gd name="adj" fmla="val 16667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6" name="Google Shape;1766;p45"/>
          <p:cNvSpPr txBox="1">
            <a:spLocks noGrp="1"/>
          </p:cNvSpPr>
          <p:nvPr>
            <p:ph type="title"/>
          </p:nvPr>
        </p:nvSpPr>
        <p:spPr>
          <a:xfrm>
            <a:off x="342852" y="89220"/>
            <a:ext cx="3012744" cy="6242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Тема проекта</a:t>
            </a:r>
            <a:endParaRPr dirty="0"/>
          </a:p>
        </p:txBody>
      </p:sp>
      <p:sp>
        <p:nvSpPr>
          <p:cNvPr id="1767" name="Google Shape;1767;p45"/>
          <p:cNvSpPr txBox="1">
            <a:spLocks noGrp="1"/>
          </p:cNvSpPr>
          <p:nvPr>
            <p:ph type="subTitle" idx="1"/>
          </p:nvPr>
        </p:nvSpPr>
        <p:spPr>
          <a:xfrm>
            <a:off x="184473" y="1527900"/>
            <a:ext cx="4145492" cy="1653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b="1" dirty="0"/>
              <a:t> </a:t>
            </a:r>
            <a:r>
              <a:rPr lang="ru-RU" b="1" dirty="0" smtClean="0"/>
              <a:t>      Проблема</a:t>
            </a:r>
            <a:r>
              <a:rPr lang="ru-RU" b="1" dirty="0"/>
              <a:t>: </a:t>
            </a:r>
          </a:p>
          <a:p>
            <a:pPr marL="0" lvl="0" indent="0">
              <a:buNone/>
            </a:pPr>
            <a:r>
              <a:rPr lang="ru-RU" dirty="0"/>
              <a:t>В сервисных </a:t>
            </a:r>
            <a:r>
              <a:rPr lang="ru-RU" dirty="0" smtClean="0"/>
              <a:t>точках </a:t>
            </a:r>
            <a:r>
              <a:rPr lang="ru-RU" dirty="0"/>
              <a:t>клиенты тратят время на ожидание в живой очереди, </a:t>
            </a:r>
            <a:r>
              <a:rPr lang="ru-RU" dirty="0" smtClean="0"/>
              <a:t>а </a:t>
            </a:r>
            <a:r>
              <a:rPr lang="ru-RU" dirty="0"/>
              <a:t>операторы </a:t>
            </a:r>
            <a:r>
              <a:rPr lang="ru-RU" dirty="0" err="1"/>
              <a:t>операторы</a:t>
            </a:r>
            <a:r>
              <a:rPr lang="ru-RU" dirty="0"/>
              <a:t> не имеют инструментов для прогнозирования и управления потоком.</a:t>
            </a:r>
          </a:p>
        </p:txBody>
      </p:sp>
      <p:grpSp>
        <p:nvGrpSpPr>
          <p:cNvPr id="1768" name="Google Shape;1768;p45"/>
          <p:cNvGrpSpPr/>
          <p:nvPr/>
        </p:nvGrpSpPr>
        <p:grpSpPr>
          <a:xfrm>
            <a:off x="-74792" y="2354893"/>
            <a:ext cx="480890" cy="641599"/>
            <a:chOff x="959750" y="3039275"/>
            <a:chExt cx="582050" cy="582425"/>
          </a:xfrm>
        </p:grpSpPr>
        <p:sp>
          <p:nvSpPr>
            <p:cNvPr id="1769" name="Google Shape;1769;p45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5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5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5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5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5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767;p45"/>
          <p:cNvSpPr txBox="1">
            <a:spLocks/>
          </p:cNvSpPr>
          <p:nvPr/>
        </p:nvSpPr>
        <p:spPr>
          <a:xfrm>
            <a:off x="379578" y="653266"/>
            <a:ext cx="2943627" cy="1009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виртуальной очередью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oogle Shape;1835;p46"/>
          <p:cNvCxnSpPr/>
          <p:nvPr/>
        </p:nvCxnSpPr>
        <p:spPr>
          <a:xfrm>
            <a:off x="293177" y="695601"/>
            <a:ext cx="311209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1767;p45"/>
          <p:cNvSpPr txBox="1">
            <a:spLocks/>
          </p:cNvSpPr>
          <p:nvPr/>
        </p:nvSpPr>
        <p:spPr>
          <a:xfrm>
            <a:off x="184473" y="3096225"/>
            <a:ext cx="4239297" cy="189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       Решение: </a:t>
            </a:r>
          </a:p>
          <a:p>
            <a:pPr marL="0" indent="0">
              <a:buFont typeface="Open Sans"/>
              <a:buNone/>
            </a:pPr>
            <a:r>
              <a:rPr lang="ru-RU" dirty="0" smtClean="0"/>
              <a:t>Веб-приложение, позволяющее записаться в очередь удалённо, отслеживать свой номер в реальном времени и получать уведомления о приближении очереди.</a:t>
            </a:r>
            <a:endParaRPr lang="ru-RU" dirty="0"/>
          </a:p>
        </p:txBody>
      </p:sp>
      <p:sp>
        <p:nvSpPr>
          <p:cNvPr id="27" name="Google Shape;1767;p45"/>
          <p:cNvSpPr txBox="1">
            <a:spLocks/>
          </p:cNvSpPr>
          <p:nvPr/>
        </p:nvSpPr>
        <p:spPr>
          <a:xfrm>
            <a:off x="165498" y="4564377"/>
            <a:ext cx="4278334" cy="189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       Цель: </a:t>
            </a:r>
          </a:p>
          <a:p>
            <a:pPr marL="0" indent="0">
              <a:buNone/>
            </a:pPr>
            <a:r>
              <a:rPr lang="ru-RU" dirty="0"/>
              <a:t>Спроектировать и реализовать </a:t>
            </a:r>
            <a:r>
              <a:rPr lang="ru-RU" dirty="0" smtClean="0"/>
              <a:t>систему </a:t>
            </a:r>
            <a:r>
              <a:rPr lang="ru-RU" dirty="0"/>
              <a:t>для управления виртуальной очередью, обеспечивающее удобную запись, отслеживание статуса и оптимизацию потока клиентов</a:t>
            </a:r>
          </a:p>
        </p:txBody>
      </p:sp>
      <p:sp>
        <p:nvSpPr>
          <p:cNvPr id="28" name="Google Shape;14251;p83"/>
          <p:cNvSpPr/>
          <p:nvPr/>
        </p:nvSpPr>
        <p:spPr>
          <a:xfrm>
            <a:off x="285193" y="4631008"/>
            <a:ext cx="245429" cy="249860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3747;p81"/>
          <p:cNvGrpSpPr>
            <a:grpSpLocks noChangeAspect="1"/>
          </p:cNvGrpSpPr>
          <p:nvPr/>
        </p:nvGrpSpPr>
        <p:grpSpPr>
          <a:xfrm>
            <a:off x="279896" y="3162856"/>
            <a:ext cx="216342" cy="263170"/>
            <a:chOff x="1768821" y="3361108"/>
            <a:chExt cx="278739" cy="339073"/>
          </a:xfrm>
          <a:solidFill>
            <a:schemeClr val="tx2"/>
          </a:solidFill>
        </p:grpSpPr>
        <p:sp>
          <p:nvSpPr>
            <p:cNvPr id="19" name="Google Shape;13748;p81"/>
            <p:cNvSpPr/>
            <p:nvPr/>
          </p:nvSpPr>
          <p:spPr>
            <a:xfrm>
              <a:off x="1784374" y="3549744"/>
              <a:ext cx="32218" cy="21564"/>
            </a:xfrm>
            <a:custGeom>
              <a:avLst/>
              <a:gdLst/>
              <a:ahLst/>
              <a:cxnLst/>
              <a:rect l="l" t="t" r="r" b="b"/>
              <a:pathLst>
                <a:path w="1013" h="678" extrusionOk="0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49;p81"/>
            <p:cNvSpPr/>
            <p:nvPr/>
          </p:nvSpPr>
          <p:spPr>
            <a:xfrm>
              <a:off x="1998326" y="3551652"/>
              <a:ext cx="32218" cy="21532"/>
            </a:xfrm>
            <a:custGeom>
              <a:avLst/>
              <a:gdLst/>
              <a:ahLst/>
              <a:cxnLst/>
              <a:rect l="l" t="t" r="r" b="b"/>
              <a:pathLst>
                <a:path w="1013" h="677" extrusionOk="0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750;p81"/>
            <p:cNvSpPr/>
            <p:nvPr/>
          </p:nvSpPr>
          <p:spPr>
            <a:xfrm>
              <a:off x="1826007" y="3466383"/>
              <a:ext cx="142041" cy="233799"/>
            </a:xfrm>
            <a:custGeom>
              <a:avLst/>
              <a:gdLst/>
              <a:ahLst/>
              <a:cxnLst/>
              <a:rect l="l" t="t" r="r" b="b"/>
              <a:pathLst>
                <a:path w="4466" h="7351" extrusionOk="0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751;p81"/>
            <p:cNvSpPr/>
            <p:nvPr/>
          </p:nvSpPr>
          <p:spPr>
            <a:xfrm>
              <a:off x="1820345" y="3409706"/>
              <a:ext cx="177631" cy="144236"/>
            </a:xfrm>
            <a:custGeom>
              <a:avLst/>
              <a:gdLst/>
              <a:ahLst/>
              <a:cxnLst/>
              <a:rect l="l" t="t" r="r" b="b"/>
              <a:pathLst>
                <a:path w="5585" h="4535" extrusionOk="0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752;p81"/>
            <p:cNvSpPr/>
            <p:nvPr/>
          </p:nvSpPr>
          <p:spPr>
            <a:xfrm>
              <a:off x="1904406" y="3361108"/>
              <a:ext cx="10241" cy="32982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53;p81"/>
            <p:cNvSpPr/>
            <p:nvPr/>
          </p:nvSpPr>
          <p:spPr>
            <a:xfrm>
              <a:off x="1836248" y="3378219"/>
              <a:ext cx="23504" cy="29865"/>
            </a:xfrm>
            <a:custGeom>
              <a:avLst/>
              <a:gdLst/>
              <a:ahLst/>
              <a:cxnLst/>
              <a:rect l="l" t="t" r="r" b="b"/>
              <a:pathLst>
                <a:path w="739" h="939" extrusionOk="0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54;p81"/>
            <p:cNvSpPr/>
            <p:nvPr/>
          </p:nvSpPr>
          <p:spPr>
            <a:xfrm>
              <a:off x="1787014" y="3427072"/>
              <a:ext cx="31073" cy="21691"/>
            </a:xfrm>
            <a:custGeom>
              <a:avLst/>
              <a:gdLst/>
              <a:ahLst/>
              <a:cxnLst/>
              <a:rect l="l" t="t" r="r" b="b"/>
              <a:pathLst>
                <a:path w="977" h="682" extrusionOk="0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55;p81"/>
            <p:cNvSpPr/>
            <p:nvPr/>
          </p:nvSpPr>
          <p:spPr>
            <a:xfrm>
              <a:off x="1768821" y="3494021"/>
              <a:ext cx="33363" cy="10623"/>
            </a:xfrm>
            <a:custGeom>
              <a:avLst/>
              <a:gdLst/>
              <a:ahLst/>
              <a:cxnLst/>
              <a:rect l="l" t="t" r="r" b="b"/>
              <a:pathLst>
                <a:path w="1049" h="334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56;p81"/>
            <p:cNvSpPr/>
            <p:nvPr/>
          </p:nvSpPr>
          <p:spPr>
            <a:xfrm>
              <a:off x="2014610" y="3495930"/>
              <a:ext cx="32950" cy="10623"/>
            </a:xfrm>
            <a:custGeom>
              <a:avLst/>
              <a:gdLst/>
              <a:ahLst/>
              <a:cxnLst/>
              <a:rect l="l" t="t" r="r" b="b"/>
              <a:pathLst>
                <a:path w="1036" h="334" extrusionOk="0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757;p81"/>
            <p:cNvSpPr/>
            <p:nvPr/>
          </p:nvSpPr>
          <p:spPr>
            <a:xfrm>
              <a:off x="1999439" y="3428948"/>
              <a:ext cx="31105" cy="21882"/>
            </a:xfrm>
            <a:custGeom>
              <a:avLst/>
              <a:gdLst/>
              <a:ahLst/>
              <a:cxnLst/>
              <a:rect l="l" t="t" r="r" b="b"/>
              <a:pathLst>
                <a:path w="978" h="688" extrusionOk="0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758;p81"/>
            <p:cNvSpPr/>
            <p:nvPr/>
          </p:nvSpPr>
          <p:spPr>
            <a:xfrm>
              <a:off x="1958156" y="3379269"/>
              <a:ext cx="23917" cy="29579"/>
            </a:xfrm>
            <a:custGeom>
              <a:avLst/>
              <a:gdLst/>
              <a:ahLst/>
              <a:cxnLst/>
              <a:rect l="l" t="t" r="r" b="b"/>
              <a:pathLst>
                <a:path w="752" h="930" extrusionOk="0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1032;p77"/>
          <p:cNvGrpSpPr>
            <a:grpSpLocks noChangeAspect="1"/>
          </p:cNvGrpSpPr>
          <p:nvPr/>
        </p:nvGrpSpPr>
        <p:grpSpPr>
          <a:xfrm>
            <a:off x="287212" y="1635154"/>
            <a:ext cx="237772" cy="211161"/>
            <a:chOff x="3584280" y="3699191"/>
            <a:chExt cx="358069" cy="317995"/>
          </a:xfrm>
          <a:solidFill>
            <a:schemeClr val="tx2"/>
          </a:solidFill>
        </p:grpSpPr>
        <p:sp>
          <p:nvSpPr>
            <p:cNvPr id="36" name="Google Shape;11033;p77"/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34;p77"/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35;p77"/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36;p77"/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2993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35"/>
          <p:cNvSpPr txBox="1">
            <a:spLocks noGrp="1"/>
          </p:cNvSpPr>
          <p:nvPr>
            <p:ph type="title"/>
          </p:nvPr>
        </p:nvSpPr>
        <p:spPr>
          <a:xfrm>
            <a:off x="546175" y="15321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Роли пользователей системы</a:t>
            </a:r>
            <a:endParaRPr dirty="0"/>
          </a:p>
        </p:txBody>
      </p:sp>
      <p:sp>
        <p:nvSpPr>
          <p:cNvPr id="1448" name="Google Shape;1448;p35"/>
          <p:cNvSpPr txBox="1">
            <a:spLocks noGrp="1"/>
          </p:cNvSpPr>
          <p:nvPr>
            <p:ph type="body" idx="1"/>
          </p:nvPr>
        </p:nvSpPr>
        <p:spPr>
          <a:xfrm>
            <a:off x="546175" y="725915"/>
            <a:ext cx="80652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800" dirty="0"/>
              <a:t>Заинтересованные стороны. </a:t>
            </a:r>
            <a:r>
              <a:rPr lang="ru-RU" sz="1800" dirty="0" smtClean="0"/>
              <a:t>Кто </a:t>
            </a:r>
            <a:r>
              <a:rPr lang="ru-RU" sz="1800" dirty="0"/>
              <a:t>и как будет работать с </a:t>
            </a:r>
            <a:r>
              <a:rPr lang="ru-RU" sz="1800" dirty="0" smtClean="0"/>
              <a:t>приложением.</a:t>
            </a:r>
            <a:endParaRPr sz="1800" dirty="0"/>
          </a:p>
        </p:txBody>
      </p:sp>
      <p:graphicFrame>
        <p:nvGraphicFramePr>
          <p:cNvPr id="1449" name="Google Shape;1449;p35"/>
          <p:cNvGraphicFramePr/>
          <p:nvPr>
            <p:extLst>
              <p:ext uri="{D42A27DB-BD31-4B8C-83A1-F6EECF244321}">
                <p14:modId xmlns:p14="http://schemas.microsoft.com/office/powerpoint/2010/main" val="211665651"/>
              </p:ext>
            </p:extLst>
          </p:nvPr>
        </p:nvGraphicFramePr>
        <p:xfrm>
          <a:off x="546175" y="1390055"/>
          <a:ext cx="8101436" cy="4849050"/>
        </p:xfrm>
        <a:graphic>
          <a:graphicData uri="http://schemas.openxmlformats.org/drawingml/2006/table">
            <a:tbl>
              <a:tblPr>
                <a:noFill/>
                <a:tableStyleId>{B9B832DE-76B6-4B34-B3CA-37E8069A2435}</a:tableStyleId>
              </a:tblPr>
              <a:tblGrid>
                <a:gridCol w="192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1248">
                  <a:extLst>
                    <a:ext uri="{9D8B030D-6E8A-4147-A177-3AD203B41FA5}">
                      <a16:colId xmlns:a16="http://schemas.microsoft.com/office/drawing/2014/main" val="1841156560"/>
                    </a:ext>
                  </a:extLst>
                </a:gridCol>
              </a:tblGrid>
              <a:tr h="63660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err="1" smtClean="0">
                          <a:solidFill>
                            <a:schemeClr val="hlink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Актор</a:t>
                      </a:r>
                      <a:r>
                        <a:rPr lang="ru-RU" sz="1100" b="1" u="sng" dirty="0" smtClean="0">
                          <a:solidFill>
                            <a:schemeClr val="hlink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 / Роль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b="1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Описание</a:t>
                      </a:r>
                      <a:endParaRPr sz="1100" b="1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03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Клиент очереди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Основной потребитель услуги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Исполнитель услуги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Работает только с вызванным клиентом. Видит всю очередь и информацию о текущем клиенте, подтверждает завершение обслуживания. Для получения следующего клиента должен подтвердить готовность к обслуживанию. В одной очереди их может быть несколько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83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Оператор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Управляет текущим состоянием существующей очереди, не обязательно обслуживает. Может вызывать к исполнителям, перемещать и удалять любого клиента в очереди. В одной очереди их может быть несколько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98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Администратор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Управляет конфигурацией очереди. Инициализирует новую очередь, настраивает её поведение, закрывает сессию очереди. Назначает Операторов и Исполнителей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98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Неавторизованный клиент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Клиент, который изъявил желание встать в очередь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18775"/>
                  </a:ext>
                </a:extLst>
              </a:tr>
              <a:tr h="64403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Наблюдатель очереди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Только чтение, не может менять данные и не имеет места в очереди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457107"/>
                  </a:ext>
                </a:extLst>
              </a:tr>
            </a:tbl>
          </a:graphicData>
        </a:graphic>
      </p:graphicFrame>
      <p:grpSp>
        <p:nvGrpSpPr>
          <p:cNvPr id="8" name="Google Shape;1422;p34"/>
          <p:cNvGrpSpPr/>
          <p:nvPr/>
        </p:nvGrpSpPr>
        <p:grpSpPr>
          <a:xfrm>
            <a:off x="546175" y="683285"/>
            <a:ext cx="3936683" cy="134070"/>
            <a:chOff x="1096850" y="3242811"/>
            <a:chExt cx="3936683" cy="134070"/>
          </a:xfrm>
        </p:grpSpPr>
        <p:cxnSp>
          <p:nvCxnSpPr>
            <p:cNvPr id="9" name="Google Shape;1423;p3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" name="Google Shape;1424;p3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1" name="Google Shape;1425;p3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26;p3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726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142330" y="1439320"/>
            <a:ext cx="7172869" cy="4887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+mn-lt"/>
              </a:rPr>
              <a:t>Требования </a:t>
            </a:r>
            <a:r>
              <a:rPr lang="ru-RU" sz="2000" dirty="0">
                <a:latin typeface="+mn-lt"/>
              </a:rPr>
              <a:t>к работе с </a:t>
            </a:r>
            <a:r>
              <a:rPr lang="ru-RU" sz="2000" dirty="0" smtClean="0">
                <a:latin typeface="+mn-lt"/>
              </a:rPr>
              <a:t>клиентами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работе с приоритетными </a:t>
            </a:r>
            <a:r>
              <a:rPr lang="ru-RU" sz="2000" dirty="0" smtClean="0">
                <a:latin typeface="+mn-lt"/>
              </a:rPr>
              <a:t>клиентами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клиентскому </a:t>
            </a:r>
            <a:r>
              <a:rPr lang="ru-RU" sz="2000" dirty="0" smtClean="0">
                <a:latin typeface="+mn-lt"/>
              </a:rPr>
              <a:t>интерфейсу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исполнителю </a:t>
            </a:r>
            <a:r>
              <a:rPr lang="ru-RU" sz="2000" dirty="0" smtClean="0">
                <a:latin typeface="+mn-lt"/>
              </a:rPr>
              <a:t>услуги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</a:t>
            </a:r>
            <a:r>
              <a:rPr lang="ru-RU" sz="2000" dirty="0" smtClean="0">
                <a:latin typeface="+mn-lt"/>
              </a:rPr>
              <a:t>оператору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администрированию </a:t>
            </a:r>
            <a:r>
              <a:rPr lang="ru-RU" sz="2000" dirty="0" smtClean="0">
                <a:latin typeface="+mn-lt"/>
              </a:rPr>
              <a:t>системы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наблюдателю </a:t>
            </a:r>
            <a:r>
              <a:rPr lang="ru-RU" sz="2000" dirty="0" smtClean="0">
                <a:latin typeface="+mn-lt"/>
              </a:rPr>
              <a:t>очереди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данным и истории </a:t>
            </a:r>
            <a:r>
              <a:rPr lang="ru-RU" sz="2000" dirty="0" smtClean="0">
                <a:latin typeface="+mn-lt"/>
              </a:rPr>
              <a:t>журнала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</a:t>
            </a:r>
            <a:r>
              <a:rPr lang="ru-RU" sz="2000" dirty="0" smtClean="0">
                <a:latin typeface="+mn-lt"/>
              </a:rPr>
              <a:t>уведомлениям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обработке </a:t>
            </a:r>
            <a:r>
              <a:rPr lang="ru-RU" sz="2000" dirty="0" smtClean="0">
                <a:latin typeface="+mn-lt"/>
              </a:rPr>
              <a:t>ошибок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доступу к </a:t>
            </a:r>
            <a:r>
              <a:rPr lang="ru-RU" sz="2000" dirty="0" smtClean="0">
                <a:latin typeface="+mn-lt"/>
              </a:rPr>
              <a:t>системе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режимам распределения клиентов</a:t>
            </a:r>
            <a:endParaRPr lang="ru-RU" sz="2000" dirty="0" smtClean="0">
              <a:latin typeface="+mn-lt"/>
            </a:endParaRPr>
          </a:p>
          <a:p>
            <a:pPr marL="0" lvl="0" indent="0"/>
            <a:endParaRPr sz="1600" dirty="0">
              <a:latin typeface="+mn-lt"/>
            </a:endParaRPr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41944" y="97896"/>
            <a:ext cx="64279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Ф</a:t>
            </a:r>
            <a:r>
              <a:rPr lang="ru-RU" dirty="0" smtClean="0"/>
              <a:t>ункциональные требования</a:t>
            </a:r>
            <a:endParaRPr dirty="0"/>
          </a:p>
        </p:txBody>
      </p:sp>
      <p:sp>
        <p:nvSpPr>
          <p:cNvPr id="15" name="Google Shape;1475;p37"/>
          <p:cNvSpPr txBox="1">
            <a:spLocks/>
          </p:cNvSpPr>
          <p:nvPr/>
        </p:nvSpPr>
        <p:spPr>
          <a:xfrm>
            <a:off x="341944" y="635809"/>
            <a:ext cx="5563906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dirty="0" smtClean="0">
                <a:latin typeface="+mn-lt"/>
                <a:cs typeface="Arial" panose="020B0604020202020204" pitchFamily="34" charset="0"/>
              </a:rPr>
              <a:t>Выделенные категории требований</a:t>
            </a:r>
            <a:endParaRPr lang="ru-RU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6" name="Google Shape;1512;p37"/>
          <p:cNvGrpSpPr/>
          <p:nvPr/>
        </p:nvGrpSpPr>
        <p:grpSpPr>
          <a:xfrm>
            <a:off x="394004" y="596488"/>
            <a:ext cx="4558967" cy="134100"/>
            <a:chOff x="796100" y="3019701"/>
            <a:chExt cx="4558967" cy="134100"/>
          </a:xfrm>
        </p:grpSpPr>
        <p:sp>
          <p:nvSpPr>
            <p:cNvPr id="17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1287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167497" y="1582607"/>
            <a:ext cx="89765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Время </a:t>
            </a:r>
            <a:r>
              <a:rPr lang="ru-RU" sz="1600" dirty="0">
                <a:latin typeface="+mn-lt"/>
              </a:rPr>
              <a:t>отклика системы при обновлении статуса очереди не должно превышать 3 секунд</a:t>
            </a:r>
            <a:endParaRPr sz="1600" dirty="0">
              <a:latin typeface="+mn-lt"/>
            </a:endParaRPr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41944" y="97896"/>
            <a:ext cx="64279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/>
              <a:t>Нефункциональные требования</a:t>
            </a:r>
            <a:endParaRPr dirty="0"/>
          </a:p>
        </p:txBody>
      </p:sp>
      <p:sp>
        <p:nvSpPr>
          <p:cNvPr id="1757" name="Google Shape;1757;p44"/>
          <p:cNvSpPr txBox="1">
            <a:spLocks noGrp="1"/>
          </p:cNvSpPr>
          <p:nvPr>
            <p:ph type="subTitle" idx="7"/>
          </p:nvPr>
        </p:nvSpPr>
        <p:spPr>
          <a:xfrm>
            <a:off x="167500" y="1329992"/>
            <a:ext cx="2992365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/>
              <a:t>Производительность</a:t>
            </a:r>
            <a:endParaRPr dirty="0"/>
          </a:p>
        </p:txBody>
      </p:sp>
      <p:sp>
        <p:nvSpPr>
          <p:cNvPr id="15" name="Google Shape;1475;p37"/>
          <p:cNvSpPr txBox="1">
            <a:spLocks/>
          </p:cNvSpPr>
          <p:nvPr/>
        </p:nvSpPr>
        <p:spPr>
          <a:xfrm>
            <a:off x="341944" y="635809"/>
            <a:ext cx="5563906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dirty="0" smtClean="0">
                <a:latin typeface="+mn-lt"/>
                <a:cs typeface="Arial" panose="020B0604020202020204" pitchFamily="34" charset="0"/>
              </a:rPr>
              <a:t>Часть требований, имеющих наибольшую важность</a:t>
            </a:r>
            <a:endParaRPr lang="ru-RU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6" name="Google Shape;1512;p37"/>
          <p:cNvGrpSpPr/>
          <p:nvPr/>
        </p:nvGrpSpPr>
        <p:grpSpPr>
          <a:xfrm>
            <a:off x="394004" y="596488"/>
            <a:ext cx="4558967" cy="134100"/>
            <a:chOff x="796100" y="3019701"/>
            <a:chExt cx="4558967" cy="134100"/>
          </a:xfrm>
        </p:grpSpPr>
        <p:sp>
          <p:nvSpPr>
            <p:cNvPr id="17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749;p44"/>
          <p:cNvSpPr txBox="1">
            <a:spLocks/>
          </p:cNvSpPr>
          <p:nvPr/>
        </p:nvSpPr>
        <p:spPr>
          <a:xfrm>
            <a:off x="167497" y="2310025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Все </a:t>
            </a:r>
            <a:r>
              <a:rPr lang="ru-RU" sz="1600" dirty="0">
                <a:latin typeface="+mn-lt"/>
              </a:rPr>
              <a:t>пароли пользователей должны храниться в БД в хешированном виде</a:t>
            </a:r>
          </a:p>
        </p:txBody>
      </p:sp>
      <p:sp>
        <p:nvSpPr>
          <p:cNvPr id="21" name="Google Shape;1757;p44"/>
          <p:cNvSpPr txBox="1">
            <a:spLocks/>
          </p:cNvSpPr>
          <p:nvPr/>
        </p:nvSpPr>
        <p:spPr>
          <a:xfrm>
            <a:off x="167497" y="2058296"/>
            <a:ext cx="29923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Безопасность</a:t>
            </a:r>
          </a:p>
        </p:txBody>
      </p:sp>
      <p:sp>
        <p:nvSpPr>
          <p:cNvPr id="32" name="Google Shape;1749;p44"/>
          <p:cNvSpPr txBox="1">
            <a:spLocks/>
          </p:cNvSpPr>
          <p:nvPr/>
        </p:nvSpPr>
        <p:spPr>
          <a:xfrm>
            <a:off x="167497" y="2661382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Передача </a:t>
            </a:r>
            <a:r>
              <a:rPr lang="ru-RU" sz="1600" dirty="0">
                <a:latin typeface="+mn-lt"/>
              </a:rPr>
              <a:t>данных должна осуществляться по защищенному протоколу HTTPS</a:t>
            </a:r>
          </a:p>
        </p:txBody>
      </p:sp>
      <p:sp>
        <p:nvSpPr>
          <p:cNvPr id="33" name="Google Shape;1749;p44"/>
          <p:cNvSpPr txBox="1">
            <a:spLocks/>
          </p:cNvSpPr>
          <p:nvPr/>
        </p:nvSpPr>
        <p:spPr>
          <a:xfrm>
            <a:off x="167497" y="3036118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Система </a:t>
            </a:r>
            <a:r>
              <a:rPr lang="ru-RU" sz="1600" dirty="0">
                <a:latin typeface="+mn-lt"/>
              </a:rPr>
              <a:t>должна предотвращать базовые веб-уязвимости (SQL </a:t>
            </a:r>
            <a:r>
              <a:rPr lang="ru-RU" sz="1600" dirty="0" err="1">
                <a:latin typeface="+mn-lt"/>
              </a:rPr>
              <a:t>Injection</a:t>
            </a:r>
            <a:r>
              <a:rPr lang="ru-RU" sz="1600" dirty="0">
                <a:latin typeface="+mn-lt"/>
              </a:rPr>
              <a:t>, XSS)</a:t>
            </a:r>
          </a:p>
        </p:txBody>
      </p:sp>
      <p:sp>
        <p:nvSpPr>
          <p:cNvPr id="34" name="Google Shape;1757;p44"/>
          <p:cNvSpPr txBox="1">
            <a:spLocks/>
          </p:cNvSpPr>
          <p:nvPr/>
        </p:nvSpPr>
        <p:spPr>
          <a:xfrm>
            <a:off x="167496" y="3583752"/>
            <a:ext cx="29923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Надёжность</a:t>
            </a:r>
          </a:p>
        </p:txBody>
      </p:sp>
      <p:sp>
        <p:nvSpPr>
          <p:cNvPr id="35" name="Google Shape;1749;p44"/>
          <p:cNvSpPr txBox="1">
            <a:spLocks/>
          </p:cNvSpPr>
          <p:nvPr/>
        </p:nvSpPr>
        <p:spPr>
          <a:xfrm>
            <a:off x="167497" y="3859900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БД </a:t>
            </a:r>
            <a:r>
              <a:rPr lang="ru-RU" sz="1600" dirty="0">
                <a:latin typeface="+mn-lt"/>
              </a:rPr>
              <a:t>должна дополнительно </a:t>
            </a:r>
            <a:r>
              <a:rPr lang="ru-RU" sz="1600" dirty="0" err="1">
                <a:latin typeface="+mn-lt"/>
              </a:rPr>
              <a:t>валидировать</a:t>
            </a:r>
            <a:r>
              <a:rPr lang="ru-RU" sz="1600" dirty="0">
                <a:latin typeface="+mn-lt"/>
              </a:rPr>
              <a:t> вводимые в неё данные</a:t>
            </a:r>
          </a:p>
        </p:txBody>
      </p:sp>
      <p:sp>
        <p:nvSpPr>
          <p:cNvPr id="36" name="Google Shape;1757;p44"/>
          <p:cNvSpPr txBox="1">
            <a:spLocks/>
          </p:cNvSpPr>
          <p:nvPr/>
        </p:nvSpPr>
        <p:spPr>
          <a:xfrm>
            <a:off x="167496" y="4404917"/>
            <a:ext cx="29923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Масштабируемость</a:t>
            </a:r>
          </a:p>
        </p:txBody>
      </p:sp>
      <p:sp>
        <p:nvSpPr>
          <p:cNvPr id="37" name="Google Shape;1749;p44"/>
          <p:cNvSpPr txBox="1">
            <a:spLocks/>
          </p:cNvSpPr>
          <p:nvPr/>
        </p:nvSpPr>
        <p:spPr>
          <a:xfrm>
            <a:off x="167497" y="4723515"/>
            <a:ext cx="8850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Архитектура </a:t>
            </a:r>
            <a:r>
              <a:rPr lang="ru-RU" sz="1600" dirty="0">
                <a:latin typeface="+mn-lt"/>
              </a:rPr>
              <a:t>должна позволять действовать нескольким Исполнителям услуг и Операторам для одной очереди без конфликтов</a:t>
            </a:r>
          </a:p>
        </p:txBody>
      </p:sp>
      <p:sp>
        <p:nvSpPr>
          <p:cNvPr id="38" name="Google Shape;1757;p44"/>
          <p:cNvSpPr txBox="1">
            <a:spLocks/>
          </p:cNvSpPr>
          <p:nvPr/>
        </p:nvSpPr>
        <p:spPr>
          <a:xfrm>
            <a:off x="167496" y="5561579"/>
            <a:ext cx="4110886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Удобство использования</a:t>
            </a:r>
          </a:p>
        </p:txBody>
      </p:sp>
      <p:sp>
        <p:nvSpPr>
          <p:cNvPr id="39" name="Google Shape;1749;p44"/>
          <p:cNvSpPr txBox="1">
            <a:spLocks/>
          </p:cNvSpPr>
          <p:nvPr/>
        </p:nvSpPr>
        <p:spPr>
          <a:xfrm>
            <a:off x="167497" y="5838212"/>
            <a:ext cx="8850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Процесс </a:t>
            </a:r>
            <a:r>
              <a:rPr lang="ru-RU" sz="1600" dirty="0">
                <a:latin typeface="+mn-lt"/>
              </a:rPr>
              <a:t>обслуживания клиента должен занимать не более 2 </a:t>
            </a:r>
            <a:r>
              <a:rPr lang="ru-RU" sz="1600" dirty="0" smtClean="0">
                <a:latin typeface="+mn-lt"/>
              </a:rPr>
              <a:t>кликов</a:t>
            </a:r>
            <a:endParaRPr lang="ru-RU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600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40"/>
          <p:cNvSpPr txBox="1">
            <a:spLocks noGrp="1"/>
          </p:cNvSpPr>
          <p:nvPr>
            <p:ph type="subTitle" idx="1"/>
          </p:nvPr>
        </p:nvSpPr>
        <p:spPr>
          <a:xfrm>
            <a:off x="332367" y="5022501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составления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бэклога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и организации выполнения задач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5709595" y="1770228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совместной работы и хранения материалов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6" name="Google Shape;1626;p40"/>
          <p:cNvSpPr txBox="1">
            <a:spLocks noGrp="1"/>
          </p:cNvSpPr>
          <p:nvPr>
            <p:ph type="subTitle" idx="3"/>
          </p:nvPr>
        </p:nvSpPr>
        <p:spPr>
          <a:xfrm>
            <a:off x="332367" y="4325766"/>
            <a:ext cx="1495783" cy="8470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Github</a:t>
            </a:r>
            <a:r>
              <a:rPr lang="en-US" dirty="0"/>
              <a:t> P</a:t>
            </a:r>
            <a:r>
              <a:rPr lang="en-US" dirty="0" smtClean="0"/>
              <a:t>rojects</a:t>
            </a:r>
            <a:endParaRPr dirty="0"/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5702388" y="1052926"/>
            <a:ext cx="1771833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Github</a:t>
            </a:r>
            <a:r>
              <a:rPr lang="en-US" dirty="0"/>
              <a:t> Repository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1215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Организация работы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2" y="800566"/>
            <a:ext cx="5139894" cy="320201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706" y="3343187"/>
            <a:ext cx="6168229" cy="310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4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505699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 нотации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Чена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Концептуальная модель данных</a:t>
            </a:r>
            <a:endParaRPr sz="3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30" y="945869"/>
            <a:ext cx="7990856" cy="593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2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696" y="488046"/>
            <a:ext cx="505699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 нотации Мартина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756" y="448725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703" y="-200871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Логическая </a:t>
            </a:r>
            <a:r>
              <a:rPr lang="ru-RU" sz="3600" dirty="0"/>
              <a:t>модель данных</a:t>
            </a:r>
            <a:endParaRPr sz="3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16" y="841250"/>
            <a:ext cx="5540862" cy="596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0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341944" y="1422542"/>
            <a:ext cx="7172869" cy="4887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Управление позицией в </a:t>
            </a:r>
            <a:r>
              <a:rPr lang="ru-RU" sz="2000" dirty="0" smtClean="0">
                <a:latin typeface="+mn-lt"/>
              </a:rPr>
              <a:t>очереди (вычисление позиций в очереди)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Добавление позиций в </a:t>
            </a:r>
            <a:r>
              <a:rPr lang="ru-RU" sz="2000" dirty="0" smtClean="0">
                <a:latin typeface="+mn-lt"/>
              </a:rPr>
              <a:t>очереди (добавление новых позиций в очереди)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+mn-lt"/>
              </a:rPr>
              <a:t>Приоритетность (вычисление приоритетности)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Статусы </a:t>
            </a:r>
            <a:r>
              <a:rPr lang="ru-RU" sz="2000" dirty="0" smtClean="0">
                <a:latin typeface="+mn-lt"/>
              </a:rPr>
              <a:t>талона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Конкурентный </a:t>
            </a:r>
            <a:r>
              <a:rPr lang="ru-RU" sz="2000" dirty="0" smtClean="0">
                <a:latin typeface="+mn-lt"/>
              </a:rPr>
              <a:t>доступ (способ разрешения проблем с доступом)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Ограничения по сессии </a:t>
            </a:r>
            <a:r>
              <a:rPr lang="ru-RU" sz="2000" dirty="0" smtClean="0">
                <a:latin typeface="+mn-lt"/>
              </a:rPr>
              <a:t>клиента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Расчёт времени </a:t>
            </a:r>
            <a:r>
              <a:rPr lang="ru-RU" sz="2000" dirty="0" smtClean="0">
                <a:latin typeface="+mn-lt"/>
              </a:rPr>
              <a:t>ожидания (правила расчёта)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Стратегия генерации номеров талонов</a:t>
            </a:r>
            <a:endParaRPr lang="ru-RU" sz="2000" dirty="0" smtClean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Безопасность данных</a:t>
            </a:r>
            <a:endParaRPr lang="ru-RU" sz="2000" dirty="0" smtClean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sz="1600" dirty="0">
              <a:latin typeface="+mn-lt"/>
            </a:endParaRPr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41944" y="97896"/>
            <a:ext cx="69061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Бизнес-правила и ограничения</a:t>
            </a:r>
            <a:endParaRPr dirty="0"/>
          </a:p>
        </p:txBody>
      </p:sp>
      <p:sp>
        <p:nvSpPr>
          <p:cNvPr id="15" name="Google Shape;1475;p37"/>
          <p:cNvSpPr txBox="1">
            <a:spLocks/>
          </p:cNvSpPr>
          <p:nvPr/>
        </p:nvSpPr>
        <p:spPr>
          <a:xfrm>
            <a:off x="341944" y="635809"/>
            <a:ext cx="5563906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dirty="0" smtClean="0">
                <a:latin typeface="+mn-lt"/>
                <a:cs typeface="Arial" panose="020B0604020202020204" pitchFamily="34" charset="0"/>
              </a:rPr>
              <a:t>Выделенные категории правил</a:t>
            </a:r>
            <a:endParaRPr lang="ru-RU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6" name="Google Shape;1512;p37"/>
          <p:cNvGrpSpPr/>
          <p:nvPr/>
        </p:nvGrpSpPr>
        <p:grpSpPr>
          <a:xfrm>
            <a:off x="394004" y="596488"/>
            <a:ext cx="4558967" cy="134100"/>
            <a:chOff x="796100" y="3019701"/>
            <a:chExt cx="4558967" cy="134100"/>
          </a:xfrm>
        </p:grpSpPr>
        <p:sp>
          <p:nvSpPr>
            <p:cNvPr id="17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5309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8"/>
          <p:cNvSpPr txBox="1">
            <a:spLocks noGrp="1"/>
          </p:cNvSpPr>
          <p:nvPr>
            <p:ph type="title"/>
          </p:nvPr>
        </p:nvSpPr>
        <p:spPr>
          <a:xfrm>
            <a:off x="476719" y="151086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Архитектура</a:t>
            </a:r>
            <a:endParaRPr dirty="0"/>
          </a:p>
        </p:txBody>
      </p:sp>
      <p:sp>
        <p:nvSpPr>
          <p:cNvPr id="1522" name="Google Shape;1522;p38"/>
          <p:cNvSpPr txBox="1">
            <a:spLocks noGrp="1"/>
          </p:cNvSpPr>
          <p:nvPr>
            <p:ph type="subTitle" idx="2"/>
          </p:nvPr>
        </p:nvSpPr>
        <p:spPr>
          <a:xfrm>
            <a:off x="476720" y="827290"/>
            <a:ext cx="7627046" cy="1642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800" b="1" dirty="0" smtClean="0">
                <a:latin typeface="+mn-lt"/>
              </a:rPr>
              <a:t>Компонентная </a:t>
            </a:r>
            <a:r>
              <a:rPr lang="ru-RU" sz="2800" dirty="0">
                <a:latin typeface="+mn-lt"/>
              </a:rPr>
              <a:t>архитектура с супер-тонким клиентом</a:t>
            </a:r>
            <a:endParaRPr sz="2800" dirty="0">
              <a:latin typeface="+mn-lt"/>
            </a:endParaRPr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-128627" y="6144460"/>
            <a:ext cx="5828639" cy="1458924"/>
            <a:chOff x="-123925" y="4132283"/>
            <a:chExt cx="4558967" cy="1141122"/>
          </a:xfrm>
        </p:grpSpPr>
        <p:grpSp>
          <p:nvGrpSpPr>
            <p:cNvPr id="1524" name="Google Shape;1524;p38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25" name="Google Shape;1525;p38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8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8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28" name="Google Shape;1528;p3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29" name="Google Shape;1529;p3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30" name="Google Shape;1530;p3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" name="Google Shape;1656;p41"/>
          <p:cNvSpPr txBox="1">
            <a:spLocks noGrp="1"/>
          </p:cNvSpPr>
          <p:nvPr>
            <p:ph type="subTitle" idx="4294967295"/>
          </p:nvPr>
        </p:nvSpPr>
        <p:spPr>
          <a:xfrm>
            <a:off x="326948" y="4679930"/>
            <a:ext cx="190162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>
              <a:buNone/>
            </a:pPr>
            <a:r>
              <a:rPr lang="ru-RU" sz="1600" b="1" dirty="0" smtClean="0">
                <a:latin typeface="+mn-lt"/>
              </a:rPr>
              <a:t>Компоненты</a:t>
            </a:r>
            <a:endParaRPr sz="1600" b="1" dirty="0">
              <a:latin typeface="+mn-lt"/>
            </a:endParaRPr>
          </a:p>
        </p:txBody>
      </p:sp>
      <p:sp>
        <p:nvSpPr>
          <p:cNvPr id="13" name="Google Shape;1657;p41"/>
          <p:cNvSpPr txBox="1">
            <a:spLocks noGrp="1"/>
          </p:cNvSpPr>
          <p:nvPr>
            <p:ph type="subTitle" idx="1"/>
          </p:nvPr>
        </p:nvSpPr>
        <p:spPr>
          <a:xfrm>
            <a:off x="476717" y="3152066"/>
            <a:ext cx="6687479" cy="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+mn-lt"/>
              </a:rPr>
              <a:t>Браузер </a:t>
            </a:r>
            <a:r>
              <a:rPr lang="ru-RU" sz="1600" dirty="0">
                <a:latin typeface="+mn-lt"/>
              </a:rPr>
              <a:t>(клиент) инициирует запросы, </a:t>
            </a:r>
            <a:r>
              <a:rPr lang="ru-RU" sz="1600" dirty="0" err="1">
                <a:latin typeface="+mn-lt"/>
              </a:rPr>
              <a:t>бэкенд</a:t>
            </a:r>
            <a:r>
              <a:rPr lang="ru-RU" sz="1600" dirty="0">
                <a:latin typeface="+mn-lt"/>
              </a:rPr>
              <a:t> (сервер) отвечает</a:t>
            </a:r>
            <a:endParaRPr sz="1600" dirty="0">
              <a:latin typeface="+mn-lt"/>
            </a:endParaRPr>
          </a:p>
        </p:txBody>
      </p:sp>
      <p:sp>
        <p:nvSpPr>
          <p:cNvPr id="15" name="Google Shape;1659;p41"/>
          <p:cNvSpPr txBox="1">
            <a:spLocks/>
          </p:cNvSpPr>
          <p:nvPr/>
        </p:nvSpPr>
        <p:spPr>
          <a:xfrm>
            <a:off x="476719" y="4963366"/>
            <a:ext cx="8256220" cy="7140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>
                <a:latin typeface="+mn-lt"/>
              </a:rPr>
              <a:t>Код </a:t>
            </a:r>
            <a:r>
              <a:rPr lang="ru-RU" sz="1600" dirty="0" err="1">
                <a:latin typeface="+mn-lt"/>
              </a:rPr>
              <a:t>backend</a:t>
            </a:r>
            <a:r>
              <a:rPr lang="ru-RU" sz="1600" dirty="0">
                <a:latin typeface="+mn-lt"/>
              </a:rPr>
              <a:t> разделён на компоненты с чёткими интерфейсами и ограниченной зоной </a:t>
            </a:r>
            <a:r>
              <a:rPr lang="ru-RU" sz="1600" dirty="0" smtClean="0">
                <a:latin typeface="+mn-lt"/>
              </a:rPr>
              <a:t>ответственности</a:t>
            </a:r>
            <a:endParaRPr lang="en-US" sz="1600" dirty="0">
              <a:latin typeface="+mn-lt"/>
            </a:endParaRPr>
          </a:p>
        </p:txBody>
      </p:sp>
      <p:sp>
        <p:nvSpPr>
          <p:cNvPr id="16" name="Google Shape;1660;p41"/>
          <p:cNvSpPr txBox="1">
            <a:spLocks/>
          </p:cNvSpPr>
          <p:nvPr/>
        </p:nvSpPr>
        <p:spPr>
          <a:xfrm>
            <a:off x="476719" y="2825966"/>
            <a:ext cx="2199368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 dirty="0" smtClean="0">
                <a:latin typeface="+mn-lt"/>
              </a:rPr>
              <a:t>Клиент-сервер</a:t>
            </a:r>
            <a:endParaRPr lang="en-US" sz="1600" b="1" dirty="0">
              <a:latin typeface="+mn-lt"/>
            </a:endParaRPr>
          </a:p>
        </p:txBody>
      </p:sp>
      <p:grpSp>
        <p:nvGrpSpPr>
          <p:cNvPr id="73" name="Google Shape;14166;p83"/>
          <p:cNvGrpSpPr>
            <a:grpSpLocks noChangeAspect="1"/>
          </p:cNvGrpSpPr>
          <p:nvPr/>
        </p:nvGrpSpPr>
        <p:grpSpPr>
          <a:xfrm>
            <a:off x="539398" y="2284400"/>
            <a:ext cx="450445" cy="531333"/>
            <a:chOff x="859265" y="3348175"/>
            <a:chExt cx="312316" cy="368400"/>
          </a:xfrm>
          <a:solidFill>
            <a:schemeClr val="tx2"/>
          </a:solidFill>
        </p:grpSpPr>
        <p:sp>
          <p:nvSpPr>
            <p:cNvPr id="74" name="Google Shape;14167;p83"/>
            <p:cNvSpPr/>
            <p:nvPr/>
          </p:nvSpPr>
          <p:spPr>
            <a:xfrm>
              <a:off x="968792" y="3507102"/>
              <a:ext cx="92498" cy="30589"/>
            </a:xfrm>
            <a:custGeom>
              <a:avLst/>
              <a:gdLst/>
              <a:ahLst/>
              <a:cxnLst/>
              <a:rect l="l" t="t" r="r" b="b"/>
              <a:pathLst>
                <a:path w="2906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19" y="104"/>
                    <a:pt x="0" y="247"/>
                    <a:pt x="0" y="413"/>
                  </a:cubicBezTo>
                  <a:lnTo>
                    <a:pt x="0" y="794"/>
                  </a:lnTo>
                  <a:cubicBezTo>
                    <a:pt x="0" y="890"/>
                    <a:pt x="72" y="961"/>
                    <a:pt x="167" y="961"/>
                  </a:cubicBezTo>
                  <a:cubicBezTo>
                    <a:pt x="250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3" y="373"/>
                    <a:pt x="820" y="331"/>
                    <a:pt x="1157" y="331"/>
                  </a:cubicBezTo>
                  <a:cubicBezTo>
                    <a:pt x="1250" y="331"/>
                    <a:pt x="1345" y="334"/>
                    <a:pt x="1441" y="342"/>
                  </a:cubicBezTo>
                  <a:cubicBezTo>
                    <a:pt x="1977" y="366"/>
                    <a:pt x="2346" y="497"/>
                    <a:pt x="2572" y="735"/>
                  </a:cubicBezTo>
                  <a:cubicBezTo>
                    <a:pt x="2602" y="764"/>
                    <a:pt x="2646" y="779"/>
                    <a:pt x="2691" y="779"/>
                  </a:cubicBezTo>
                  <a:cubicBezTo>
                    <a:pt x="2736" y="779"/>
                    <a:pt x="2780" y="764"/>
                    <a:pt x="2810" y="735"/>
                  </a:cubicBezTo>
                  <a:cubicBezTo>
                    <a:pt x="2905" y="675"/>
                    <a:pt x="2905" y="556"/>
                    <a:pt x="2834" y="497"/>
                  </a:cubicBezTo>
                  <a:cubicBezTo>
                    <a:pt x="2432" y="102"/>
                    <a:pt x="1754" y="1"/>
                    <a:pt x="1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168;p83"/>
            <p:cNvSpPr/>
            <p:nvPr/>
          </p:nvSpPr>
          <p:spPr>
            <a:xfrm>
              <a:off x="911562" y="3458466"/>
              <a:ext cx="206577" cy="258109"/>
            </a:xfrm>
            <a:custGeom>
              <a:avLst/>
              <a:gdLst/>
              <a:ahLst/>
              <a:cxnLst/>
              <a:rect l="l" t="t" r="r" b="b"/>
              <a:pathLst>
                <a:path w="6490" h="8109" extrusionOk="0">
                  <a:moveTo>
                    <a:pt x="5061" y="322"/>
                  </a:moveTo>
                  <a:lnTo>
                    <a:pt x="5061" y="1953"/>
                  </a:lnTo>
                  <a:cubicBezTo>
                    <a:pt x="5061" y="2203"/>
                    <a:pt x="5001" y="2441"/>
                    <a:pt x="4894" y="2668"/>
                  </a:cubicBezTo>
                  <a:cubicBezTo>
                    <a:pt x="4882" y="2703"/>
                    <a:pt x="4882" y="2715"/>
                    <a:pt x="4882" y="2739"/>
                  </a:cubicBezTo>
                  <a:lnTo>
                    <a:pt x="4882" y="3215"/>
                  </a:lnTo>
                  <a:cubicBezTo>
                    <a:pt x="4882" y="3680"/>
                    <a:pt x="4703" y="4096"/>
                    <a:pt x="4358" y="4430"/>
                  </a:cubicBezTo>
                  <a:cubicBezTo>
                    <a:pt x="4044" y="4712"/>
                    <a:pt x="3660" y="4875"/>
                    <a:pt x="3244" y="4875"/>
                  </a:cubicBezTo>
                  <a:cubicBezTo>
                    <a:pt x="3203" y="4875"/>
                    <a:pt x="3161" y="4873"/>
                    <a:pt x="3120" y="4870"/>
                  </a:cubicBezTo>
                  <a:cubicBezTo>
                    <a:pt x="2275" y="4823"/>
                    <a:pt x="1596" y="4072"/>
                    <a:pt x="1596" y="3180"/>
                  </a:cubicBezTo>
                  <a:lnTo>
                    <a:pt x="1596" y="2763"/>
                  </a:lnTo>
                  <a:cubicBezTo>
                    <a:pt x="1596" y="2727"/>
                    <a:pt x="1596" y="2715"/>
                    <a:pt x="1572" y="2679"/>
                  </a:cubicBezTo>
                  <a:cubicBezTo>
                    <a:pt x="1477" y="2465"/>
                    <a:pt x="1417" y="2227"/>
                    <a:pt x="1417" y="1965"/>
                  </a:cubicBezTo>
                  <a:lnTo>
                    <a:pt x="1417" y="1596"/>
                  </a:lnTo>
                  <a:cubicBezTo>
                    <a:pt x="1417" y="894"/>
                    <a:pt x="1989" y="322"/>
                    <a:pt x="2691" y="322"/>
                  </a:cubicBezTo>
                  <a:close/>
                  <a:moveTo>
                    <a:pt x="4168" y="4989"/>
                  </a:moveTo>
                  <a:lnTo>
                    <a:pt x="4168" y="5299"/>
                  </a:lnTo>
                  <a:lnTo>
                    <a:pt x="3239" y="5930"/>
                  </a:lnTo>
                  <a:lnTo>
                    <a:pt x="2322" y="5299"/>
                  </a:lnTo>
                  <a:lnTo>
                    <a:pt x="2322" y="4989"/>
                  </a:lnTo>
                  <a:cubicBezTo>
                    <a:pt x="2560" y="5120"/>
                    <a:pt x="2822" y="5204"/>
                    <a:pt x="3108" y="5215"/>
                  </a:cubicBezTo>
                  <a:lnTo>
                    <a:pt x="3239" y="5215"/>
                  </a:lnTo>
                  <a:cubicBezTo>
                    <a:pt x="3572" y="5215"/>
                    <a:pt x="3882" y="5144"/>
                    <a:pt x="4168" y="4989"/>
                  </a:cubicBezTo>
                  <a:close/>
                  <a:moveTo>
                    <a:pt x="2191" y="5620"/>
                  </a:moveTo>
                  <a:lnTo>
                    <a:pt x="2989" y="6168"/>
                  </a:lnTo>
                  <a:lnTo>
                    <a:pt x="2560" y="6585"/>
                  </a:lnTo>
                  <a:lnTo>
                    <a:pt x="2548" y="6585"/>
                  </a:lnTo>
                  <a:lnTo>
                    <a:pt x="2024" y="5799"/>
                  </a:lnTo>
                  <a:lnTo>
                    <a:pt x="2191" y="5620"/>
                  </a:lnTo>
                  <a:close/>
                  <a:moveTo>
                    <a:pt x="4299" y="5596"/>
                  </a:moveTo>
                  <a:lnTo>
                    <a:pt x="4465" y="5775"/>
                  </a:lnTo>
                  <a:lnTo>
                    <a:pt x="3941" y="6585"/>
                  </a:lnTo>
                  <a:lnTo>
                    <a:pt x="3929" y="6585"/>
                  </a:lnTo>
                  <a:lnTo>
                    <a:pt x="3501" y="6156"/>
                  </a:lnTo>
                  <a:lnTo>
                    <a:pt x="4299" y="5596"/>
                  </a:lnTo>
                  <a:close/>
                  <a:moveTo>
                    <a:pt x="2703" y="1"/>
                  </a:moveTo>
                  <a:cubicBezTo>
                    <a:pt x="1810" y="1"/>
                    <a:pt x="1084" y="727"/>
                    <a:pt x="1084" y="1620"/>
                  </a:cubicBezTo>
                  <a:lnTo>
                    <a:pt x="1084" y="1977"/>
                  </a:lnTo>
                  <a:cubicBezTo>
                    <a:pt x="1084" y="2263"/>
                    <a:pt x="1143" y="2548"/>
                    <a:pt x="1262" y="2799"/>
                  </a:cubicBezTo>
                  <a:lnTo>
                    <a:pt x="1262" y="3191"/>
                  </a:lnTo>
                  <a:cubicBezTo>
                    <a:pt x="1262" y="3822"/>
                    <a:pt x="1548" y="4394"/>
                    <a:pt x="1989" y="4763"/>
                  </a:cubicBezTo>
                  <a:lnTo>
                    <a:pt x="1989" y="5335"/>
                  </a:lnTo>
                  <a:lnTo>
                    <a:pt x="1679" y="5656"/>
                  </a:lnTo>
                  <a:cubicBezTo>
                    <a:pt x="1655" y="5692"/>
                    <a:pt x="1632" y="5751"/>
                    <a:pt x="1632" y="5787"/>
                  </a:cubicBezTo>
                  <a:lnTo>
                    <a:pt x="596" y="6168"/>
                  </a:lnTo>
                  <a:cubicBezTo>
                    <a:pt x="239" y="6299"/>
                    <a:pt x="0" y="6620"/>
                    <a:pt x="0" y="7013"/>
                  </a:cubicBezTo>
                  <a:lnTo>
                    <a:pt x="0" y="7954"/>
                  </a:lnTo>
                  <a:cubicBezTo>
                    <a:pt x="0" y="8037"/>
                    <a:pt x="72" y="8109"/>
                    <a:pt x="155" y="8109"/>
                  </a:cubicBezTo>
                  <a:cubicBezTo>
                    <a:pt x="250" y="8109"/>
                    <a:pt x="322" y="8037"/>
                    <a:pt x="322" y="7954"/>
                  </a:cubicBezTo>
                  <a:lnTo>
                    <a:pt x="322" y="7013"/>
                  </a:lnTo>
                  <a:cubicBezTo>
                    <a:pt x="322" y="6775"/>
                    <a:pt x="477" y="6561"/>
                    <a:pt x="691" y="6489"/>
                  </a:cubicBezTo>
                  <a:lnTo>
                    <a:pt x="1798" y="6085"/>
                  </a:lnTo>
                  <a:lnTo>
                    <a:pt x="2263" y="6775"/>
                  </a:lnTo>
                  <a:cubicBezTo>
                    <a:pt x="2322" y="6859"/>
                    <a:pt x="2405" y="6918"/>
                    <a:pt x="2513" y="6918"/>
                  </a:cubicBezTo>
                  <a:lnTo>
                    <a:pt x="2536" y="6918"/>
                  </a:lnTo>
                  <a:cubicBezTo>
                    <a:pt x="2632" y="6918"/>
                    <a:pt x="2715" y="6894"/>
                    <a:pt x="2798" y="6823"/>
                  </a:cubicBezTo>
                  <a:lnTo>
                    <a:pt x="3072" y="6537"/>
                  </a:lnTo>
                  <a:lnTo>
                    <a:pt x="3072" y="7930"/>
                  </a:lnTo>
                  <a:cubicBezTo>
                    <a:pt x="3072" y="8025"/>
                    <a:pt x="3156" y="8097"/>
                    <a:pt x="3239" y="8097"/>
                  </a:cubicBezTo>
                  <a:cubicBezTo>
                    <a:pt x="3334" y="8097"/>
                    <a:pt x="3406" y="8025"/>
                    <a:pt x="3406" y="7930"/>
                  </a:cubicBezTo>
                  <a:lnTo>
                    <a:pt x="3406" y="6537"/>
                  </a:lnTo>
                  <a:lnTo>
                    <a:pt x="3691" y="6823"/>
                  </a:lnTo>
                  <a:cubicBezTo>
                    <a:pt x="3751" y="6882"/>
                    <a:pt x="3834" y="6918"/>
                    <a:pt x="3941" y="6918"/>
                  </a:cubicBezTo>
                  <a:lnTo>
                    <a:pt x="3965" y="6918"/>
                  </a:lnTo>
                  <a:cubicBezTo>
                    <a:pt x="4072" y="6906"/>
                    <a:pt x="4168" y="6859"/>
                    <a:pt x="4227" y="6775"/>
                  </a:cubicBezTo>
                  <a:lnTo>
                    <a:pt x="4680" y="6085"/>
                  </a:lnTo>
                  <a:lnTo>
                    <a:pt x="5787" y="6489"/>
                  </a:lnTo>
                  <a:cubicBezTo>
                    <a:pt x="6013" y="6561"/>
                    <a:pt x="6156" y="6775"/>
                    <a:pt x="6156" y="7013"/>
                  </a:cubicBezTo>
                  <a:lnTo>
                    <a:pt x="6156" y="7954"/>
                  </a:lnTo>
                  <a:cubicBezTo>
                    <a:pt x="6156" y="8037"/>
                    <a:pt x="6227" y="8109"/>
                    <a:pt x="6323" y="8109"/>
                  </a:cubicBezTo>
                  <a:cubicBezTo>
                    <a:pt x="6406" y="8109"/>
                    <a:pt x="6489" y="8037"/>
                    <a:pt x="6489" y="7954"/>
                  </a:cubicBezTo>
                  <a:lnTo>
                    <a:pt x="6489" y="7013"/>
                  </a:lnTo>
                  <a:cubicBezTo>
                    <a:pt x="6489" y="6632"/>
                    <a:pt x="6251" y="6299"/>
                    <a:pt x="5906" y="6168"/>
                  </a:cubicBezTo>
                  <a:lnTo>
                    <a:pt x="4870" y="5799"/>
                  </a:lnTo>
                  <a:cubicBezTo>
                    <a:pt x="4870" y="5751"/>
                    <a:pt x="4846" y="5704"/>
                    <a:pt x="4822" y="5656"/>
                  </a:cubicBezTo>
                  <a:lnTo>
                    <a:pt x="4513" y="5335"/>
                  </a:lnTo>
                  <a:lnTo>
                    <a:pt x="4513" y="4787"/>
                  </a:lnTo>
                  <a:cubicBezTo>
                    <a:pt x="4537" y="4751"/>
                    <a:pt x="4572" y="4727"/>
                    <a:pt x="4608" y="4692"/>
                  </a:cubicBezTo>
                  <a:cubicBezTo>
                    <a:pt x="5013" y="4323"/>
                    <a:pt x="5239" y="3787"/>
                    <a:pt x="5239" y="3251"/>
                  </a:cubicBezTo>
                  <a:lnTo>
                    <a:pt x="5239" y="2799"/>
                  </a:lnTo>
                  <a:cubicBezTo>
                    <a:pt x="5358" y="2537"/>
                    <a:pt x="5418" y="2263"/>
                    <a:pt x="5418" y="1977"/>
                  </a:cubicBezTo>
                  <a:lnTo>
                    <a:pt x="5418" y="167"/>
                  </a:lnTo>
                  <a:cubicBezTo>
                    <a:pt x="5418" y="72"/>
                    <a:pt x="5334" y="1"/>
                    <a:pt x="52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4169;p83"/>
            <p:cNvSpPr/>
            <p:nvPr/>
          </p:nvSpPr>
          <p:spPr>
            <a:xfrm>
              <a:off x="946034" y="3694580"/>
              <a:ext cx="10663" cy="21613"/>
            </a:xfrm>
            <a:custGeom>
              <a:avLst/>
              <a:gdLst/>
              <a:ahLst/>
              <a:cxnLst/>
              <a:rect l="l" t="t" r="r" b="b"/>
              <a:pathLst>
                <a:path w="335" h="679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524"/>
                  </a:lnTo>
                  <a:cubicBezTo>
                    <a:pt x="1" y="607"/>
                    <a:pt x="72" y="679"/>
                    <a:pt x="168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170;p83"/>
            <p:cNvSpPr/>
            <p:nvPr/>
          </p:nvSpPr>
          <p:spPr>
            <a:xfrm>
              <a:off x="1073004" y="3694580"/>
              <a:ext cx="10631" cy="21613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524"/>
                  </a:lnTo>
                  <a:cubicBezTo>
                    <a:pt x="0" y="607"/>
                    <a:pt x="72" y="679"/>
                    <a:pt x="167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171;p83"/>
            <p:cNvSpPr/>
            <p:nvPr/>
          </p:nvSpPr>
          <p:spPr>
            <a:xfrm>
              <a:off x="859265" y="3348175"/>
              <a:ext cx="312316" cy="293759"/>
            </a:xfrm>
            <a:custGeom>
              <a:avLst/>
              <a:gdLst/>
              <a:ahLst/>
              <a:cxnLst/>
              <a:rect l="l" t="t" r="r" b="b"/>
              <a:pathLst>
                <a:path w="9812" h="9229" extrusionOk="0">
                  <a:moveTo>
                    <a:pt x="3275" y="632"/>
                  </a:moveTo>
                  <a:cubicBezTo>
                    <a:pt x="3025" y="846"/>
                    <a:pt x="2786" y="1120"/>
                    <a:pt x="2560" y="1441"/>
                  </a:cubicBezTo>
                  <a:cubicBezTo>
                    <a:pt x="2417" y="1680"/>
                    <a:pt x="2286" y="1918"/>
                    <a:pt x="2179" y="2180"/>
                  </a:cubicBezTo>
                  <a:lnTo>
                    <a:pt x="1239" y="2180"/>
                  </a:lnTo>
                  <a:cubicBezTo>
                    <a:pt x="1762" y="1489"/>
                    <a:pt x="2453" y="941"/>
                    <a:pt x="3275" y="632"/>
                  </a:cubicBezTo>
                  <a:close/>
                  <a:moveTo>
                    <a:pt x="4703" y="346"/>
                  </a:moveTo>
                  <a:lnTo>
                    <a:pt x="4703" y="2180"/>
                  </a:lnTo>
                  <a:lnTo>
                    <a:pt x="2536" y="2180"/>
                  </a:lnTo>
                  <a:cubicBezTo>
                    <a:pt x="3036" y="1132"/>
                    <a:pt x="3810" y="429"/>
                    <a:pt x="4703" y="346"/>
                  </a:cubicBezTo>
                  <a:close/>
                  <a:moveTo>
                    <a:pt x="5049" y="346"/>
                  </a:moveTo>
                  <a:cubicBezTo>
                    <a:pt x="5942" y="418"/>
                    <a:pt x="6715" y="1120"/>
                    <a:pt x="7227" y="2180"/>
                  </a:cubicBezTo>
                  <a:lnTo>
                    <a:pt x="5049" y="2180"/>
                  </a:lnTo>
                  <a:lnTo>
                    <a:pt x="5049" y="346"/>
                  </a:lnTo>
                  <a:close/>
                  <a:moveTo>
                    <a:pt x="6489" y="644"/>
                  </a:moveTo>
                  <a:lnTo>
                    <a:pt x="6489" y="644"/>
                  </a:lnTo>
                  <a:cubicBezTo>
                    <a:pt x="7311" y="953"/>
                    <a:pt x="8013" y="1489"/>
                    <a:pt x="8525" y="2192"/>
                  </a:cubicBezTo>
                  <a:lnTo>
                    <a:pt x="7597" y="2192"/>
                  </a:lnTo>
                  <a:cubicBezTo>
                    <a:pt x="7477" y="1918"/>
                    <a:pt x="7358" y="1680"/>
                    <a:pt x="7204" y="1453"/>
                  </a:cubicBezTo>
                  <a:cubicBezTo>
                    <a:pt x="7001" y="1132"/>
                    <a:pt x="6763" y="858"/>
                    <a:pt x="6489" y="644"/>
                  </a:cubicBezTo>
                  <a:close/>
                  <a:moveTo>
                    <a:pt x="2024" y="2513"/>
                  </a:moveTo>
                  <a:cubicBezTo>
                    <a:pt x="1786" y="3192"/>
                    <a:pt x="1655" y="3930"/>
                    <a:pt x="1632" y="4716"/>
                  </a:cubicBezTo>
                  <a:lnTo>
                    <a:pt x="334" y="4716"/>
                  </a:lnTo>
                  <a:cubicBezTo>
                    <a:pt x="358" y="3918"/>
                    <a:pt x="596" y="3168"/>
                    <a:pt x="1000" y="2513"/>
                  </a:cubicBezTo>
                  <a:close/>
                  <a:moveTo>
                    <a:pt x="8751" y="2513"/>
                  </a:moveTo>
                  <a:cubicBezTo>
                    <a:pt x="9156" y="3156"/>
                    <a:pt x="9394" y="3918"/>
                    <a:pt x="9430" y="4716"/>
                  </a:cubicBezTo>
                  <a:lnTo>
                    <a:pt x="8132" y="4716"/>
                  </a:lnTo>
                  <a:cubicBezTo>
                    <a:pt x="8120" y="3930"/>
                    <a:pt x="7978" y="3192"/>
                    <a:pt x="7728" y="2513"/>
                  </a:cubicBezTo>
                  <a:close/>
                  <a:moveTo>
                    <a:pt x="9430" y="5049"/>
                  </a:moveTo>
                  <a:cubicBezTo>
                    <a:pt x="9394" y="5811"/>
                    <a:pt x="9192" y="6549"/>
                    <a:pt x="8799" y="7192"/>
                  </a:cubicBezTo>
                  <a:cubicBezTo>
                    <a:pt x="8787" y="7204"/>
                    <a:pt x="8775" y="7228"/>
                    <a:pt x="8751" y="7252"/>
                  </a:cubicBezTo>
                  <a:lnTo>
                    <a:pt x="7728" y="7252"/>
                  </a:lnTo>
                  <a:cubicBezTo>
                    <a:pt x="7739" y="7204"/>
                    <a:pt x="7763" y="7156"/>
                    <a:pt x="7775" y="7097"/>
                  </a:cubicBezTo>
                  <a:cubicBezTo>
                    <a:pt x="8001" y="6466"/>
                    <a:pt x="8120" y="5775"/>
                    <a:pt x="8132" y="5049"/>
                  </a:cubicBezTo>
                  <a:close/>
                  <a:moveTo>
                    <a:pt x="1632" y="5061"/>
                  </a:moveTo>
                  <a:cubicBezTo>
                    <a:pt x="1655" y="5775"/>
                    <a:pt x="1762" y="6466"/>
                    <a:pt x="1989" y="7121"/>
                  </a:cubicBezTo>
                  <a:cubicBezTo>
                    <a:pt x="2001" y="7156"/>
                    <a:pt x="2013" y="7216"/>
                    <a:pt x="2024" y="7264"/>
                  </a:cubicBezTo>
                  <a:lnTo>
                    <a:pt x="989" y="7264"/>
                  </a:lnTo>
                  <a:cubicBezTo>
                    <a:pt x="584" y="6609"/>
                    <a:pt x="358" y="5847"/>
                    <a:pt x="334" y="5061"/>
                  </a:cubicBezTo>
                  <a:close/>
                  <a:moveTo>
                    <a:pt x="4882" y="1"/>
                  </a:moveTo>
                  <a:cubicBezTo>
                    <a:pt x="3572" y="1"/>
                    <a:pt x="2358" y="513"/>
                    <a:pt x="1429" y="1430"/>
                  </a:cubicBezTo>
                  <a:cubicBezTo>
                    <a:pt x="512" y="2358"/>
                    <a:pt x="0" y="3573"/>
                    <a:pt x="0" y="4882"/>
                  </a:cubicBezTo>
                  <a:cubicBezTo>
                    <a:pt x="0" y="6716"/>
                    <a:pt x="1012" y="8371"/>
                    <a:pt x="2644" y="9216"/>
                  </a:cubicBezTo>
                  <a:cubicBezTo>
                    <a:pt x="2667" y="9228"/>
                    <a:pt x="2679" y="9228"/>
                    <a:pt x="2715" y="9228"/>
                  </a:cubicBezTo>
                  <a:cubicBezTo>
                    <a:pt x="2775" y="9228"/>
                    <a:pt x="2834" y="9204"/>
                    <a:pt x="2858" y="9145"/>
                  </a:cubicBezTo>
                  <a:cubicBezTo>
                    <a:pt x="2905" y="9050"/>
                    <a:pt x="2882" y="8966"/>
                    <a:pt x="2786" y="8919"/>
                  </a:cubicBezTo>
                  <a:cubicBezTo>
                    <a:pt x="2167" y="8585"/>
                    <a:pt x="1643" y="8133"/>
                    <a:pt x="1239" y="7597"/>
                  </a:cubicBezTo>
                  <a:lnTo>
                    <a:pt x="2179" y="7597"/>
                  </a:lnTo>
                  <a:cubicBezTo>
                    <a:pt x="2382" y="8049"/>
                    <a:pt x="2644" y="8466"/>
                    <a:pt x="2941" y="8800"/>
                  </a:cubicBezTo>
                  <a:cubicBezTo>
                    <a:pt x="2972" y="8837"/>
                    <a:pt x="3013" y="8855"/>
                    <a:pt x="3057" y="8855"/>
                  </a:cubicBezTo>
                  <a:cubicBezTo>
                    <a:pt x="3097" y="8855"/>
                    <a:pt x="3140" y="8840"/>
                    <a:pt x="3179" y="8811"/>
                  </a:cubicBezTo>
                  <a:cubicBezTo>
                    <a:pt x="3251" y="8752"/>
                    <a:pt x="3251" y="8645"/>
                    <a:pt x="3191" y="8573"/>
                  </a:cubicBezTo>
                  <a:cubicBezTo>
                    <a:pt x="2941" y="8288"/>
                    <a:pt x="2727" y="7966"/>
                    <a:pt x="2548" y="7597"/>
                  </a:cubicBezTo>
                  <a:cubicBezTo>
                    <a:pt x="2644" y="7573"/>
                    <a:pt x="2703" y="7514"/>
                    <a:pt x="2703" y="7430"/>
                  </a:cubicBezTo>
                  <a:cubicBezTo>
                    <a:pt x="2703" y="7335"/>
                    <a:pt x="2620" y="7264"/>
                    <a:pt x="2536" y="7264"/>
                  </a:cubicBezTo>
                  <a:lnTo>
                    <a:pt x="2417" y="7264"/>
                  </a:lnTo>
                  <a:cubicBezTo>
                    <a:pt x="2167" y="6609"/>
                    <a:pt x="2001" y="5847"/>
                    <a:pt x="1977" y="5061"/>
                  </a:cubicBezTo>
                  <a:lnTo>
                    <a:pt x="2179" y="5061"/>
                  </a:lnTo>
                  <a:cubicBezTo>
                    <a:pt x="2263" y="5061"/>
                    <a:pt x="2346" y="4990"/>
                    <a:pt x="2346" y="4894"/>
                  </a:cubicBezTo>
                  <a:cubicBezTo>
                    <a:pt x="2346" y="4811"/>
                    <a:pt x="2263" y="4740"/>
                    <a:pt x="2179" y="4740"/>
                  </a:cubicBezTo>
                  <a:lnTo>
                    <a:pt x="1977" y="4740"/>
                  </a:lnTo>
                  <a:cubicBezTo>
                    <a:pt x="2001" y="3930"/>
                    <a:pt x="2155" y="3192"/>
                    <a:pt x="2417" y="2537"/>
                  </a:cubicBezTo>
                  <a:lnTo>
                    <a:pt x="4739" y="2537"/>
                  </a:lnTo>
                  <a:lnTo>
                    <a:pt x="4739" y="2906"/>
                  </a:lnTo>
                  <a:cubicBezTo>
                    <a:pt x="4739" y="2989"/>
                    <a:pt x="4810" y="3073"/>
                    <a:pt x="4894" y="3073"/>
                  </a:cubicBezTo>
                  <a:cubicBezTo>
                    <a:pt x="4989" y="3073"/>
                    <a:pt x="5061" y="2989"/>
                    <a:pt x="5061" y="2906"/>
                  </a:cubicBezTo>
                  <a:lnTo>
                    <a:pt x="5061" y="2537"/>
                  </a:lnTo>
                  <a:lnTo>
                    <a:pt x="7382" y="2537"/>
                  </a:lnTo>
                  <a:cubicBezTo>
                    <a:pt x="7632" y="3168"/>
                    <a:pt x="7787" y="3930"/>
                    <a:pt x="7811" y="4740"/>
                  </a:cubicBezTo>
                  <a:lnTo>
                    <a:pt x="7620" y="4740"/>
                  </a:lnTo>
                  <a:cubicBezTo>
                    <a:pt x="7537" y="4740"/>
                    <a:pt x="7454" y="4811"/>
                    <a:pt x="7454" y="4894"/>
                  </a:cubicBezTo>
                  <a:cubicBezTo>
                    <a:pt x="7454" y="4990"/>
                    <a:pt x="7537" y="5061"/>
                    <a:pt x="7620" y="5061"/>
                  </a:cubicBezTo>
                  <a:lnTo>
                    <a:pt x="7811" y="5061"/>
                  </a:lnTo>
                  <a:cubicBezTo>
                    <a:pt x="7799" y="5847"/>
                    <a:pt x="7656" y="6609"/>
                    <a:pt x="7382" y="7264"/>
                  </a:cubicBezTo>
                  <a:lnTo>
                    <a:pt x="7263" y="7264"/>
                  </a:lnTo>
                  <a:cubicBezTo>
                    <a:pt x="7180" y="7264"/>
                    <a:pt x="7096" y="7335"/>
                    <a:pt x="7096" y="7430"/>
                  </a:cubicBezTo>
                  <a:cubicBezTo>
                    <a:pt x="7096" y="7514"/>
                    <a:pt x="7156" y="7597"/>
                    <a:pt x="7251" y="7597"/>
                  </a:cubicBezTo>
                  <a:cubicBezTo>
                    <a:pt x="7073" y="7966"/>
                    <a:pt x="6846" y="8311"/>
                    <a:pt x="6608" y="8573"/>
                  </a:cubicBezTo>
                  <a:cubicBezTo>
                    <a:pt x="6549" y="8645"/>
                    <a:pt x="6549" y="8752"/>
                    <a:pt x="6620" y="8811"/>
                  </a:cubicBezTo>
                  <a:cubicBezTo>
                    <a:pt x="6656" y="8847"/>
                    <a:pt x="6704" y="8859"/>
                    <a:pt x="6739" y="8859"/>
                  </a:cubicBezTo>
                  <a:cubicBezTo>
                    <a:pt x="6787" y="8859"/>
                    <a:pt x="6835" y="8847"/>
                    <a:pt x="6882" y="8800"/>
                  </a:cubicBezTo>
                  <a:cubicBezTo>
                    <a:pt x="7180" y="8466"/>
                    <a:pt x="7442" y="8049"/>
                    <a:pt x="7632" y="7597"/>
                  </a:cubicBezTo>
                  <a:lnTo>
                    <a:pt x="8573" y="7597"/>
                  </a:lnTo>
                  <a:cubicBezTo>
                    <a:pt x="8204" y="8085"/>
                    <a:pt x="7739" y="8514"/>
                    <a:pt x="7192" y="8823"/>
                  </a:cubicBezTo>
                  <a:cubicBezTo>
                    <a:pt x="7120" y="8871"/>
                    <a:pt x="7085" y="8978"/>
                    <a:pt x="7132" y="9061"/>
                  </a:cubicBezTo>
                  <a:cubicBezTo>
                    <a:pt x="7163" y="9116"/>
                    <a:pt x="7215" y="9145"/>
                    <a:pt x="7274" y="9145"/>
                  </a:cubicBezTo>
                  <a:cubicBezTo>
                    <a:pt x="7305" y="9145"/>
                    <a:pt x="7338" y="9137"/>
                    <a:pt x="7370" y="9121"/>
                  </a:cubicBezTo>
                  <a:cubicBezTo>
                    <a:pt x="8097" y="8704"/>
                    <a:pt x="8704" y="8097"/>
                    <a:pt x="9144" y="7371"/>
                  </a:cubicBezTo>
                  <a:cubicBezTo>
                    <a:pt x="9585" y="6621"/>
                    <a:pt x="9811" y="5763"/>
                    <a:pt x="9811" y="4894"/>
                  </a:cubicBezTo>
                  <a:cubicBezTo>
                    <a:pt x="9763" y="3585"/>
                    <a:pt x="9263" y="2346"/>
                    <a:pt x="8335" y="1430"/>
                  </a:cubicBezTo>
                  <a:cubicBezTo>
                    <a:pt x="7418" y="513"/>
                    <a:pt x="6192" y="1"/>
                    <a:pt x="4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14472;p83"/>
          <p:cNvSpPr>
            <a:spLocks noChangeAspect="1"/>
          </p:cNvSpPr>
          <p:nvPr/>
        </p:nvSpPr>
        <p:spPr>
          <a:xfrm>
            <a:off x="575154" y="4167614"/>
            <a:ext cx="469611" cy="469653"/>
          </a:xfrm>
          <a:custGeom>
            <a:avLst/>
            <a:gdLst/>
            <a:ahLst/>
            <a:cxnLst/>
            <a:rect l="l" t="t" r="r" b="b"/>
            <a:pathLst>
              <a:path w="11133" h="11134" extrusionOk="0">
                <a:moveTo>
                  <a:pt x="2876" y="2961"/>
                </a:moveTo>
                <a:cubicBezTo>
                  <a:pt x="2929" y="2961"/>
                  <a:pt x="2983" y="2967"/>
                  <a:pt x="3036" y="2977"/>
                </a:cubicBezTo>
                <a:cubicBezTo>
                  <a:pt x="3358" y="3037"/>
                  <a:pt x="3584" y="3287"/>
                  <a:pt x="3656" y="3596"/>
                </a:cubicBezTo>
                <a:cubicBezTo>
                  <a:pt x="3703" y="3882"/>
                  <a:pt x="3608" y="4180"/>
                  <a:pt x="3382" y="4358"/>
                </a:cubicBezTo>
                <a:cubicBezTo>
                  <a:pt x="3239" y="4489"/>
                  <a:pt x="3144" y="4680"/>
                  <a:pt x="3144" y="4882"/>
                </a:cubicBezTo>
                <a:lnTo>
                  <a:pt x="3144" y="5239"/>
                </a:lnTo>
                <a:cubicBezTo>
                  <a:pt x="3144" y="5525"/>
                  <a:pt x="3370" y="5740"/>
                  <a:pt x="3644" y="5740"/>
                </a:cubicBezTo>
                <a:lnTo>
                  <a:pt x="5406" y="5740"/>
                </a:lnTo>
                <a:lnTo>
                  <a:pt x="5406" y="7502"/>
                </a:lnTo>
                <a:cubicBezTo>
                  <a:pt x="5406" y="7609"/>
                  <a:pt x="5311" y="7680"/>
                  <a:pt x="5227" y="7680"/>
                </a:cubicBezTo>
                <a:lnTo>
                  <a:pt x="4870" y="7680"/>
                </a:lnTo>
                <a:cubicBezTo>
                  <a:pt x="4763" y="7680"/>
                  <a:pt x="4668" y="7633"/>
                  <a:pt x="4596" y="7561"/>
                </a:cubicBezTo>
                <a:cubicBezTo>
                  <a:pt x="4386" y="7313"/>
                  <a:pt x="4084" y="7164"/>
                  <a:pt x="3770" y="7164"/>
                </a:cubicBezTo>
                <a:cubicBezTo>
                  <a:pt x="3693" y="7164"/>
                  <a:pt x="3614" y="7173"/>
                  <a:pt x="3537" y="7192"/>
                </a:cubicBezTo>
                <a:cubicBezTo>
                  <a:pt x="3096" y="7264"/>
                  <a:pt x="2739" y="7621"/>
                  <a:pt x="2655" y="8049"/>
                </a:cubicBezTo>
                <a:cubicBezTo>
                  <a:pt x="2584" y="8395"/>
                  <a:pt x="2667" y="8740"/>
                  <a:pt x="2882" y="9002"/>
                </a:cubicBezTo>
                <a:cubicBezTo>
                  <a:pt x="3084" y="9276"/>
                  <a:pt x="3417" y="9419"/>
                  <a:pt x="3739" y="9419"/>
                </a:cubicBezTo>
                <a:cubicBezTo>
                  <a:pt x="4084" y="9419"/>
                  <a:pt x="4394" y="9276"/>
                  <a:pt x="4608" y="9014"/>
                </a:cubicBezTo>
                <a:cubicBezTo>
                  <a:pt x="4668" y="8942"/>
                  <a:pt x="4763" y="8895"/>
                  <a:pt x="4870" y="8895"/>
                </a:cubicBezTo>
                <a:lnTo>
                  <a:pt x="5215" y="8895"/>
                </a:lnTo>
                <a:cubicBezTo>
                  <a:pt x="5322" y="8895"/>
                  <a:pt x="5394" y="8990"/>
                  <a:pt x="5394" y="9073"/>
                </a:cubicBezTo>
                <a:lnTo>
                  <a:pt x="5394" y="10812"/>
                </a:lnTo>
                <a:lnTo>
                  <a:pt x="870" y="10812"/>
                </a:lnTo>
                <a:cubicBezTo>
                  <a:pt x="572" y="10812"/>
                  <a:pt x="334" y="10573"/>
                  <a:pt x="334" y="10276"/>
                </a:cubicBezTo>
                <a:lnTo>
                  <a:pt x="334" y="5728"/>
                </a:lnTo>
                <a:lnTo>
                  <a:pt x="2084" y="5728"/>
                </a:lnTo>
                <a:cubicBezTo>
                  <a:pt x="2370" y="5728"/>
                  <a:pt x="2596" y="5513"/>
                  <a:pt x="2596" y="5228"/>
                </a:cubicBezTo>
                <a:lnTo>
                  <a:pt x="2596" y="4882"/>
                </a:lnTo>
                <a:cubicBezTo>
                  <a:pt x="2596" y="4680"/>
                  <a:pt x="2501" y="4477"/>
                  <a:pt x="2358" y="4358"/>
                </a:cubicBezTo>
                <a:cubicBezTo>
                  <a:pt x="2179" y="4216"/>
                  <a:pt x="2072" y="3989"/>
                  <a:pt x="2072" y="3751"/>
                </a:cubicBezTo>
                <a:cubicBezTo>
                  <a:pt x="2072" y="3513"/>
                  <a:pt x="2179" y="3287"/>
                  <a:pt x="2370" y="3144"/>
                </a:cubicBezTo>
                <a:cubicBezTo>
                  <a:pt x="2517" y="3024"/>
                  <a:pt x="2694" y="2961"/>
                  <a:pt x="2876" y="2961"/>
                </a:cubicBezTo>
                <a:close/>
                <a:moveTo>
                  <a:pt x="10287" y="334"/>
                </a:moveTo>
                <a:cubicBezTo>
                  <a:pt x="10585" y="334"/>
                  <a:pt x="10823" y="572"/>
                  <a:pt x="10823" y="870"/>
                </a:cubicBezTo>
                <a:lnTo>
                  <a:pt x="10823" y="5406"/>
                </a:lnTo>
                <a:lnTo>
                  <a:pt x="10633" y="5406"/>
                </a:lnTo>
                <a:cubicBezTo>
                  <a:pt x="10537" y="5406"/>
                  <a:pt x="10466" y="5478"/>
                  <a:pt x="10466" y="5573"/>
                </a:cubicBezTo>
                <a:cubicBezTo>
                  <a:pt x="10466" y="5656"/>
                  <a:pt x="10537" y="5728"/>
                  <a:pt x="10633" y="5728"/>
                </a:cubicBezTo>
                <a:lnTo>
                  <a:pt x="10811" y="5728"/>
                </a:lnTo>
                <a:lnTo>
                  <a:pt x="10811" y="10276"/>
                </a:lnTo>
                <a:cubicBezTo>
                  <a:pt x="10811" y="10573"/>
                  <a:pt x="10573" y="10812"/>
                  <a:pt x="10275" y="10812"/>
                </a:cubicBezTo>
                <a:lnTo>
                  <a:pt x="5739" y="10812"/>
                </a:lnTo>
                <a:lnTo>
                  <a:pt x="5739" y="9049"/>
                </a:lnTo>
                <a:cubicBezTo>
                  <a:pt x="5739" y="8764"/>
                  <a:pt x="5513" y="8549"/>
                  <a:pt x="5227" y="8549"/>
                </a:cubicBezTo>
                <a:lnTo>
                  <a:pt x="4882" y="8549"/>
                </a:lnTo>
                <a:cubicBezTo>
                  <a:pt x="4680" y="8549"/>
                  <a:pt x="4489" y="8633"/>
                  <a:pt x="4370" y="8788"/>
                </a:cubicBezTo>
                <a:cubicBezTo>
                  <a:pt x="4215" y="8966"/>
                  <a:pt x="3989" y="9061"/>
                  <a:pt x="3751" y="9061"/>
                </a:cubicBezTo>
                <a:cubicBezTo>
                  <a:pt x="3513" y="9061"/>
                  <a:pt x="3287" y="8966"/>
                  <a:pt x="3144" y="8764"/>
                </a:cubicBezTo>
                <a:cubicBezTo>
                  <a:pt x="2989" y="8573"/>
                  <a:pt x="2941" y="8335"/>
                  <a:pt x="2977" y="8097"/>
                </a:cubicBezTo>
                <a:cubicBezTo>
                  <a:pt x="3036" y="7787"/>
                  <a:pt x="3287" y="7549"/>
                  <a:pt x="3608" y="7490"/>
                </a:cubicBezTo>
                <a:cubicBezTo>
                  <a:pt x="3659" y="7479"/>
                  <a:pt x="3710" y="7473"/>
                  <a:pt x="3761" y="7473"/>
                </a:cubicBezTo>
                <a:cubicBezTo>
                  <a:pt x="3988" y="7473"/>
                  <a:pt x="4212" y="7577"/>
                  <a:pt x="4358" y="7752"/>
                </a:cubicBezTo>
                <a:cubicBezTo>
                  <a:pt x="4501" y="7906"/>
                  <a:pt x="4680" y="7990"/>
                  <a:pt x="4882" y="7990"/>
                </a:cubicBezTo>
                <a:lnTo>
                  <a:pt x="5239" y="7990"/>
                </a:lnTo>
                <a:cubicBezTo>
                  <a:pt x="5525" y="7990"/>
                  <a:pt x="5751" y="7775"/>
                  <a:pt x="5751" y="7490"/>
                </a:cubicBezTo>
                <a:lnTo>
                  <a:pt x="5751" y="5728"/>
                </a:lnTo>
                <a:lnTo>
                  <a:pt x="7501" y="5728"/>
                </a:lnTo>
                <a:cubicBezTo>
                  <a:pt x="7608" y="5728"/>
                  <a:pt x="7680" y="5823"/>
                  <a:pt x="7680" y="5906"/>
                </a:cubicBezTo>
                <a:lnTo>
                  <a:pt x="7680" y="6263"/>
                </a:lnTo>
                <a:cubicBezTo>
                  <a:pt x="7680" y="6371"/>
                  <a:pt x="7632" y="6478"/>
                  <a:pt x="7561" y="6537"/>
                </a:cubicBezTo>
                <a:cubicBezTo>
                  <a:pt x="7251" y="6799"/>
                  <a:pt x="7097" y="7204"/>
                  <a:pt x="7192" y="7609"/>
                </a:cubicBezTo>
                <a:cubicBezTo>
                  <a:pt x="7263" y="8037"/>
                  <a:pt x="7620" y="8395"/>
                  <a:pt x="8049" y="8490"/>
                </a:cubicBezTo>
                <a:cubicBezTo>
                  <a:pt x="8132" y="8502"/>
                  <a:pt x="8216" y="8514"/>
                  <a:pt x="8287" y="8514"/>
                </a:cubicBezTo>
                <a:cubicBezTo>
                  <a:pt x="8549" y="8514"/>
                  <a:pt x="8799" y="8418"/>
                  <a:pt x="9002" y="8264"/>
                </a:cubicBezTo>
                <a:cubicBezTo>
                  <a:pt x="9275" y="8049"/>
                  <a:pt x="9418" y="7728"/>
                  <a:pt x="9418" y="7394"/>
                </a:cubicBezTo>
                <a:cubicBezTo>
                  <a:pt x="9418" y="7061"/>
                  <a:pt x="9275" y="6740"/>
                  <a:pt x="9025" y="6537"/>
                </a:cubicBezTo>
                <a:cubicBezTo>
                  <a:pt x="8942" y="6478"/>
                  <a:pt x="8906" y="6371"/>
                  <a:pt x="8906" y="6263"/>
                </a:cubicBezTo>
                <a:lnTo>
                  <a:pt x="8906" y="5930"/>
                </a:lnTo>
                <a:cubicBezTo>
                  <a:pt x="8906" y="5823"/>
                  <a:pt x="8990" y="5751"/>
                  <a:pt x="9085" y="5751"/>
                </a:cubicBezTo>
                <a:lnTo>
                  <a:pt x="9954" y="5751"/>
                </a:lnTo>
                <a:cubicBezTo>
                  <a:pt x="10049" y="5751"/>
                  <a:pt x="10121" y="5668"/>
                  <a:pt x="10121" y="5585"/>
                </a:cubicBezTo>
                <a:cubicBezTo>
                  <a:pt x="10121" y="5489"/>
                  <a:pt x="10049" y="5418"/>
                  <a:pt x="9954" y="5418"/>
                </a:cubicBezTo>
                <a:lnTo>
                  <a:pt x="9085" y="5418"/>
                </a:lnTo>
                <a:cubicBezTo>
                  <a:pt x="8799" y="5418"/>
                  <a:pt x="8573" y="5644"/>
                  <a:pt x="8573" y="5918"/>
                </a:cubicBezTo>
                <a:lnTo>
                  <a:pt x="8573" y="6263"/>
                </a:lnTo>
                <a:cubicBezTo>
                  <a:pt x="8573" y="6478"/>
                  <a:pt x="8668" y="6668"/>
                  <a:pt x="8811" y="6787"/>
                </a:cubicBezTo>
                <a:cubicBezTo>
                  <a:pt x="8990" y="6930"/>
                  <a:pt x="9097" y="7156"/>
                  <a:pt x="9097" y="7394"/>
                </a:cubicBezTo>
                <a:cubicBezTo>
                  <a:pt x="9097" y="7633"/>
                  <a:pt x="8990" y="7859"/>
                  <a:pt x="8799" y="8014"/>
                </a:cubicBezTo>
                <a:cubicBezTo>
                  <a:pt x="8652" y="8124"/>
                  <a:pt x="8477" y="8185"/>
                  <a:pt x="8295" y="8185"/>
                </a:cubicBezTo>
                <a:cubicBezTo>
                  <a:pt x="8241" y="8185"/>
                  <a:pt x="8187" y="8179"/>
                  <a:pt x="8132" y="8168"/>
                </a:cubicBezTo>
                <a:cubicBezTo>
                  <a:pt x="7811" y="8109"/>
                  <a:pt x="7573" y="7859"/>
                  <a:pt x="7513" y="7549"/>
                </a:cubicBezTo>
                <a:cubicBezTo>
                  <a:pt x="7454" y="7264"/>
                  <a:pt x="7561" y="6966"/>
                  <a:pt x="7787" y="6787"/>
                </a:cubicBezTo>
                <a:cubicBezTo>
                  <a:pt x="7930" y="6656"/>
                  <a:pt x="8025" y="6478"/>
                  <a:pt x="8025" y="6263"/>
                </a:cubicBezTo>
                <a:lnTo>
                  <a:pt x="8025" y="5930"/>
                </a:lnTo>
                <a:cubicBezTo>
                  <a:pt x="8025" y="5644"/>
                  <a:pt x="7799" y="5418"/>
                  <a:pt x="7525" y="5418"/>
                </a:cubicBezTo>
                <a:lnTo>
                  <a:pt x="5763" y="5418"/>
                </a:lnTo>
                <a:lnTo>
                  <a:pt x="5763" y="3668"/>
                </a:lnTo>
                <a:cubicBezTo>
                  <a:pt x="5763" y="3561"/>
                  <a:pt x="5858" y="3489"/>
                  <a:pt x="5942" y="3489"/>
                </a:cubicBezTo>
                <a:lnTo>
                  <a:pt x="6299" y="3489"/>
                </a:lnTo>
                <a:cubicBezTo>
                  <a:pt x="6406" y="3489"/>
                  <a:pt x="6501" y="3525"/>
                  <a:pt x="6561" y="3608"/>
                </a:cubicBezTo>
                <a:cubicBezTo>
                  <a:pt x="6783" y="3859"/>
                  <a:pt x="7091" y="4001"/>
                  <a:pt x="7409" y="4001"/>
                </a:cubicBezTo>
                <a:cubicBezTo>
                  <a:pt x="7483" y="4001"/>
                  <a:pt x="7558" y="3993"/>
                  <a:pt x="7632" y="3977"/>
                </a:cubicBezTo>
                <a:cubicBezTo>
                  <a:pt x="8073" y="3906"/>
                  <a:pt x="8430" y="3549"/>
                  <a:pt x="8513" y="3108"/>
                </a:cubicBezTo>
                <a:cubicBezTo>
                  <a:pt x="8585" y="2775"/>
                  <a:pt x="8501" y="2430"/>
                  <a:pt x="8287" y="2156"/>
                </a:cubicBezTo>
                <a:cubicBezTo>
                  <a:pt x="8085" y="1894"/>
                  <a:pt x="7751" y="1739"/>
                  <a:pt x="7430" y="1739"/>
                </a:cubicBezTo>
                <a:cubicBezTo>
                  <a:pt x="7085" y="1739"/>
                  <a:pt x="6775" y="1894"/>
                  <a:pt x="6561" y="2144"/>
                </a:cubicBezTo>
                <a:cubicBezTo>
                  <a:pt x="6501" y="2215"/>
                  <a:pt x="6406" y="2263"/>
                  <a:pt x="6299" y="2263"/>
                </a:cubicBezTo>
                <a:lnTo>
                  <a:pt x="5954" y="2263"/>
                </a:lnTo>
                <a:cubicBezTo>
                  <a:pt x="5846" y="2263"/>
                  <a:pt x="5775" y="2180"/>
                  <a:pt x="5775" y="2084"/>
                </a:cubicBezTo>
                <a:lnTo>
                  <a:pt x="5775" y="1203"/>
                </a:lnTo>
                <a:cubicBezTo>
                  <a:pt x="5775" y="1120"/>
                  <a:pt x="5703" y="1048"/>
                  <a:pt x="5608" y="1048"/>
                </a:cubicBezTo>
                <a:cubicBezTo>
                  <a:pt x="5525" y="1048"/>
                  <a:pt x="5453" y="1120"/>
                  <a:pt x="5453" y="1203"/>
                </a:cubicBezTo>
                <a:lnTo>
                  <a:pt x="5453" y="2084"/>
                </a:lnTo>
                <a:cubicBezTo>
                  <a:pt x="5453" y="2370"/>
                  <a:pt x="5668" y="2596"/>
                  <a:pt x="5954" y="2596"/>
                </a:cubicBezTo>
                <a:lnTo>
                  <a:pt x="6299" y="2596"/>
                </a:lnTo>
                <a:cubicBezTo>
                  <a:pt x="6501" y="2596"/>
                  <a:pt x="6704" y="2501"/>
                  <a:pt x="6823" y="2358"/>
                </a:cubicBezTo>
                <a:cubicBezTo>
                  <a:pt x="6966" y="2180"/>
                  <a:pt x="7192" y="2072"/>
                  <a:pt x="7430" y="2072"/>
                </a:cubicBezTo>
                <a:cubicBezTo>
                  <a:pt x="7668" y="2072"/>
                  <a:pt x="7894" y="2180"/>
                  <a:pt x="8037" y="2370"/>
                </a:cubicBezTo>
                <a:cubicBezTo>
                  <a:pt x="8192" y="2561"/>
                  <a:pt x="8251" y="2799"/>
                  <a:pt x="8204" y="3037"/>
                </a:cubicBezTo>
                <a:cubicBezTo>
                  <a:pt x="8144" y="3346"/>
                  <a:pt x="7894" y="3584"/>
                  <a:pt x="7573" y="3644"/>
                </a:cubicBezTo>
                <a:cubicBezTo>
                  <a:pt x="7519" y="3656"/>
                  <a:pt x="7465" y="3661"/>
                  <a:pt x="7411" y="3661"/>
                </a:cubicBezTo>
                <a:cubicBezTo>
                  <a:pt x="7187" y="3661"/>
                  <a:pt x="6966" y="3564"/>
                  <a:pt x="6823" y="3382"/>
                </a:cubicBezTo>
                <a:cubicBezTo>
                  <a:pt x="6680" y="3227"/>
                  <a:pt x="6501" y="3144"/>
                  <a:pt x="6299" y="3144"/>
                </a:cubicBezTo>
                <a:lnTo>
                  <a:pt x="5942" y="3144"/>
                </a:lnTo>
                <a:cubicBezTo>
                  <a:pt x="5656" y="3144"/>
                  <a:pt x="5430" y="3370"/>
                  <a:pt x="5430" y="3644"/>
                </a:cubicBezTo>
                <a:lnTo>
                  <a:pt x="5430" y="5406"/>
                </a:lnTo>
                <a:lnTo>
                  <a:pt x="3679" y="5406"/>
                </a:lnTo>
                <a:cubicBezTo>
                  <a:pt x="3572" y="5406"/>
                  <a:pt x="3501" y="5311"/>
                  <a:pt x="3501" y="5228"/>
                </a:cubicBezTo>
                <a:lnTo>
                  <a:pt x="3501" y="4870"/>
                </a:lnTo>
                <a:cubicBezTo>
                  <a:pt x="3501" y="4763"/>
                  <a:pt x="3548" y="4656"/>
                  <a:pt x="3620" y="4597"/>
                </a:cubicBezTo>
                <a:cubicBezTo>
                  <a:pt x="3929" y="4335"/>
                  <a:pt x="4084" y="3930"/>
                  <a:pt x="3989" y="3525"/>
                </a:cubicBezTo>
                <a:cubicBezTo>
                  <a:pt x="3918" y="3096"/>
                  <a:pt x="3560" y="2739"/>
                  <a:pt x="3132" y="2656"/>
                </a:cubicBezTo>
                <a:cubicBezTo>
                  <a:pt x="3047" y="2635"/>
                  <a:pt x="2962" y="2626"/>
                  <a:pt x="2879" y="2626"/>
                </a:cubicBezTo>
                <a:cubicBezTo>
                  <a:pt x="2622" y="2626"/>
                  <a:pt x="2377" y="2717"/>
                  <a:pt x="2179" y="2870"/>
                </a:cubicBezTo>
                <a:cubicBezTo>
                  <a:pt x="1905" y="3084"/>
                  <a:pt x="1763" y="3406"/>
                  <a:pt x="1763" y="3739"/>
                </a:cubicBezTo>
                <a:cubicBezTo>
                  <a:pt x="1763" y="4085"/>
                  <a:pt x="1905" y="4394"/>
                  <a:pt x="2155" y="4597"/>
                </a:cubicBezTo>
                <a:cubicBezTo>
                  <a:pt x="2239" y="4656"/>
                  <a:pt x="2274" y="4763"/>
                  <a:pt x="2274" y="4870"/>
                </a:cubicBezTo>
                <a:lnTo>
                  <a:pt x="2274" y="5216"/>
                </a:lnTo>
                <a:cubicBezTo>
                  <a:pt x="2274" y="5311"/>
                  <a:pt x="2191" y="5394"/>
                  <a:pt x="2096" y="5394"/>
                </a:cubicBezTo>
                <a:lnTo>
                  <a:pt x="346" y="5394"/>
                </a:lnTo>
                <a:lnTo>
                  <a:pt x="346" y="870"/>
                </a:lnTo>
                <a:cubicBezTo>
                  <a:pt x="346" y="572"/>
                  <a:pt x="584" y="334"/>
                  <a:pt x="881" y="334"/>
                </a:cubicBezTo>
                <a:lnTo>
                  <a:pt x="5418" y="334"/>
                </a:lnTo>
                <a:lnTo>
                  <a:pt x="5418" y="513"/>
                </a:lnTo>
                <a:cubicBezTo>
                  <a:pt x="5418" y="596"/>
                  <a:pt x="5489" y="667"/>
                  <a:pt x="5584" y="667"/>
                </a:cubicBezTo>
                <a:cubicBezTo>
                  <a:pt x="5680" y="667"/>
                  <a:pt x="5751" y="596"/>
                  <a:pt x="5751" y="513"/>
                </a:cubicBezTo>
                <a:lnTo>
                  <a:pt x="5751" y="334"/>
                </a:lnTo>
                <a:close/>
                <a:moveTo>
                  <a:pt x="870" y="1"/>
                </a:moveTo>
                <a:cubicBezTo>
                  <a:pt x="393" y="1"/>
                  <a:pt x="0" y="394"/>
                  <a:pt x="0" y="870"/>
                </a:cubicBezTo>
                <a:lnTo>
                  <a:pt x="0" y="10276"/>
                </a:lnTo>
                <a:cubicBezTo>
                  <a:pt x="0" y="10752"/>
                  <a:pt x="393" y="11133"/>
                  <a:pt x="870" y="11133"/>
                </a:cubicBezTo>
                <a:lnTo>
                  <a:pt x="10275" y="11133"/>
                </a:lnTo>
                <a:cubicBezTo>
                  <a:pt x="10752" y="11133"/>
                  <a:pt x="11133" y="10752"/>
                  <a:pt x="11133" y="10276"/>
                </a:cubicBezTo>
                <a:lnTo>
                  <a:pt x="11133" y="870"/>
                </a:lnTo>
                <a:cubicBezTo>
                  <a:pt x="11133" y="394"/>
                  <a:pt x="10752" y="1"/>
                  <a:pt x="1027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8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696" y="488046"/>
            <a:ext cx="505699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компонентов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C4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756" y="448725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703" y="-200871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Выделенные компоненты</a:t>
            </a:r>
            <a:endParaRPr sz="3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4" y="814384"/>
            <a:ext cx="8952411" cy="60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9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756" y="448725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703" y="-200871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Архитектура</a:t>
            </a:r>
            <a:endParaRPr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0" r="2489" b="9107"/>
          <a:stretch/>
        </p:blipFill>
        <p:spPr>
          <a:xfrm>
            <a:off x="1583305" y="591357"/>
            <a:ext cx="5922926" cy="6266643"/>
          </a:xfrm>
          <a:prstGeom prst="rect">
            <a:avLst/>
          </a:prstGeom>
        </p:spPr>
      </p:pic>
      <p:sp>
        <p:nvSpPr>
          <p:cNvPr id="48" name="Google Shape;1657;p41"/>
          <p:cNvSpPr txBox="1">
            <a:spLocks/>
          </p:cNvSpPr>
          <p:nvPr/>
        </p:nvSpPr>
        <p:spPr>
          <a:xfrm>
            <a:off x="6168233" y="6284536"/>
            <a:ext cx="1163804" cy="40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b="1" dirty="0" smtClean="0">
                <a:latin typeface="+mn-lt"/>
              </a:rPr>
              <a:t>Всего</a:t>
            </a:r>
            <a:r>
              <a:rPr lang="en-US" sz="1600" b="1" dirty="0" smtClean="0">
                <a:latin typeface="+mn-lt"/>
              </a:rPr>
              <a:t>:</a:t>
            </a:r>
            <a:r>
              <a:rPr lang="ru-RU" sz="1600" b="1" dirty="0" smtClean="0">
                <a:latin typeface="+mn-lt"/>
              </a:rPr>
              <a:t> 3</a:t>
            </a:r>
            <a:r>
              <a:rPr lang="en-US" sz="1600" b="1" dirty="0" smtClean="0">
                <a:latin typeface="+mn-lt"/>
              </a:rPr>
              <a:t>4</a:t>
            </a:r>
            <a:endParaRPr lang="ru-RU" sz="1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86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Словарь терминов проекта</a:t>
            </a:r>
            <a:endParaRPr dirty="0"/>
          </a:p>
        </p:txBody>
      </p:sp>
      <p:sp>
        <p:nvSpPr>
          <p:cNvPr id="4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363281" y="638971"/>
            <a:ext cx="8003371" cy="6001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b="1" dirty="0" smtClean="0">
                <a:latin typeface="+mn-lt"/>
              </a:rPr>
              <a:t>Содержание</a:t>
            </a:r>
            <a:endParaRPr lang="en-US" sz="1800" b="1" dirty="0" smtClean="0">
              <a:latin typeface="+mn-lt"/>
            </a:endParaRPr>
          </a:p>
          <a:p>
            <a:pPr marL="0" lvl="0" indent="0"/>
            <a:r>
              <a:rPr lang="ru-RU" sz="1800" dirty="0" smtClean="0">
                <a:latin typeface="+mn-lt"/>
              </a:rPr>
              <a:t>1. Роли </a:t>
            </a:r>
            <a:r>
              <a:rPr lang="ru-RU" sz="1800" dirty="0">
                <a:latin typeface="+mn-lt"/>
              </a:rPr>
              <a:t>и участники</a:t>
            </a:r>
          </a:p>
          <a:p>
            <a:pPr marL="0" lvl="0" indent="0"/>
            <a:r>
              <a:rPr lang="ru-RU" sz="1800" dirty="0" smtClean="0">
                <a:latin typeface="+mn-lt"/>
              </a:rPr>
              <a:t>2. Бизнес-процессы </a:t>
            </a:r>
            <a:r>
              <a:rPr lang="ru-RU" sz="1800" dirty="0">
                <a:latin typeface="+mn-lt"/>
              </a:rPr>
              <a:t>и сценарии</a:t>
            </a:r>
          </a:p>
          <a:p>
            <a:pPr marL="0" lvl="0" indent="0"/>
            <a:r>
              <a:rPr lang="ru-RU" sz="1800" dirty="0">
                <a:latin typeface="+mn-lt"/>
              </a:rPr>
              <a:t>3. Сущности и хранимые данные</a:t>
            </a:r>
          </a:p>
          <a:p>
            <a:pPr marL="0" lvl="0" indent="0"/>
            <a:r>
              <a:rPr lang="ru-RU" sz="1800" dirty="0">
                <a:latin typeface="+mn-lt"/>
              </a:rPr>
              <a:t>4. Статусы, состояния и режимы</a:t>
            </a:r>
          </a:p>
          <a:p>
            <a:pPr marL="0" lvl="0" indent="0"/>
            <a:r>
              <a:rPr lang="ru-RU" sz="1800" dirty="0">
                <a:latin typeface="+mn-lt"/>
              </a:rPr>
              <a:t>4.1. Статусы талона</a:t>
            </a:r>
          </a:p>
          <a:p>
            <a:pPr marL="0" lvl="0" indent="0"/>
            <a:r>
              <a:rPr lang="ru-RU" sz="1800" dirty="0">
                <a:latin typeface="+mn-lt"/>
              </a:rPr>
              <a:t>4.2. Статусы сессии очереди</a:t>
            </a:r>
          </a:p>
          <a:p>
            <a:pPr marL="0" lvl="0" indent="0"/>
            <a:r>
              <a:rPr lang="ru-RU" sz="1800" dirty="0">
                <a:latin typeface="+mn-lt"/>
              </a:rPr>
              <a:t>4.3. Состояния исполнителя</a:t>
            </a:r>
          </a:p>
          <a:p>
            <a:pPr marL="0" lvl="0" indent="0"/>
            <a:r>
              <a:rPr lang="ru-RU" sz="1800" dirty="0">
                <a:latin typeface="+mn-lt"/>
              </a:rPr>
              <a:t>4.4. Режимы управления</a:t>
            </a:r>
          </a:p>
          <a:p>
            <a:pPr marL="0" lvl="0" indent="0"/>
            <a:r>
              <a:rPr lang="ru-RU" sz="1800" dirty="0">
                <a:latin typeface="+mn-lt"/>
              </a:rPr>
              <a:t>5. Мониторинг и показатели</a:t>
            </a:r>
          </a:p>
          <a:p>
            <a:pPr marL="0" lvl="0" indent="0"/>
            <a:r>
              <a:rPr lang="ru-RU" sz="1800" dirty="0">
                <a:latin typeface="+mn-lt"/>
              </a:rPr>
              <a:t>6. Компоненты (сервисы)</a:t>
            </a:r>
          </a:p>
          <a:p>
            <a:pPr marL="0" lvl="0" indent="0"/>
            <a:r>
              <a:rPr lang="ru-RU" sz="1800" dirty="0">
                <a:latin typeface="+mn-lt"/>
              </a:rPr>
              <a:t>7. Технологическая архитектура и инфраструктура</a:t>
            </a:r>
          </a:p>
          <a:p>
            <a:pPr marL="0" lvl="0" indent="0"/>
            <a:r>
              <a:rPr lang="ru-RU" sz="1800" dirty="0">
                <a:latin typeface="+mn-lt"/>
              </a:rPr>
              <a:t>8. </a:t>
            </a:r>
            <a:r>
              <a:rPr lang="ru-RU" sz="1800" dirty="0" err="1">
                <a:latin typeface="+mn-lt"/>
              </a:rPr>
              <a:t>Журналирование</a:t>
            </a:r>
            <a:r>
              <a:rPr lang="ru-RU" sz="1800" dirty="0">
                <a:latin typeface="+mn-lt"/>
              </a:rPr>
              <a:t> и системные события</a:t>
            </a:r>
          </a:p>
          <a:p>
            <a:pPr marL="0" lvl="0" indent="0"/>
            <a:r>
              <a:rPr lang="ru-RU" sz="1800" dirty="0">
                <a:latin typeface="+mn-lt"/>
              </a:rPr>
              <a:t>9. Ключевые проектные и технические понятия</a:t>
            </a:r>
          </a:p>
          <a:p>
            <a:pPr marL="0" lvl="0" indent="0"/>
            <a:r>
              <a:rPr lang="ru-RU" sz="1800" dirty="0">
                <a:latin typeface="+mn-lt"/>
              </a:rPr>
              <a:t>10. Нефункциональные требования (NFR)</a:t>
            </a:r>
          </a:p>
          <a:p>
            <a:pPr marL="0" lvl="0" indent="0"/>
            <a:r>
              <a:rPr lang="ru-RU" sz="1800" dirty="0">
                <a:latin typeface="+mn-lt"/>
              </a:rPr>
              <a:t>11. Архитектурные </a:t>
            </a:r>
            <a:r>
              <a:rPr lang="ru-RU" sz="1800" dirty="0" smtClean="0">
                <a:latin typeface="+mn-lt"/>
              </a:rPr>
              <a:t>стили</a:t>
            </a:r>
            <a:endParaRPr lang="ru-RU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128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7" y="717349"/>
            <a:ext cx="5775721" cy="5999298"/>
          </a:xfrm>
          <a:prstGeom prst="rect">
            <a:avLst/>
          </a:prstGeom>
        </p:spPr>
      </p:pic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6205983" y="1958403"/>
            <a:ext cx="2859640" cy="2604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Репозиторий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разделён на 3 логические части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Организация спринтов</a:t>
            </a:r>
          </a:p>
          <a:p>
            <a:pPr marL="0" lvl="0" indent="0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Документация</a:t>
            </a:r>
          </a:p>
          <a:p>
            <a:pPr marL="0" lvl="0" indent="0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6198776" y="1241102"/>
            <a:ext cx="1771833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Github</a:t>
            </a:r>
            <a:r>
              <a:rPr lang="en-US" dirty="0"/>
              <a:t> Repository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 smtClean="0"/>
              <a:t>Рефакторинг</a:t>
            </a:r>
            <a:r>
              <a:rPr lang="ru-RU" dirty="0" smtClean="0"/>
              <a:t> </a:t>
            </a:r>
            <a:r>
              <a:rPr lang="ru-RU" dirty="0" err="1" smtClean="0"/>
              <a:t>репозитория</a:t>
            </a:r>
            <a:endParaRPr dirty="0"/>
          </a:p>
        </p:txBody>
      </p:sp>
      <p:sp>
        <p:nvSpPr>
          <p:cNvPr id="6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6198777" y="4401295"/>
            <a:ext cx="2945224" cy="1085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Документация организована в соответствии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фреймворком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Diátaxis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00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732697" y="1870615"/>
            <a:ext cx="15914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Frontend</a:t>
            </a:r>
            <a:endParaRPr dirty="0"/>
          </a:p>
        </p:txBody>
      </p:sp>
      <p:sp>
        <p:nvSpPr>
          <p:cNvPr id="1750" name="Google Shape;1750;p44"/>
          <p:cNvSpPr txBox="1">
            <a:spLocks noGrp="1"/>
          </p:cNvSpPr>
          <p:nvPr>
            <p:ph type="subTitle" idx="2"/>
          </p:nvPr>
        </p:nvSpPr>
        <p:spPr>
          <a:xfrm>
            <a:off x="4562286" y="3639109"/>
            <a:ext cx="15159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</a:t>
            </a:r>
            <a:r>
              <a:rPr lang="en-US" dirty="0" smtClean="0"/>
              <a:t>atabase</a:t>
            </a:r>
            <a:endParaRPr dirty="0"/>
          </a:p>
        </p:txBody>
      </p:sp>
      <p:sp>
        <p:nvSpPr>
          <p:cNvPr id="1751" name="Google Shape;1751;p44"/>
          <p:cNvSpPr txBox="1">
            <a:spLocks noGrp="1"/>
          </p:cNvSpPr>
          <p:nvPr>
            <p:ph type="subTitle" idx="8"/>
          </p:nvPr>
        </p:nvSpPr>
        <p:spPr>
          <a:xfrm>
            <a:off x="4562287" y="3313000"/>
            <a:ext cx="1725627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PostgreSQL</a:t>
            </a:r>
            <a:endParaRPr dirty="0"/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54843" y="252828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/>
              <a:t>Выбор технологического стека</a:t>
            </a:r>
            <a:endParaRPr dirty="0"/>
          </a:p>
        </p:txBody>
      </p:sp>
      <p:sp>
        <p:nvSpPr>
          <p:cNvPr id="1753" name="Google Shape;1753;p44"/>
          <p:cNvSpPr txBox="1">
            <a:spLocks noGrp="1"/>
          </p:cNvSpPr>
          <p:nvPr>
            <p:ph type="subTitle" idx="3"/>
          </p:nvPr>
        </p:nvSpPr>
        <p:spPr>
          <a:xfrm>
            <a:off x="4562286" y="1898811"/>
            <a:ext cx="12733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Backend</a:t>
            </a:r>
            <a:endParaRPr dirty="0"/>
          </a:p>
        </p:txBody>
      </p:sp>
      <p:sp>
        <p:nvSpPr>
          <p:cNvPr id="1754" name="Google Shape;1754;p44"/>
          <p:cNvSpPr txBox="1">
            <a:spLocks noGrp="1"/>
          </p:cNvSpPr>
          <p:nvPr>
            <p:ph type="subTitle" idx="4"/>
          </p:nvPr>
        </p:nvSpPr>
        <p:spPr>
          <a:xfrm>
            <a:off x="711804" y="5407019"/>
            <a:ext cx="12733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Web Server</a:t>
            </a:r>
            <a:endParaRPr dirty="0"/>
          </a:p>
        </p:txBody>
      </p:sp>
      <p:sp>
        <p:nvSpPr>
          <p:cNvPr id="1755" name="Google Shape;1755;p44"/>
          <p:cNvSpPr txBox="1">
            <a:spLocks noGrp="1"/>
          </p:cNvSpPr>
          <p:nvPr>
            <p:ph type="subTitle" idx="5"/>
          </p:nvPr>
        </p:nvSpPr>
        <p:spPr>
          <a:xfrm>
            <a:off x="4567247" y="5407019"/>
            <a:ext cx="1720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Containerization</a:t>
            </a:r>
            <a:endParaRPr dirty="0"/>
          </a:p>
        </p:txBody>
      </p:sp>
      <p:sp>
        <p:nvSpPr>
          <p:cNvPr id="1757" name="Google Shape;1757;p44"/>
          <p:cNvSpPr txBox="1">
            <a:spLocks noGrp="1"/>
          </p:cNvSpPr>
          <p:nvPr>
            <p:ph type="subTitle" idx="7"/>
          </p:nvPr>
        </p:nvSpPr>
        <p:spPr>
          <a:xfrm>
            <a:off x="732697" y="1544506"/>
            <a:ext cx="159140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smtClean="0"/>
              <a:t>Vue.js</a:t>
            </a:r>
            <a:endParaRPr dirty="0"/>
          </a:p>
        </p:txBody>
      </p:sp>
      <p:sp>
        <p:nvSpPr>
          <p:cNvPr id="1758" name="Google Shape;1758;p44"/>
          <p:cNvSpPr txBox="1">
            <a:spLocks noGrp="1"/>
          </p:cNvSpPr>
          <p:nvPr>
            <p:ph type="subTitle" idx="9"/>
          </p:nvPr>
        </p:nvSpPr>
        <p:spPr>
          <a:xfrm>
            <a:off x="4562286" y="1506548"/>
            <a:ext cx="915725" cy="4684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.</a:t>
            </a:r>
            <a:r>
              <a:rPr lang="en-US" dirty="0" smtClean="0"/>
              <a:t>NET</a:t>
            </a:r>
            <a:endParaRPr dirty="0"/>
          </a:p>
        </p:txBody>
      </p:sp>
      <p:sp>
        <p:nvSpPr>
          <p:cNvPr id="1759" name="Google Shape;1759;p44"/>
          <p:cNvSpPr txBox="1">
            <a:spLocks noGrp="1"/>
          </p:cNvSpPr>
          <p:nvPr>
            <p:ph type="subTitle" idx="13"/>
          </p:nvPr>
        </p:nvSpPr>
        <p:spPr>
          <a:xfrm>
            <a:off x="711802" y="5080920"/>
            <a:ext cx="127331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Nginx</a:t>
            </a:r>
            <a:endParaRPr dirty="0"/>
          </a:p>
        </p:txBody>
      </p:sp>
      <p:sp>
        <p:nvSpPr>
          <p:cNvPr id="1760" name="Google Shape;1760;p44"/>
          <p:cNvSpPr txBox="1">
            <a:spLocks noGrp="1"/>
          </p:cNvSpPr>
          <p:nvPr>
            <p:ph type="subTitle" idx="14"/>
          </p:nvPr>
        </p:nvSpPr>
        <p:spPr>
          <a:xfrm>
            <a:off x="4567248" y="5080910"/>
            <a:ext cx="1259271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Docker</a:t>
            </a:r>
            <a:endParaRPr dirty="0"/>
          </a:p>
        </p:txBody>
      </p:sp>
      <p:pic>
        <p:nvPicPr>
          <p:cNvPr id="1032" name="Picture 8" descr="https://yastatic.net/naydex/yandex-search/J1A2S2p91/f639e3UdtrG/sjYTftRHnGPnmsMLafqNF5enpGVMN_V6q_djc-v4yH3N708ics2X2VP4LvK4jhs9HeGeHn7PTJrMTMWy06MXzP27W3LfX9OoqoMOzWo4DVDCN6GlED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747" y="1548018"/>
            <a:ext cx="744455" cy="64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yastatic.net/naydex/yandex-search/J1A1S8p83/f639e3UdtrG/sjYTftRHnGPnmsMLafqNF5enpGVMN_V6q_djc-v4yH3N708ics2X2ZC7bLK-z509HaAcnn8KlNvLlBYriGrSy3r82Pba3dVpZQkGyis9n9UBa-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826" y="3220706"/>
            <a:ext cx="811120" cy="83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yastatic.net/naydex/yandex-search/J1A2S2p91/f639e3UdtrG/sjYTftRHnGPnmsMLafqNF5enpGVMN_V6q_djc-v4yH3N708ics2X2VO5LvF5zts9HeGeHr6NTVgMTMWy06MXzP27W3LfX9OoqoMOzWo4DVDCN6GlED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15" y="5200117"/>
            <a:ext cx="1785102" cy="37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yastatic.net/naydex/yandex-search/J1A3S0p05/f639e3UdtrG/sjYTftRHnGPnmsMLafqNF5enpGVMN_V6q_djc-v4yH3N708ics2X2FN47LJ5Dps8HCHeHL9NTFpJ09zzU7Ecjn2823IYG9TuaQCPAK--SYICZGahXrAnuz357w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23" y="5080167"/>
            <a:ext cx="2598868" cy="59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s://yastatic.net/naydex/yandex-search/J1A2S9p03/f639e3UdtrG/sjYTftRHnGPnmsMLafqNF5enpGVMN_V6q_djc-v4yH3N708ics2X2VM57bL5zts9HeGd3z8NThhMTMWy06MXzP27W3LfX9OoqoMOzu--X9fEZ6QhGeWwuvd5w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39" y="3281111"/>
            <a:ext cx="952442" cy="76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Google Shape;1754;p44"/>
          <p:cNvSpPr txBox="1">
            <a:spLocks noGrp="1"/>
          </p:cNvSpPr>
          <p:nvPr>
            <p:ph type="subTitle" idx="4"/>
          </p:nvPr>
        </p:nvSpPr>
        <p:spPr>
          <a:xfrm>
            <a:off x="732697" y="3625806"/>
            <a:ext cx="12733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Styles</a:t>
            </a:r>
            <a:endParaRPr dirty="0"/>
          </a:p>
        </p:txBody>
      </p:sp>
      <p:sp>
        <p:nvSpPr>
          <p:cNvPr id="28" name="Google Shape;1759;p44"/>
          <p:cNvSpPr txBox="1">
            <a:spLocks noGrp="1"/>
          </p:cNvSpPr>
          <p:nvPr>
            <p:ph type="subTitle" idx="13"/>
          </p:nvPr>
        </p:nvSpPr>
        <p:spPr>
          <a:xfrm>
            <a:off x="732695" y="3299707"/>
            <a:ext cx="159294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Bootstrap</a:t>
            </a:r>
            <a:endParaRPr dirty="0"/>
          </a:p>
        </p:txBody>
      </p:sp>
      <p:grpSp>
        <p:nvGrpSpPr>
          <p:cNvPr id="29" name="Google Shape;1512;p37"/>
          <p:cNvGrpSpPr/>
          <p:nvPr/>
        </p:nvGrpSpPr>
        <p:grpSpPr>
          <a:xfrm>
            <a:off x="434426" y="813359"/>
            <a:ext cx="4558967" cy="134100"/>
            <a:chOff x="796100" y="3019701"/>
            <a:chExt cx="4558967" cy="134100"/>
          </a:xfrm>
        </p:grpSpPr>
        <p:sp>
          <p:nvSpPr>
            <p:cNvPr id="30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https://yastatic.net/naydex/yandex-search/KpfE64t09/57c901-ahAr/jy7mVLCG1RqjdAv1weXu9gZzfnIXPhqyJqYZGVocWZbfevIbtdmQpHDGo_ye_jFXlmbrw6r8OZRBxftR-b_dIcCjrli7nprR7m3GM8InbrFT43uySz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57" y="1497376"/>
            <a:ext cx="752569" cy="752569"/>
          </a:xfrm>
          <a:prstGeom prst="round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59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62"/>
          <p:cNvSpPr txBox="1">
            <a:spLocks noGrp="1"/>
          </p:cNvSpPr>
          <p:nvPr>
            <p:ph type="title"/>
          </p:nvPr>
        </p:nvSpPr>
        <p:spPr>
          <a:xfrm>
            <a:off x="191621" y="136954"/>
            <a:ext cx="7970867" cy="6151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/>
              <a:t>Прототип интерфейса оператора</a:t>
            </a:r>
            <a:endParaRPr dirty="0"/>
          </a:p>
        </p:txBody>
      </p:sp>
      <p:sp>
        <p:nvSpPr>
          <p:cNvPr id="2315" name="Google Shape;2315;p62"/>
          <p:cNvSpPr txBox="1">
            <a:spLocks noGrp="1"/>
          </p:cNvSpPr>
          <p:nvPr>
            <p:ph type="subTitle" idx="1"/>
          </p:nvPr>
        </p:nvSpPr>
        <p:spPr>
          <a:xfrm>
            <a:off x="191621" y="752131"/>
            <a:ext cx="6980966" cy="448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dirty="0">
                <a:latin typeface="+mn-lt"/>
              </a:rPr>
              <a:t>Сочетает возможности исполнителя очереди и оператора</a:t>
            </a:r>
          </a:p>
        </p:txBody>
      </p:sp>
      <p:grpSp>
        <p:nvGrpSpPr>
          <p:cNvPr id="2316" name="Google Shape;2316;p62"/>
          <p:cNvGrpSpPr>
            <a:grpSpLocks noChangeAspect="1"/>
          </p:cNvGrpSpPr>
          <p:nvPr/>
        </p:nvGrpSpPr>
        <p:grpSpPr>
          <a:xfrm>
            <a:off x="2262042" y="1571523"/>
            <a:ext cx="6414601" cy="4763151"/>
            <a:chOff x="5138725" y="1338401"/>
            <a:chExt cx="3552900" cy="2638199"/>
          </a:xfrm>
        </p:grpSpPr>
        <p:sp>
          <p:nvSpPr>
            <p:cNvPr id="2317" name="Google Shape;2317;p62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2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2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5" name="Google Shape;2325;p62"/>
          <p:cNvGrpSpPr/>
          <p:nvPr/>
        </p:nvGrpSpPr>
        <p:grpSpPr>
          <a:xfrm>
            <a:off x="1893124" y="6267613"/>
            <a:ext cx="6577330" cy="134100"/>
            <a:chOff x="2734920" y="3980886"/>
            <a:chExt cx="6577330" cy="134100"/>
          </a:xfrm>
        </p:grpSpPr>
        <p:sp>
          <p:nvSpPr>
            <p:cNvPr id="2326" name="Google Shape;2326;p62"/>
            <p:cNvSpPr/>
            <p:nvPr/>
          </p:nvSpPr>
          <p:spPr>
            <a:xfrm rot="10800000">
              <a:off x="2734920" y="3980886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7" name="Google Shape;2327;p62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8" name="Google Shape;2328;p62"/>
            <p:cNvSpPr/>
            <p:nvPr/>
          </p:nvSpPr>
          <p:spPr>
            <a:xfrm rot="10800000">
              <a:off x="2765107" y="4011044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3"/>
          <a:srcRect l="10044" t="2602" r="10102" b="-1"/>
          <a:stretch/>
        </p:blipFill>
        <p:spPr>
          <a:xfrm>
            <a:off x="2433775" y="1718900"/>
            <a:ext cx="6071133" cy="383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5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62"/>
          <p:cNvSpPr txBox="1">
            <a:spLocks noGrp="1"/>
          </p:cNvSpPr>
          <p:nvPr>
            <p:ph type="title"/>
          </p:nvPr>
        </p:nvSpPr>
        <p:spPr>
          <a:xfrm>
            <a:off x="113243" y="-78378"/>
            <a:ext cx="6635899" cy="8223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Прототип интерфейса клиента</a:t>
            </a:r>
            <a:endParaRPr dirty="0"/>
          </a:p>
        </p:txBody>
      </p:sp>
      <p:sp>
        <p:nvSpPr>
          <p:cNvPr id="2315" name="Google Shape;2315;p62"/>
          <p:cNvSpPr txBox="1">
            <a:spLocks noGrp="1"/>
          </p:cNvSpPr>
          <p:nvPr>
            <p:ph type="subTitle" idx="1"/>
          </p:nvPr>
        </p:nvSpPr>
        <p:spPr>
          <a:xfrm>
            <a:off x="113243" y="656372"/>
            <a:ext cx="8972034" cy="875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latin typeface="+mn-lt"/>
              </a:rPr>
              <a:t>Видит информацию о своём местоположении в очереди, число клиентов и среднее время ожидания. Может сдвигаться в сторону конца очереди на </a:t>
            </a:r>
            <a:r>
              <a:rPr lang="en-US" sz="1800" dirty="0" smtClean="0">
                <a:latin typeface="+mn-lt"/>
              </a:rPr>
              <a:t>N </a:t>
            </a:r>
            <a:r>
              <a:rPr lang="ru-RU" sz="1800" dirty="0" smtClean="0">
                <a:latin typeface="+mn-lt"/>
              </a:rPr>
              <a:t>шагов</a:t>
            </a:r>
            <a:endParaRPr sz="1800" dirty="0">
              <a:latin typeface="+mn-lt"/>
            </a:endParaRPr>
          </a:p>
        </p:txBody>
      </p:sp>
      <p:grpSp>
        <p:nvGrpSpPr>
          <p:cNvPr id="2316" name="Google Shape;2316;p62"/>
          <p:cNvGrpSpPr>
            <a:grpSpLocks noChangeAspect="1"/>
          </p:cNvGrpSpPr>
          <p:nvPr/>
        </p:nvGrpSpPr>
        <p:grpSpPr>
          <a:xfrm>
            <a:off x="2173536" y="1667879"/>
            <a:ext cx="6414601" cy="4763151"/>
            <a:chOff x="5138725" y="1338401"/>
            <a:chExt cx="3552900" cy="2638199"/>
          </a:xfrm>
        </p:grpSpPr>
        <p:sp>
          <p:nvSpPr>
            <p:cNvPr id="2317" name="Google Shape;2317;p62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2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2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5" name="Google Shape;2325;p62"/>
          <p:cNvGrpSpPr/>
          <p:nvPr/>
        </p:nvGrpSpPr>
        <p:grpSpPr>
          <a:xfrm>
            <a:off x="1804618" y="6363969"/>
            <a:ext cx="6577330" cy="134100"/>
            <a:chOff x="2734920" y="3980886"/>
            <a:chExt cx="6577330" cy="134100"/>
          </a:xfrm>
        </p:grpSpPr>
        <p:sp>
          <p:nvSpPr>
            <p:cNvPr id="2326" name="Google Shape;2326;p62"/>
            <p:cNvSpPr/>
            <p:nvPr/>
          </p:nvSpPr>
          <p:spPr>
            <a:xfrm rot="10800000">
              <a:off x="2734920" y="3980886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7" name="Google Shape;2327;p62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8" name="Google Shape;2328;p62"/>
            <p:cNvSpPr/>
            <p:nvPr/>
          </p:nvSpPr>
          <p:spPr>
            <a:xfrm rot="10800000">
              <a:off x="2765107" y="4011044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8" r="5795"/>
          <a:stretch/>
        </p:blipFill>
        <p:spPr>
          <a:xfrm>
            <a:off x="2319772" y="1803802"/>
            <a:ext cx="6122127" cy="385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1701" t="19541"/>
          <a:stretch/>
        </p:blipFill>
        <p:spPr>
          <a:xfrm>
            <a:off x="128246" y="2882645"/>
            <a:ext cx="8879602" cy="3037333"/>
          </a:xfrm>
          <a:prstGeom prst="rect">
            <a:avLst/>
          </a:prstGeom>
        </p:spPr>
      </p:pic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423490" y="1582696"/>
            <a:ext cx="3776667" cy="1002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Запущен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составе мульти-контейнерной системы, содержащий образ СУБД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416284" y="865395"/>
            <a:ext cx="2292081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 smtClean="0"/>
              <a:t>Развёртывание в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Развёртывание БД</a:t>
            </a:r>
            <a:endParaRPr dirty="0"/>
          </a:p>
        </p:txBody>
      </p:sp>
      <p:pic>
        <p:nvPicPr>
          <p:cNvPr id="6" name="Picture 16" descr="https://yastatic.net/naydex/yandex-search/J1A3S0p05/f639e3UdtrG/sjYTftRHnGPnmsMLafqNF5enpGVMN_V6q_djc-v4yH3N708ics2X2FN47LJ5Dps8HCHeHL9NTFpJ09zzU7Ecjn2823IYG9TuaQCPAK--SYICZGahXrAnuz357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0" y="1285258"/>
            <a:ext cx="1302647" cy="29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4574849" y="1592333"/>
            <a:ext cx="4432999" cy="1002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При помощи инструмента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передан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DDL-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скрипт инициализации таблиц на основе модели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4567643" y="875032"/>
            <a:ext cx="2404513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 smtClean="0"/>
              <a:t>Добавление таблиц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14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242114" y="1403289"/>
            <a:ext cx="8823509" cy="799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подключения с целью проверки БД был выбрал универсальный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графический клиент для работы с базами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данных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DBeaver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242114" y="701466"/>
            <a:ext cx="2866847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 smtClean="0"/>
              <a:t>Подключение к БД через </a:t>
            </a:r>
            <a:r>
              <a:rPr lang="en-US" dirty="0" err="1"/>
              <a:t>DBeaver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Развёртывание БД</a:t>
            </a:r>
            <a:endParaRPr dirty="0"/>
          </a:p>
        </p:txBody>
      </p:sp>
      <p:pic>
        <p:nvPicPr>
          <p:cNvPr id="1026" name="Picture 2" descr="https://yastatic.net/naydex/yandex-search/jp1Ky2909/f34079SrcVl/sgnX4fV1QvuHtsezr3IqmMd3p5JbyP-V4AEMd1Ag6pA9_-KwDHEwRVCZ3in4KMyFWXJsQ37nytF2r2kMVXgIb_2En-3-bQ0wyq8Kdik2-FiUt6fWDhq6Vby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644" y="732713"/>
            <a:ext cx="757957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95" y="2192493"/>
            <a:ext cx="6800986" cy="409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3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1815225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014051" y="471678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377905" y="-1076281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448805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Документация</a:t>
            </a:r>
            <a:endParaRPr sz="3600" dirty="0"/>
          </a:p>
        </p:txBody>
      </p:sp>
      <p:sp>
        <p:nvSpPr>
          <p:cNvPr id="47" name="Google Shape;1458;p36"/>
          <p:cNvSpPr txBox="1">
            <a:spLocks/>
          </p:cNvSpPr>
          <p:nvPr/>
        </p:nvSpPr>
        <p:spPr>
          <a:xfrm>
            <a:off x="430633" y="1578512"/>
            <a:ext cx="7244737" cy="203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600"/>
              </a:spcAft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Настроен простой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CI/CD-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пайплайн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автоматической сборки документации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 использованием .</a:t>
            </a:r>
          </a:p>
          <a:p>
            <a:pPr marL="0" indent="0">
              <a:spcAft>
                <a:spcPts val="600"/>
              </a:spcAft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коммите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изменений система сама собирает актуальную документацию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md-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файлы в одном месте и публикует на веб-страницу.</a:t>
            </a:r>
          </a:p>
        </p:txBody>
      </p:sp>
      <p:sp>
        <p:nvSpPr>
          <p:cNvPr id="48" name="Google Shape;1466;p36"/>
          <p:cNvSpPr txBox="1">
            <a:spLocks/>
          </p:cNvSpPr>
          <p:nvPr/>
        </p:nvSpPr>
        <p:spPr>
          <a:xfrm>
            <a:off x="428136" y="1290047"/>
            <a:ext cx="3166697" cy="442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 err="1"/>
              <a:t>G</a:t>
            </a:r>
            <a:r>
              <a:rPr lang="en-US" sz="2400" b="1" dirty="0" err="1" smtClean="0"/>
              <a:t>ithub</a:t>
            </a:r>
            <a:r>
              <a:rPr lang="en-US" sz="2400" b="1" dirty="0" smtClean="0"/>
              <a:t> Actions</a:t>
            </a:r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14" y="3792987"/>
            <a:ext cx="5353797" cy="2629267"/>
          </a:xfrm>
          <a:prstGeom prst="rect">
            <a:avLst/>
          </a:prstGeom>
        </p:spPr>
      </p:pic>
      <p:pic>
        <p:nvPicPr>
          <p:cNvPr id="49" name="Picture 6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663" y="2005990"/>
            <a:ext cx="1663628" cy="42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68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64" y="2544603"/>
            <a:ext cx="8808268" cy="3706594"/>
          </a:xfrm>
          <a:prstGeom prst="rect">
            <a:avLst/>
          </a:prstGeom>
        </p:spPr>
      </p:pic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1815225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231163" y="4940684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4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726834" y="-171637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4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448805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Документация</a:t>
            </a:r>
            <a:endParaRPr sz="3600" dirty="0"/>
          </a:p>
        </p:txBody>
      </p:sp>
      <p:sp>
        <p:nvSpPr>
          <p:cNvPr id="47" name="Google Shape;1458;p36"/>
          <p:cNvSpPr txBox="1">
            <a:spLocks/>
          </p:cNvSpPr>
          <p:nvPr/>
        </p:nvSpPr>
        <p:spPr>
          <a:xfrm>
            <a:off x="110575" y="1555173"/>
            <a:ext cx="8831679" cy="85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600"/>
              </a:spcAft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Полученная страница публикуется на открытой веб-странице, уже содержащей все необходимые элементы для удобной навигации</a:t>
            </a:r>
          </a:p>
        </p:txBody>
      </p:sp>
      <p:sp>
        <p:nvSpPr>
          <p:cNvPr id="48" name="Google Shape;1466;p36"/>
          <p:cNvSpPr txBox="1">
            <a:spLocks/>
          </p:cNvSpPr>
          <p:nvPr/>
        </p:nvSpPr>
        <p:spPr>
          <a:xfrm>
            <a:off x="108078" y="1266707"/>
            <a:ext cx="3166697" cy="442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 err="1"/>
              <a:t>G</a:t>
            </a:r>
            <a:r>
              <a:rPr lang="en-US" sz="2400" b="1" dirty="0" err="1" smtClean="0"/>
              <a:t>ithub</a:t>
            </a:r>
            <a:r>
              <a:rPr lang="en-US" sz="2400" b="1" dirty="0" smtClean="0"/>
              <a:t> Pages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82376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592567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014051" y="471678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377905" y="-1076281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Перспективы развития</a:t>
            </a:r>
            <a:endParaRPr sz="3600" dirty="0"/>
          </a:p>
        </p:txBody>
      </p:sp>
      <p:sp>
        <p:nvSpPr>
          <p:cNvPr id="50" name="Google Shape;1767;p45"/>
          <p:cNvSpPr txBox="1">
            <a:spLocks/>
          </p:cNvSpPr>
          <p:nvPr/>
        </p:nvSpPr>
        <p:spPr>
          <a:xfrm>
            <a:off x="300893" y="1078373"/>
            <a:ext cx="6837069" cy="165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b="1" dirty="0" smtClean="0"/>
              <a:t>Переход </a:t>
            </a:r>
            <a:r>
              <a:rPr lang="ru-RU" sz="1800" b="1" dirty="0"/>
              <a:t>к </a:t>
            </a:r>
            <a:r>
              <a:rPr lang="ru-RU" sz="1800" b="1" dirty="0" err="1"/>
              <a:t>микросервисной</a:t>
            </a:r>
            <a:r>
              <a:rPr lang="ru-RU" sz="1800" b="1" dirty="0"/>
              <a:t> </a:t>
            </a:r>
            <a:r>
              <a:rPr lang="ru-RU" sz="1800" b="1" dirty="0" smtClean="0"/>
              <a:t>архитектуре</a:t>
            </a:r>
          </a:p>
          <a:p>
            <a:pPr marL="0" indent="0"/>
            <a:r>
              <a:rPr lang="ru-RU" dirty="0"/>
              <a:t>Ключевые функции </a:t>
            </a:r>
            <a:r>
              <a:rPr lang="ru-RU" dirty="0" smtClean="0"/>
              <a:t>выделятся </a:t>
            </a:r>
            <a:r>
              <a:rPr lang="ru-RU" dirty="0"/>
              <a:t>в независимые сервисы с изолированными хранилищами данных, а взаимодействие между ними организуется преимущественно асинхронно через брокер сообщений. Такой подход обеспечит слабую связанность компонентов и устойчивость к сбоям, оставив синхронные вызовы только для </a:t>
            </a:r>
            <a:r>
              <a:rPr lang="ru-RU" dirty="0" smtClean="0"/>
              <a:t>критичных операций.</a:t>
            </a:r>
            <a:endParaRPr lang="ru-RU" dirty="0"/>
          </a:p>
        </p:txBody>
      </p:sp>
      <p:grpSp>
        <p:nvGrpSpPr>
          <p:cNvPr id="51" name="Google Shape;1768;p45"/>
          <p:cNvGrpSpPr/>
          <p:nvPr/>
        </p:nvGrpSpPr>
        <p:grpSpPr>
          <a:xfrm>
            <a:off x="-74792" y="2354893"/>
            <a:ext cx="480890" cy="641599"/>
            <a:chOff x="959750" y="3039275"/>
            <a:chExt cx="582050" cy="582425"/>
          </a:xfrm>
        </p:grpSpPr>
        <p:sp>
          <p:nvSpPr>
            <p:cNvPr id="52" name="Google Shape;1769;p45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70;p45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71;p45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72;p45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73;p45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74;p45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75;p45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1767;p45"/>
          <p:cNvSpPr txBox="1">
            <a:spLocks/>
          </p:cNvSpPr>
          <p:nvPr/>
        </p:nvSpPr>
        <p:spPr>
          <a:xfrm>
            <a:off x="1894751" y="2887804"/>
            <a:ext cx="6779016" cy="132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Интеграция с внешним сервисом авторизации </a:t>
            </a:r>
            <a:r>
              <a:rPr lang="ru-RU" sz="1800" b="1" dirty="0" smtClean="0"/>
              <a:t>клиентов</a:t>
            </a:r>
          </a:p>
          <a:p>
            <a:pPr marL="0" indent="0">
              <a:buNone/>
            </a:pPr>
            <a:r>
              <a:rPr lang="ru-RU" dirty="0"/>
              <a:t>Интеграция с существующими системами идентификации образовательного учреждения позволит повысить удобство использования и снизить операционные затраты на управление учётными записями.</a:t>
            </a:r>
          </a:p>
        </p:txBody>
      </p:sp>
      <p:sp>
        <p:nvSpPr>
          <p:cNvPr id="63" name="Google Shape;1767;p45"/>
          <p:cNvSpPr txBox="1">
            <a:spLocks/>
          </p:cNvSpPr>
          <p:nvPr/>
        </p:nvSpPr>
        <p:spPr>
          <a:xfrm>
            <a:off x="342530" y="4393261"/>
            <a:ext cx="6891304" cy="226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Продвинутая аналитика и прогнозирование на основе моделей машинного </a:t>
            </a:r>
            <a:r>
              <a:rPr lang="ru-RU" sz="1800" b="1" dirty="0" smtClean="0"/>
              <a:t>обучения</a:t>
            </a:r>
          </a:p>
          <a:p>
            <a:pPr marL="0" indent="0">
              <a:buNone/>
            </a:pPr>
            <a:r>
              <a:rPr lang="ru-RU" dirty="0"/>
              <a:t>Для интеллектуальной поддержки принятия решений в систему добавляется </a:t>
            </a:r>
            <a:r>
              <a:rPr lang="ru-RU" dirty="0" smtClean="0"/>
              <a:t>сервис </a:t>
            </a:r>
            <a:r>
              <a:rPr lang="ru-RU" dirty="0"/>
              <a:t>аналитики, </a:t>
            </a:r>
            <a:r>
              <a:rPr lang="ru-RU" dirty="0" smtClean="0"/>
              <a:t>читающий </a:t>
            </a:r>
            <a:r>
              <a:rPr lang="ru-RU" dirty="0"/>
              <a:t>события из брокера сообщений без блокировки основных транзакций. Регрессионные модели на основе исторических данных будут динамически прогнозировать время </a:t>
            </a:r>
            <a:r>
              <a:rPr lang="ru-RU" dirty="0" smtClean="0"/>
              <a:t>ожидания, а </a:t>
            </a:r>
            <a:r>
              <a:rPr lang="ru-RU" dirty="0"/>
              <a:t>модели классификации оптимизируют </a:t>
            </a:r>
            <a:r>
              <a:rPr lang="ru-RU" dirty="0" err="1"/>
              <a:t>приоритизацию</a:t>
            </a:r>
            <a:r>
              <a:rPr lang="ru-RU" dirty="0"/>
              <a:t> и автоматический вызов.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621" y="1238416"/>
            <a:ext cx="1381146" cy="138114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64" y="2918460"/>
            <a:ext cx="1303363" cy="130336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995" y="4787082"/>
            <a:ext cx="1389358" cy="138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9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756" y="448725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703" y="-200871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Итоги спринтов</a:t>
            </a:r>
            <a:endParaRPr sz="3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92" y="994965"/>
            <a:ext cx="9161574" cy="545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8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592567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Разработка архитектуры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014051" y="471678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377905" y="-1076281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Практические выводы</a:t>
            </a:r>
            <a:endParaRPr sz="3600" dirty="0"/>
          </a:p>
        </p:txBody>
      </p:sp>
      <p:sp>
        <p:nvSpPr>
          <p:cNvPr id="50" name="Google Shape;1767;p45"/>
          <p:cNvSpPr txBox="1">
            <a:spLocks/>
          </p:cNvSpPr>
          <p:nvPr/>
        </p:nvSpPr>
        <p:spPr>
          <a:xfrm>
            <a:off x="300893" y="1036139"/>
            <a:ext cx="8457767" cy="78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2000" dirty="0" smtClean="0"/>
              <a:t>• </a:t>
            </a:r>
            <a:r>
              <a:rPr lang="ru-RU" sz="1800" dirty="0" smtClean="0"/>
              <a:t>Перед непосредственным началом разработки архитектуры необходимо проработать модель данных</a:t>
            </a:r>
            <a:endParaRPr lang="ru-RU" sz="1800" dirty="0"/>
          </a:p>
        </p:txBody>
      </p:sp>
      <p:grpSp>
        <p:nvGrpSpPr>
          <p:cNvPr id="51" name="Google Shape;1768;p45"/>
          <p:cNvGrpSpPr/>
          <p:nvPr/>
        </p:nvGrpSpPr>
        <p:grpSpPr>
          <a:xfrm>
            <a:off x="-74792" y="2354893"/>
            <a:ext cx="480890" cy="641599"/>
            <a:chOff x="959750" y="3039275"/>
            <a:chExt cx="582050" cy="582425"/>
          </a:xfrm>
        </p:grpSpPr>
        <p:sp>
          <p:nvSpPr>
            <p:cNvPr id="52" name="Google Shape;1769;p45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70;p45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71;p45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72;p45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73;p45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74;p45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75;p45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1767;p45"/>
          <p:cNvSpPr txBox="1">
            <a:spLocks/>
          </p:cNvSpPr>
          <p:nvPr/>
        </p:nvSpPr>
        <p:spPr>
          <a:xfrm>
            <a:off x="346804" y="3372755"/>
            <a:ext cx="8457767" cy="78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dirty="0"/>
              <a:t>• Выбор </a:t>
            </a:r>
            <a:r>
              <a:rPr lang="ru-RU" sz="1800" dirty="0" smtClean="0"/>
              <a:t>технологического стека необходимо производить после завершения разработки архитектуры</a:t>
            </a:r>
            <a:endParaRPr lang="ru-RU" sz="1800" dirty="0"/>
          </a:p>
        </p:txBody>
      </p:sp>
      <p:sp>
        <p:nvSpPr>
          <p:cNvPr id="65" name="Google Shape;1767;p45"/>
          <p:cNvSpPr txBox="1">
            <a:spLocks/>
          </p:cNvSpPr>
          <p:nvPr/>
        </p:nvSpPr>
        <p:spPr>
          <a:xfrm>
            <a:off x="348834" y="4157462"/>
            <a:ext cx="8463667" cy="78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dirty="0"/>
              <a:t>• Для </a:t>
            </a:r>
            <a:r>
              <a:rPr lang="ru-RU" sz="1800" dirty="0" smtClean="0"/>
              <a:t>перехода к разработке кода веб-приложения необходимо разработать документацию </a:t>
            </a:r>
            <a:r>
              <a:rPr lang="en-US" sz="1800" dirty="0" smtClean="0"/>
              <a:t>REST API</a:t>
            </a:r>
            <a:r>
              <a:rPr lang="en-US" sz="1800" dirty="0"/>
              <a:t> </a:t>
            </a:r>
            <a:r>
              <a:rPr lang="ru-RU" sz="1800" dirty="0"/>
              <a:t>и</a:t>
            </a:r>
            <a:r>
              <a:rPr lang="ru-RU" sz="1800" dirty="0" smtClean="0"/>
              <a:t> </a:t>
            </a:r>
            <a:r>
              <a:rPr lang="en-US" sz="1800" dirty="0" smtClean="0"/>
              <a:t>DTO</a:t>
            </a:r>
            <a:endParaRPr lang="ru-RU" sz="1800" dirty="0"/>
          </a:p>
        </p:txBody>
      </p:sp>
      <p:sp>
        <p:nvSpPr>
          <p:cNvPr id="66" name="Google Shape;1767;p45"/>
          <p:cNvSpPr txBox="1">
            <a:spLocks/>
          </p:cNvSpPr>
          <p:nvPr/>
        </p:nvSpPr>
        <p:spPr>
          <a:xfrm>
            <a:off x="287906" y="1816676"/>
            <a:ext cx="8457767" cy="78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dirty="0"/>
              <a:t>• </a:t>
            </a:r>
            <a:r>
              <a:rPr lang="ru-RU" sz="1800" dirty="0" smtClean="0"/>
              <a:t>К каждой диаграмме архитектуры необходимо сразу писать текстовое пояснение в документации</a:t>
            </a:r>
            <a:endParaRPr lang="ru-RU" sz="1800" dirty="0"/>
          </a:p>
        </p:txBody>
      </p:sp>
      <p:sp>
        <p:nvSpPr>
          <p:cNvPr id="67" name="Google Shape;1767;p45"/>
          <p:cNvSpPr txBox="1">
            <a:spLocks/>
          </p:cNvSpPr>
          <p:nvPr/>
        </p:nvSpPr>
        <p:spPr>
          <a:xfrm>
            <a:off x="317299" y="2590096"/>
            <a:ext cx="8457767" cy="78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dirty="0"/>
              <a:t>• </a:t>
            </a:r>
            <a:r>
              <a:rPr lang="ru-RU" sz="1800" dirty="0" smtClean="0"/>
              <a:t>Словарь терминов необходимо составлять сразу после начала разработки архитектуры и дополнять в процессе работы</a:t>
            </a:r>
            <a:endParaRPr lang="ru-RU" sz="1800" dirty="0"/>
          </a:p>
        </p:txBody>
      </p:sp>
      <p:sp>
        <p:nvSpPr>
          <p:cNvPr id="68" name="Google Shape;1767;p45"/>
          <p:cNvSpPr txBox="1">
            <a:spLocks/>
          </p:cNvSpPr>
          <p:nvPr/>
        </p:nvSpPr>
        <p:spPr>
          <a:xfrm>
            <a:off x="294993" y="4938735"/>
            <a:ext cx="8463667" cy="78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dirty="0" smtClean="0"/>
              <a:t>•</a:t>
            </a:r>
            <a:r>
              <a:rPr lang="en-US" sz="1800" dirty="0" smtClean="0"/>
              <a:t> </a:t>
            </a:r>
            <a:r>
              <a:rPr lang="ru-RU" sz="1800" dirty="0" smtClean="0"/>
              <a:t>Выбор между </a:t>
            </a:r>
            <a:r>
              <a:rPr lang="en-US" sz="1800" dirty="0" err="1" smtClean="0"/>
              <a:t>WebSocket</a:t>
            </a:r>
            <a:r>
              <a:rPr lang="ru-RU" sz="1800" dirty="0" smtClean="0"/>
              <a:t> и </a:t>
            </a:r>
            <a:r>
              <a:rPr lang="en-US" sz="1800" dirty="0" smtClean="0"/>
              <a:t>Polling</a:t>
            </a:r>
            <a:r>
              <a:rPr lang="ru-RU" sz="1800" dirty="0" smtClean="0"/>
              <a:t>,</a:t>
            </a:r>
            <a:r>
              <a:rPr lang="en-US" sz="1800" dirty="0" smtClean="0"/>
              <a:t> </a:t>
            </a:r>
            <a:r>
              <a:rPr lang="ru-RU" sz="1800" dirty="0" smtClean="0"/>
              <a:t>и места их применения необходимо производить на этапе разработки архитектуры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5914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>
          <a:extLst>
            <a:ext uri="{FF2B5EF4-FFF2-40B4-BE49-F238E27FC236}">
              <a16:creationId xmlns:a16="http://schemas.microsoft.com/office/drawing/2014/main" id="{6AD9569F-F640-D132-2F9F-791E96D7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6" name="Google Shape;1476;p37">
            <a:extLst>
              <a:ext uri="{FF2B5EF4-FFF2-40B4-BE49-F238E27FC236}">
                <a16:creationId xmlns:a16="http://schemas.microsoft.com/office/drawing/2014/main" id="{1DE98D83-9B4F-340D-BF0E-BCAB157BC491}"/>
              </a:ext>
            </a:extLst>
          </p:cNvPr>
          <p:cNvGrpSpPr/>
          <p:nvPr/>
        </p:nvGrpSpPr>
        <p:grpSpPr>
          <a:xfrm>
            <a:off x="-973337" y="4582175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>
              <a:extLst>
                <a:ext uri="{FF2B5EF4-FFF2-40B4-BE49-F238E27FC236}">
                  <a16:creationId xmlns:a16="http://schemas.microsoft.com/office/drawing/2014/main" id="{8767377B-F432-F0F0-55CA-1D110492EC2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>
              <a:extLst>
                <a:ext uri="{FF2B5EF4-FFF2-40B4-BE49-F238E27FC236}">
                  <a16:creationId xmlns:a16="http://schemas.microsoft.com/office/drawing/2014/main" id="{1F99BFEA-1E29-DCBA-772C-D31D9F881641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>
                <a:extLst>
                  <a:ext uri="{FF2B5EF4-FFF2-40B4-BE49-F238E27FC236}">
                    <a16:creationId xmlns:a16="http://schemas.microsoft.com/office/drawing/2014/main" id="{9E3CE8B1-F312-65EF-A781-AE3B49C74B60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>
                <a:extLst>
                  <a:ext uri="{FF2B5EF4-FFF2-40B4-BE49-F238E27FC236}">
                    <a16:creationId xmlns:a16="http://schemas.microsoft.com/office/drawing/2014/main" id="{DB02408A-6838-9D44-4A57-0ADEC271F701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>
                <a:extLst>
                  <a:ext uri="{FF2B5EF4-FFF2-40B4-BE49-F238E27FC236}">
                    <a16:creationId xmlns:a16="http://schemas.microsoft.com/office/drawing/2014/main" id="{71FAD5FC-0A6B-96EF-4B31-38485695C078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>
            <a:extLst>
              <a:ext uri="{FF2B5EF4-FFF2-40B4-BE49-F238E27FC236}">
                <a16:creationId xmlns:a16="http://schemas.microsoft.com/office/drawing/2014/main" id="{3AEB816A-63EC-D76B-82D7-C0F3DBD43068}"/>
              </a:ext>
            </a:extLst>
          </p:cNvPr>
          <p:cNvGrpSpPr/>
          <p:nvPr/>
        </p:nvGrpSpPr>
        <p:grpSpPr>
          <a:xfrm>
            <a:off x="7522955" y="-1244942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>
              <a:extLst>
                <a:ext uri="{FF2B5EF4-FFF2-40B4-BE49-F238E27FC236}">
                  <a16:creationId xmlns:a16="http://schemas.microsoft.com/office/drawing/2014/main" id="{FCF33FDA-88A9-6F62-1B5E-6B7E7D6B0CBF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>
              <a:extLst>
                <a:ext uri="{FF2B5EF4-FFF2-40B4-BE49-F238E27FC236}">
                  <a16:creationId xmlns:a16="http://schemas.microsoft.com/office/drawing/2014/main" id="{0CEB853C-E3EF-B575-1486-7CA6DC777458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>
              <a:extLst>
                <a:ext uri="{FF2B5EF4-FFF2-40B4-BE49-F238E27FC236}">
                  <a16:creationId xmlns:a16="http://schemas.microsoft.com/office/drawing/2014/main" id="{1952995D-EA03-7210-749F-D1C2428477B5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>
              <a:extLst>
                <a:ext uri="{FF2B5EF4-FFF2-40B4-BE49-F238E27FC236}">
                  <a16:creationId xmlns:a16="http://schemas.microsoft.com/office/drawing/2014/main" id="{A8862B4D-CA91-AA0E-D5FB-330E06CB3158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>
              <a:extLst>
                <a:ext uri="{FF2B5EF4-FFF2-40B4-BE49-F238E27FC236}">
                  <a16:creationId xmlns:a16="http://schemas.microsoft.com/office/drawing/2014/main" id="{74FE22C0-4599-A872-91FB-046CCFB80F97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>
              <a:extLst>
                <a:ext uri="{FF2B5EF4-FFF2-40B4-BE49-F238E27FC236}">
                  <a16:creationId xmlns:a16="http://schemas.microsoft.com/office/drawing/2014/main" id="{B3F67CE4-AE86-CCD2-A0FB-827DC02F2F0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>
              <a:extLst>
                <a:ext uri="{FF2B5EF4-FFF2-40B4-BE49-F238E27FC236}">
                  <a16:creationId xmlns:a16="http://schemas.microsoft.com/office/drawing/2014/main" id="{523CD56B-F89A-54D8-2393-B5890979B5D0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>
                <a:extLst>
                  <a:ext uri="{FF2B5EF4-FFF2-40B4-BE49-F238E27FC236}">
                    <a16:creationId xmlns:a16="http://schemas.microsoft.com/office/drawing/2014/main" id="{9D6FBC0F-CD68-D802-D481-ED5829CC9C01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>
                <a:extLst>
                  <a:ext uri="{FF2B5EF4-FFF2-40B4-BE49-F238E27FC236}">
                    <a16:creationId xmlns:a16="http://schemas.microsoft.com/office/drawing/2014/main" id="{711ED9E0-D2F5-859E-5F2D-CE8CE890E3F2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>
                <a:extLst>
                  <a:ext uri="{FF2B5EF4-FFF2-40B4-BE49-F238E27FC236}">
                    <a16:creationId xmlns:a16="http://schemas.microsoft.com/office/drawing/2014/main" id="{908038C8-17BA-3661-236D-DC4406B964F7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>
                <a:extLst>
                  <a:ext uri="{FF2B5EF4-FFF2-40B4-BE49-F238E27FC236}">
                    <a16:creationId xmlns:a16="http://schemas.microsoft.com/office/drawing/2014/main" id="{53145E93-FCCB-1AF8-2417-6DAE026F78E1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>
                <a:extLst>
                  <a:ext uri="{FF2B5EF4-FFF2-40B4-BE49-F238E27FC236}">
                    <a16:creationId xmlns:a16="http://schemas.microsoft.com/office/drawing/2014/main" id="{EC8A84D4-26D7-400A-E381-9C941240EBA5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>
                <a:extLst>
                  <a:ext uri="{FF2B5EF4-FFF2-40B4-BE49-F238E27FC236}">
                    <a16:creationId xmlns:a16="http://schemas.microsoft.com/office/drawing/2014/main" id="{B2091AEE-A9CF-410F-19AD-1FA58EBA6D0A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>
                <a:extLst>
                  <a:ext uri="{FF2B5EF4-FFF2-40B4-BE49-F238E27FC236}">
                    <a16:creationId xmlns:a16="http://schemas.microsoft.com/office/drawing/2014/main" id="{2BCB7A83-7CBF-AD8E-9BBE-8FBC2DC35DC8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>
              <a:extLst>
                <a:ext uri="{FF2B5EF4-FFF2-40B4-BE49-F238E27FC236}">
                  <a16:creationId xmlns:a16="http://schemas.microsoft.com/office/drawing/2014/main" id="{414AF28E-22F3-5CF8-77A2-04A210F25E61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>
                <a:extLst>
                  <a:ext uri="{FF2B5EF4-FFF2-40B4-BE49-F238E27FC236}">
                    <a16:creationId xmlns:a16="http://schemas.microsoft.com/office/drawing/2014/main" id="{25A32CCE-A643-11FE-5D87-C40FB0AACD16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>
                <a:extLst>
                  <a:ext uri="{FF2B5EF4-FFF2-40B4-BE49-F238E27FC236}">
                    <a16:creationId xmlns:a16="http://schemas.microsoft.com/office/drawing/2014/main" id="{C8B80157-3E9F-05C0-1E16-69C40099533B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>
                <a:extLst>
                  <a:ext uri="{FF2B5EF4-FFF2-40B4-BE49-F238E27FC236}">
                    <a16:creationId xmlns:a16="http://schemas.microsoft.com/office/drawing/2014/main" id="{6D0728F9-A922-E00B-E220-BCDAD0C2F88B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>
                <a:extLst>
                  <a:ext uri="{FF2B5EF4-FFF2-40B4-BE49-F238E27FC236}">
                    <a16:creationId xmlns:a16="http://schemas.microsoft.com/office/drawing/2014/main" id="{C1F5F819-C643-35F2-AF01-F7EBAA0F40D4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>
                <a:extLst>
                  <a:ext uri="{FF2B5EF4-FFF2-40B4-BE49-F238E27FC236}">
                    <a16:creationId xmlns:a16="http://schemas.microsoft.com/office/drawing/2014/main" id="{FD243C61-629C-88DB-ED88-85802BDC25DB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>
                <a:extLst>
                  <a:ext uri="{FF2B5EF4-FFF2-40B4-BE49-F238E27FC236}">
                    <a16:creationId xmlns:a16="http://schemas.microsoft.com/office/drawing/2014/main" id="{3E29FC02-36AC-5FC8-9647-9CA3D133F6A8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>
                <a:extLst>
                  <a:ext uri="{FF2B5EF4-FFF2-40B4-BE49-F238E27FC236}">
                    <a16:creationId xmlns:a16="http://schemas.microsoft.com/office/drawing/2014/main" id="{26175CDD-BCD6-D744-F11B-5975ED3CD4A7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>
              <a:extLst>
                <a:ext uri="{FF2B5EF4-FFF2-40B4-BE49-F238E27FC236}">
                  <a16:creationId xmlns:a16="http://schemas.microsoft.com/office/drawing/2014/main" id="{235475FD-E63E-4243-EC96-DD6F5B8BE2A8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>
                <a:extLst>
                  <a:ext uri="{FF2B5EF4-FFF2-40B4-BE49-F238E27FC236}">
                    <a16:creationId xmlns:a16="http://schemas.microsoft.com/office/drawing/2014/main" id="{CA42EEA6-0117-6CD3-C576-5900464664B3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>
                <a:extLst>
                  <a:ext uri="{FF2B5EF4-FFF2-40B4-BE49-F238E27FC236}">
                    <a16:creationId xmlns:a16="http://schemas.microsoft.com/office/drawing/2014/main" id="{969E4C4A-327F-58B3-00EF-17266631F8D7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>
              <a:extLst>
                <a:ext uri="{FF2B5EF4-FFF2-40B4-BE49-F238E27FC236}">
                  <a16:creationId xmlns:a16="http://schemas.microsoft.com/office/drawing/2014/main" id="{BEBF11A6-C3B8-E97F-B3AF-8130B28A3AC5}"/>
                </a:ext>
              </a:extLst>
            </p:cNvPr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>
                <a:extLst>
                  <a:ext uri="{FF2B5EF4-FFF2-40B4-BE49-F238E27FC236}">
                    <a16:creationId xmlns:a16="http://schemas.microsoft.com/office/drawing/2014/main" id="{474E6F6A-3B07-B294-B493-3BD08391261B}"/>
                  </a:ext>
                </a:extLst>
              </p:cNvPr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>
                <a:extLst>
                  <a:ext uri="{FF2B5EF4-FFF2-40B4-BE49-F238E27FC236}">
                    <a16:creationId xmlns:a16="http://schemas.microsoft.com/office/drawing/2014/main" id="{29F3E77E-3295-8BA4-234A-C6FD71E32953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>
              <a:extLst>
                <a:ext uri="{FF2B5EF4-FFF2-40B4-BE49-F238E27FC236}">
                  <a16:creationId xmlns:a16="http://schemas.microsoft.com/office/drawing/2014/main" id="{DCF375B5-C0A3-8195-3D80-677D50FABB5A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>
            <a:extLst>
              <a:ext uri="{FF2B5EF4-FFF2-40B4-BE49-F238E27FC236}">
                <a16:creationId xmlns:a16="http://schemas.microsoft.com/office/drawing/2014/main" id="{E5379F93-E6E8-B255-EB09-8FD71483ACFC}"/>
              </a:ext>
            </a:extLst>
          </p:cNvPr>
          <p:cNvGrpSpPr/>
          <p:nvPr/>
        </p:nvGrpSpPr>
        <p:grpSpPr>
          <a:xfrm>
            <a:off x="555310" y="97380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>
              <a:extLst>
                <a:ext uri="{FF2B5EF4-FFF2-40B4-BE49-F238E27FC236}">
                  <a16:creationId xmlns:a16="http://schemas.microsoft.com/office/drawing/2014/main" id="{69440671-5FF9-2264-AC3D-02A482F7ACE9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>
              <a:extLst>
                <a:ext uri="{FF2B5EF4-FFF2-40B4-BE49-F238E27FC236}">
                  <a16:creationId xmlns:a16="http://schemas.microsoft.com/office/drawing/2014/main" id="{D360ACFE-4DDA-1C28-97D7-CB21B7D80D1F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>
              <a:extLst>
                <a:ext uri="{FF2B5EF4-FFF2-40B4-BE49-F238E27FC236}">
                  <a16:creationId xmlns:a16="http://schemas.microsoft.com/office/drawing/2014/main" id="{97E02AA2-3C65-D63B-4D0B-80905197E89B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>
            <a:extLst>
              <a:ext uri="{FF2B5EF4-FFF2-40B4-BE49-F238E27FC236}">
                <a16:creationId xmlns:a16="http://schemas.microsoft.com/office/drawing/2014/main" id="{E31ED6A2-55FB-D29E-A687-3104D498E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137" y="153772"/>
            <a:ext cx="52260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BM Plex Mono" panose="020B0509050203000203" pitchFamily="49" charset="-52"/>
              </a:rPr>
              <a:t>Ретроспектива</a:t>
            </a:r>
            <a:endParaRPr dirty="0">
              <a:latin typeface="IBM Plex Mono" panose="020B0509050203000203" pitchFamily="49" charset="-52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16BB50D-5058-F996-033E-AFCACD30D29E}"/>
              </a:ext>
            </a:extLst>
          </p:cNvPr>
          <p:cNvSpPr/>
          <p:nvPr/>
        </p:nvSpPr>
        <p:spPr>
          <a:xfrm>
            <a:off x="308762" y="1454834"/>
            <a:ext cx="4217104" cy="4998727"/>
          </a:xfrm>
          <a:prstGeom prst="roundRect">
            <a:avLst/>
          </a:prstGeom>
          <a:solidFill>
            <a:srgbClr val="5ED898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1C10B21-4A06-22FB-D7DA-E13B750B9599}"/>
              </a:ext>
            </a:extLst>
          </p:cNvPr>
          <p:cNvSpPr/>
          <p:nvPr/>
        </p:nvSpPr>
        <p:spPr>
          <a:xfrm>
            <a:off x="4706170" y="1454835"/>
            <a:ext cx="4217104" cy="4998726"/>
          </a:xfrm>
          <a:prstGeom prst="roundRect">
            <a:avLst/>
          </a:prstGeom>
          <a:solidFill>
            <a:srgbClr val="E488E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1475;p37">
            <a:extLst>
              <a:ext uri="{FF2B5EF4-FFF2-40B4-BE49-F238E27FC236}">
                <a16:creationId xmlns:a16="http://schemas.microsoft.com/office/drawing/2014/main" id="{4219398C-56D1-1DD0-8877-8F0A19DDF26C}"/>
              </a:ext>
            </a:extLst>
          </p:cNvPr>
          <p:cNvSpPr txBox="1">
            <a:spLocks/>
          </p:cNvSpPr>
          <p:nvPr/>
        </p:nvSpPr>
        <p:spPr>
          <a:xfrm>
            <a:off x="861826" y="1453504"/>
            <a:ext cx="2929944" cy="51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/>
            <a:r>
              <a:rPr lang="ru-RU" sz="2000" b="1" dirty="0" smtClean="0">
                <a:solidFill>
                  <a:srgbClr val="0C0A9E"/>
                </a:solidFill>
                <a:latin typeface="IBM Plex Mono" panose="020B0509050203000203" pitchFamily="49" charset="-52"/>
                <a:cs typeface="Arial" panose="020B0604020202020204" pitchFamily="34" charset="0"/>
                <a:sym typeface="IBM Plex Mono"/>
              </a:rPr>
              <a:t>Плюсы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Google Shape;1475;p37">
            <a:extLst>
              <a:ext uri="{FF2B5EF4-FFF2-40B4-BE49-F238E27FC236}">
                <a16:creationId xmlns:a16="http://schemas.microsoft.com/office/drawing/2014/main" id="{34C2F0AB-592B-5D3A-5CC3-D55E4F7D77B3}"/>
              </a:ext>
            </a:extLst>
          </p:cNvPr>
          <p:cNvSpPr txBox="1">
            <a:spLocks/>
          </p:cNvSpPr>
          <p:nvPr/>
        </p:nvSpPr>
        <p:spPr>
          <a:xfrm>
            <a:off x="6244115" y="1453504"/>
            <a:ext cx="1150720" cy="51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/>
            <a:r>
              <a:rPr kumimoji="0" lang="ru-RU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C0A9E"/>
                </a:solidFill>
                <a:effectLst/>
                <a:uLnTx/>
                <a:uFillTx/>
                <a:latin typeface="IBM Plex Mono" panose="020B0509050203000203" pitchFamily="49" charset="-52"/>
                <a:sym typeface="IBM Plex Mono"/>
              </a:rPr>
              <a:t>Минусы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Google Shape;1475;p37">
            <a:extLst>
              <a:ext uri="{FF2B5EF4-FFF2-40B4-BE49-F238E27FC236}">
                <a16:creationId xmlns:a16="http://schemas.microsoft.com/office/drawing/2014/main" id="{108C4502-FA8C-9954-0EC9-B253D5CF2855}"/>
              </a:ext>
            </a:extLst>
          </p:cNvPr>
          <p:cNvSpPr txBox="1">
            <a:spLocks/>
          </p:cNvSpPr>
          <p:nvPr/>
        </p:nvSpPr>
        <p:spPr>
          <a:xfrm>
            <a:off x="389662" y="1802298"/>
            <a:ext cx="4002108" cy="441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Выполнено 46 задач. Из них 43 – в срок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Проведено 3 дополнительные встречи с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преподавателем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Было большое количество мини собраний 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Получен уникальный, полезный опыт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работы в команде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Google Shape;1475;p37">
            <a:extLst>
              <a:ext uri="{FF2B5EF4-FFF2-40B4-BE49-F238E27FC236}">
                <a16:creationId xmlns:a16="http://schemas.microsoft.com/office/drawing/2014/main" id="{108C4502-FA8C-9954-0EC9-B253D5CF2855}"/>
              </a:ext>
            </a:extLst>
          </p:cNvPr>
          <p:cNvSpPr txBox="1">
            <a:spLocks/>
          </p:cNvSpPr>
          <p:nvPr/>
        </p:nvSpPr>
        <p:spPr>
          <a:xfrm>
            <a:off x="4814301" y="1802297"/>
            <a:ext cx="4002108" cy="441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Неравномерное распределение числа задач по участникам команды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Сложности с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декомпозицей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больших задач на более мелкие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Недостаточное число больших общих собраний команды</a:t>
            </a: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До окончания курсовой не успели перейти к разработке кода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buFont typeface="Wingdings" panose="05000000000000000000" pitchFamily="2" charset="2"/>
              <a:buChar char="§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02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48"/>
          <p:cNvSpPr txBox="1">
            <a:spLocks noGrp="1"/>
          </p:cNvSpPr>
          <p:nvPr>
            <p:ph type="title"/>
          </p:nvPr>
        </p:nvSpPr>
        <p:spPr>
          <a:xfrm>
            <a:off x="713225" y="2165455"/>
            <a:ext cx="4907399" cy="16581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tx1"/>
                </a:solidFill>
              </a:rPr>
              <a:t>Спасибо</a:t>
            </a:r>
            <a:r>
              <a:rPr lang="ru-RU" dirty="0" smtClean="0"/>
              <a:t> за внимание!</a:t>
            </a:r>
            <a:endParaRPr dirty="0"/>
          </a:p>
        </p:txBody>
      </p:sp>
      <p:grpSp>
        <p:nvGrpSpPr>
          <p:cNvPr id="1872" name="Google Shape;1872;p48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873" name="Google Shape;1873;p4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4" name="Google Shape;1874;p48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875" name="Google Shape;1875;p48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8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8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78" name="Google Shape;1878;p48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879" name="Google Shape;1879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0" name="Google Shape;1880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1" name="Google Shape;1881;p48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882" name="Google Shape;1882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3" name="Google Shape;1883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4" name="Google Shape;1884;p48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885" name="Google Shape;1885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7" name="Google Shape;1887;p48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888" name="Google Shape;1888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0" name="Google Shape;1890;p48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891" name="Google Shape;1891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93" name="Google Shape;1893;p48"/>
          <p:cNvGrpSpPr/>
          <p:nvPr/>
        </p:nvGrpSpPr>
        <p:grpSpPr>
          <a:xfrm>
            <a:off x="4361975" y="3628499"/>
            <a:ext cx="5022035" cy="4764449"/>
            <a:chOff x="4571996" y="2268220"/>
            <a:chExt cx="5022035" cy="4764449"/>
          </a:xfrm>
        </p:grpSpPr>
        <p:pic>
          <p:nvPicPr>
            <p:cNvPr id="1894" name="Google Shape;1894;p4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5" name="Google Shape;1895;p48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896" name="Google Shape;1896;p48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897" name="Google Shape;1897;p48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8" name="Google Shape;1898;p48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9" name="Google Shape;1899;p48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00" name="Google Shape;1900;p48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48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48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03" name="Google Shape;1903;p48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04" name="Google Shape;1904;p4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05" name="Google Shape;1905;p4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06" name="Google Shape;1906;p48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07" name="Google Shape;1907;p4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08" name="Google Shape;1908;p4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09" name="Google Shape;1909;p4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0" name="Google Shape;1910;p4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1" name="Google Shape;1911;p4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12" name="Google Shape;1912;p4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13" name="Google Shape;1913;p48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14" name="Google Shape;1914;p4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15" name="Google Shape;1915;p4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16" name="Google Shape;1916;p48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17" name="Google Shape;1917;p4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8" name="Google Shape;1918;p4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9" name="Google Shape;1919;p4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0" name="Google Shape;1920;p4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1" name="Google Shape;1921;p4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22" name="Google Shape;1922;p4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3" name="Google Shape;1923;p48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24" name="Google Shape;1924;p4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25" name="Google Shape;1925;p4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26" name="Google Shape;1926;p48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27" name="Google Shape;1927;p4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8" name="Google Shape;1928;p4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9" name="Google Shape;1929;p4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30" name="Google Shape;1930;p4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31" name="Google Shape;1931;p4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32" name="Google Shape;1932;p4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33" name="Google Shape;1933;p48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934" name="Google Shape;1934;p48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5" name="Google Shape;1935;p48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36" name="Google Shape;1936;p48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937" name="Google Shape;1937;p4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39" name="Google Shape;1939;p48"/>
          <p:cNvGrpSpPr/>
          <p:nvPr/>
        </p:nvGrpSpPr>
        <p:grpSpPr>
          <a:xfrm>
            <a:off x="774450" y="3810501"/>
            <a:ext cx="5944442" cy="134100"/>
            <a:chOff x="774450" y="3019701"/>
            <a:chExt cx="5944442" cy="134100"/>
          </a:xfrm>
        </p:grpSpPr>
        <p:sp>
          <p:nvSpPr>
            <p:cNvPr id="1940" name="Google Shape;1940;p48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41" name="Google Shape;1941;p48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2" name="Google Shape;1942;p48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2335;p63"/>
          <p:cNvSpPr txBox="1">
            <a:spLocks/>
          </p:cNvSpPr>
          <p:nvPr/>
        </p:nvSpPr>
        <p:spPr>
          <a:xfrm>
            <a:off x="786324" y="4001093"/>
            <a:ext cx="4448100" cy="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000" dirty="0" smtClean="0"/>
              <a:t>Замечания и вопросы?</a:t>
            </a:r>
            <a:endParaRPr lang="ru-RU" sz="2000" dirty="0"/>
          </a:p>
        </p:txBody>
      </p:sp>
      <p:grpSp>
        <p:nvGrpSpPr>
          <p:cNvPr id="109" name="Google Shape;15163;p86"/>
          <p:cNvGrpSpPr>
            <a:grpSpLocks noChangeAspect="1"/>
          </p:cNvGrpSpPr>
          <p:nvPr/>
        </p:nvGrpSpPr>
        <p:grpSpPr>
          <a:xfrm>
            <a:off x="3693773" y="4061468"/>
            <a:ext cx="339500" cy="361250"/>
            <a:chOff x="2510400" y="4141325"/>
            <a:chExt cx="339500" cy="361250"/>
          </a:xfrm>
          <a:solidFill>
            <a:schemeClr val="tx2"/>
          </a:solidFill>
        </p:grpSpPr>
        <p:sp>
          <p:nvSpPr>
            <p:cNvPr id="110" name="Google Shape;15164;p86"/>
            <p:cNvSpPr/>
            <p:nvPr/>
          </p:nvSpPr>
          <p:spPr>
            <a:xfrm>
              <a:off x="2510400" y="4141325"/>
              <a:ext cx="339500" cy="361250"/>
            </a:xfrm>
            <a:custGeom>
              <a:avLst/>
              <a:gdLst/>
              <a:ahLst/>
              <a:cxnLst/>
              <a:rect l="l" t="t" r="r" b="b"/>
              <a:pathLst>
                <a:path w="13580" h="14450" extrusionOk="0">
                  <a:moveTo>
                    <a:pt x="7098" y="0"/>
                  </a:moveTo>
                  <a:cubicBezTo>
                    <a:pt x="6203" y="0"/>
                    <a:pt x="5493" y="710"/>
                    <a:pt x="5493" y="1574"/>
                  </a:cubicBezTo>
                  <a:lnTo>
                    <a:pt x="5493" y="3858"/>
                  </a:lnTo>
                  <a:cubicBezTo>
                    <a:pt x="5428" y="3836"/>
                    <a:pt x="5347" y="3814"/>
                    <a:pt x="5273" y="3814"/>
                  </a:cubicBezTo>
                  <a:cubicBezTo>
                    <a:pt x="5242" y="3814"/>
                    <a:pt x="5212" y="3818"/>
                    <a:pt x="5185" y="3827"/>
                  </a:cubicBezTo>
                  <a:lnTo>
                    <a:pt x="1296" y="3827"/>
                  </a:lnTo>
                  <a:cubicBezTo>
                    <a:pt x="586" y="3827"/>
                    <a:pt x="0" y="4383"/>
                    <a:pt x="0" y="5123"/>
                  </a:cubicBezTo>
                  <a:lnTo>
                    <a:pt x="0" y="5556"/>
                  </a:lnTo>
                  <a:cubicBezTo>
                    <a:pt x="0" y="5694"/>
                    <a:pt x="108" y="5764"/>
                    <a:pt x="216" y="5764"/>
                  </a:cubicBezTo>
                  <a:cubicBezTo>
                    <a:pt x="324" y="5764"/>
                    <a:pt x="432" y="5694"/>
                    <a:pt x="432" y="5556"/>
                  </a:cubicBezTo>
                  <a:lnTo>
                    <a:pt x="432" y="5123"/>
                  </a:lnTo>
                  <a:cubicBezTo>
                    <a:pt x="432" y="4630"/>
                    <a:pt x="802" y="4228"/>
                    <a:pt x="1296" y="4228"/>
                  </a:cubicBezTo>
                  <a:lnTo>
                    <a:pt x="5185" y="4228"/>
                  </a:lnTo>
                  <a:cubicBezTo>
                    <a:pt x="5648" y="4228"/>
                    <a:pt x="6049" y="4630"/>
                    <a:pt x="6049" y="5123"/>
                  </a:cubicBezTo>
                  <a:lnTo>
                    <a:pt x="6049" y="7562"/>
                  </a:lnTo>
                  <a:cubicBezTo>
                    <a:pt x="6049" y="7592"/>
                    <a:pt x="6049" y="7623"/>
                    <a:pt x="6049" y="7623"/>
                  </a:cubicBezTo>
                  <a:lnTo>
                    <a:pt x="6049" y="8981"/>
                  </a:lnTo>
                  <a:lnTo>
                    <a:pt x="6049" y="9074"/>
                  </a:lnTo>
                  <a:lnTo>
                    <a:pt x="5617" y="9074"/>
                  </a:lnTo>
                  <a:cubicBezTo>
                    <a:pt x="5597" y="9072"/>
                    <a:pt x="5578" y="9072"/>
                    <a:pt x="5559" y="9072"/>
                  </a:cubicBezTo>
                  <a:cubicBezTo>
                    <a:pt x="5118" y="9072"/>
                    <a:pt x="4719" y="9403"/>
                    <a:pt x="4660" y="9876"/>
                  </a:cubicBezTo>
                  <a:cubicBezTo>
                    <a:pt x="4629" y="9876"/>
                    <a:pt x="4598" y="9876"/>
                    <a:pt x="4598" y="9907"/>
                  </a:cubicBezTo>
                  <a:lnTo>
                    <a:pt x="3642" y="10617"/>
                  </a:lnTo>
                  <a:lnTo>
                    <a:pt x="3642" y="10061"/>
                  </a:lnTo>
                  <a:cubicBezTo>
                    <a:pt x="3642" y="9938"/>
                    <a:pt x="3549" y="9845"/>
                    <a:pt x="3426" y="9845"/>
                  </a:cubicBezTo>
                  <a:lnTo>
                    <a:pt x="1296" y="9845"/>
                  </a:lnTo>
                  <a:cubicBezTo>
                    <a:pt x="802" y="9845"/>
                    <a:pt x="432" y="9444"/>
                    <a:pt x="432" y="8981"/>
                  </a:cubicBezTo>
                  <a:lnTo>
                    <a:pt x="432" y="6852"/>
                  </a:lnTo>
                  <a:cubicBezTo>
                    <a:pt x="432" y="6697"/>
                    <a:pt x="324" y="6620"/>
                    <a:pt x="216" y="6620"/>
                  </a:cubicBezTo>
                  <a:cubicBezTo>
                    <a:pt x="108" y="6620"/>
                    <a:pt x="0" y="6697"/>
                    <a:pt x="0" y="6852"/>
                  </a:cubicBezTo>
                  <a:lnTo>
                    <a:pt x="0" y="8981"/>
                  </a:lnTo>
                  <a:cubicBezTo>
                    <a:pt x="0" y="9691"/>
                    <a:pt x="586" y="10277"/>
                    <a:pt x="1296" y="10277"/>
                  </a:cubicBezTo>
                  <a:lnTo>
                    <a:pt x="3241" y="10277"/>
                  </a:lnTo>
                  <a:lnTo>
                    <a:pt x="3241" y="11049"/>
                  </a:lnTo>
                  <a:cubicBezTo>
                    <a:pt x="3241" y="11159"/>
                    <a:pt x="3335" y="11254"/>
                    <a:pt x="3445" y="11254"/>
                  </a:cubicBezTo>
                  <a:cubicBezTo>
                    <a:pt x="3489" y="11254"/>
                    <a:pt x="3536" y="11238"/>
                    <a:pt x="3580" y="11203"/>
                  </a:cubicBezTo>
                  <a:lnTo>
                    <a:pt x="4629" y="10401"/>
                  </a:lnTo>
                  <a:lnTo>
                    <a:pt x="4629" y="12777"/>
                  </a:lnTo>
                  <a:cubicBezTo>
                    <a:pt x="4629" y="13302"/>
                    <a:pt x="5092" y="13765"/>
                    <a:pt x="5617" y="13765"/>
                  </a:cubicBezTo>
                  <a:lnTo>
                    <a:pt x="6913" y="13765"/>
                  </a:lnTo>
                  <a:lnTo>
                    <a:pt x="6913" y="14259"/>
                  </a:lnTo>
                  <a:cubicBezTo>
                    <a:pt x="6936" y="14370"/>
                    <a:pt x="7039" y="14450"/>
                    <a:pt x="7141" y="14450"/>
                  </a:cubicBezTo>
                  <a:cubicBezTo>
                    <a:pt x="7180" y="14450"/>
                    <a:pt x="7219" y="14438"/>
                    <a:pt x="7253" y="14413"/>
                  </a:cubicBezTo>
                  <a:lnTo>
                    <a:pt x="8117" y="13765"/>
                  </a:lnTo>
                  <a:lnTo>
                    <a:pt x="8395" y="13765"/>
                  </a:lnTo>
                  <a:cubicBezTo>
                    <a:pt x="8919" y="13765"/>
                    <a:pt x="9351" y="13302"/>
                    <a:pt x="9351" y="12777"/>
                  </a:cubicBezTo>
                  <a:lnTo>
                    <a:pt x="9351" y="12376"/>
                  </a:lnTo>
                  <a:cubicBezTo>
                    <a:pt x="9351" y="12237"/>
                    <a:pt x="9251" y="12168"/>
                    <a:pt x="9151" y="12168"/>
                  </a:cubicBezTo>
                  <a:cubicBezTo>
                    <a:pt x="9050" y="12168"/>
                    <a:pt x="8950" y="12237"/>
                    <a:pt x="8950" y="12376"/>
                  </a:cubicBezTo>
                  <a:lnTo>
                    <a:pt x="8950" y="12777"/>
                  </a:lnTo>
                  <a:cubicBezTo>
                    <a:pt x="8950" y="13086"/>
                    <a:pt x="8672" y="13333"/>
                    <a:pt x="8395" y="13333"/>
                  </a:cubicBezTo>
                  <a:lnTo>
                    <a:pt x="8055" y="13333"/>
                  </a:lnTo>
                  <a:cubicBezTo>
                    <a:pt x="7993" y="13333"/>
                    <a:pt x="7962" y="13333"/>
                    <a:pt x="7932" y="13364"/>
                  </a:cubicBezTo>
                  <a:lnTo>
                    <a:pt x="7345" y="13826"/>
                  </a:lnTo>
                  <a:lnTo>
                    <a:pt x="7345" y="13549"/>
                  </a:lnTo>
                  <a:cubicBezTo>
                    <a:pt x="7345" y="13425"/>
                    <a:pt x="7253" y="13333"/>
                    <a:pt x="7129" y="13333"/>
                  </a:cubicBezTo>
                  <a:lnTo>
                    <a:pt x="5617" y="13333"/>
                  </a:lnTo>
                  <a:cubicBezTo>
                    <a:pt x="5308" y="13333"/>
                    <a:pt x="5061" y="13086"/>
                    <a:pt x="5061" y="12777"/>
                  </a:cubicBezTo>
                  <a:lnTo>
                    <a:pt x="5061" y="10030"/>
                  </a:lnTo>
                  <a:cubicBezTo>
                    <a:pt x="5061" y="9722"/>
                    <a:pt x="5308" y="9475"/>
                    <a:pt x="5617" y="9475"/>
                  </a:cubicBezTo>
                  <a:lnTo>
                    <a:pt x="8395" y="9475"/>
                  </a:lnTo>
                  <a:cubicBezTo>
                    <a:pt x="8672" y="9475"/>
                    <a:pt x="8950" y="9722"/>
                    <a:pt x="8950" y="10030"/>
                  </a:cubicBezTo>
                  <a:lnTo>
                    <a:pt x="8950" y="11049"/>
                  </a:lnTo>
                  <a:cubicBezTo>
                    <a:pt x="8950" y="11203"/>
                    <a:pt x="9050" y="11280"/>
                    <a:pt x="9151" y="11280"/>
                  </a:cubicBezTo>
                  <a:cubicBezTo>
                    <a:pt x="9251" y="11280"/>
                    <a:pt x="9351" y="11203"/>
                    <a:pt x="9351" y="11049"/>
                  </a:cubicBezTo>
                  <a:lnTo>
                    <a:pt x="9351" y="10030"/>
                  </a:lnTo>
                  <a:cubicBezTo>
                    <a:pt x="9351" y="9475"/>
                    <a:pt x="8919" y="9043"/>
                    <a:pt x="8364" y="9043"/>
                  </a:cubicBezTo>
                  <a:lnTo>
                    <a:pt x="6481" y="9043"/>
                  </a:lnTo>
                  <a:lnTo>
                    <a:pt x="6481" y="7932"/>
                  </a:lnTo>
                  <a:cubicBezTo>
                    <a:pt x="6666" y="8024"/>
                    <a:pt x="6882" y="8055"/>
                    <a:pt x="7067" y="8055"/>
                  </a:cubicBezTo>
                  <a:lnTo>
                    <a:pt x="9444" y="8055"/>
                  </a:lnTo>
                  <a:lnTo>
                    <a:pt x="9444" y="9105"/>
                  </a:lnTo>
                  <a:cubicBezTo>
                    <a:pt x="9444" y="9215"/>
                    <a:pt x="9554" y="9309"/>
                    <a:pt x="9662" y="9309"/>
                  </a:cubicBezTo>
                  <a:cubicBezTo>
                    <a:pt x="9705" y="9309"/>
                    <a:pt x="9748" y="9294"/>
                    <a:pt x="9783" y="9259"/>
                  </a:cubicBezTo>
                  <a:lnTo>
                    <a:pt x="11357" y="8055"/>
                  </a:lnTo>
                  <a:lnTo>
                    <a:pt x="12005" y="8055"/>
                  </a:lnTo>
                  <a:cubicBezTo>
                    <a:pt x="12869" y="8055"/>
                    <a:pt x="13579" y="7345"/>
                    <a:pt x="13579" y="6481"/>
                  </a:cubicBezTo>
                  <a:lnTo>
                    <a:pt x="13579" y="1574"/>
                  </a:lnTo>
                  <a:cubicBezTo>
                    <a:pt x="13579" y="710"/>
                    <a:pt x="12869" y="0"/>
                    <a:pt x="12005" y="0"/>
                  </a:cubicBezTo>
                  <a:lnTo>
                    <a:pt x="11388" y="0"/>
                  </a:lnTo>
                  <a:cubicBezTo>
                    <a:pt x="11079" y="0"/>
                    <a:pt x="11079" y="432"/>
                    <a:pt x="11388" y="432"/>
                  </a:cubicBezTo>
                  <a:lnTo>
                    <a:pt x="12005" y="432"/>
                  </a:lnTo>
                  <a:cubicBezTo>
                    <a:pt x="12623" y="432"/>
                    <a:pt x="13147" y="926"/>
                    <a:pt x="13147" y="1574"/>
                  </a:cubicBezTo>
                  <a:lnTo>
                    <a:pt x="13147" y="6481"/>
                  </a:lnTo>
                  <a:cubicBezTo>
                    <a:pt x="13147" y="7129"/>
                    <a:pt x="12623" y="7654"/>
                    <a:pt x="12005" y="7654"/>
                  </a:cubicBezTo>
                  <a:lnTo>
                    <a:pt x="11296" y="7654"/>
                  </a:lnTo>
                  <a:cubicBezTo>
                    <a:pt x="11234" y="7654"/>
                    <a:pt x="11203" y="7654"/>
                    <a:pt x="11172" y="7685"/>
                  </a:cubicBezTo>
                  <a:lnTo>
                    <a:pt x="9876" y="8673"/>
                  </a:lnTo>
                  <a:lnTo>
                    <a:pt x="9876" y="7870"/>
                  </a:lnTo>
                  <a:cubicBezTo>
                    <a:pt x="9876" y="7747"/>
                    <a:pt x="9783" y="7654"/>
                    <a:pt x="9660" y="7654"/>
                  </a:cubicBezTo>
                  <a:lnTo>
                    <a:pt x="7098" y="7654"/>
                  </a:lnTo>
                  <a:cubicBezTo>
                    <a:pt x="6882" y="7654"/>
                    <a:pt x="6666" y="7592"/>
                    <a:pt x="6481" y="7500"/>
                  </a:cubicBezTo>
                  <a:lnTo>
                    <a:pt x="6481" y="5123"/>
                  </a:lnTo>
                  <a:cubicBezTo>
                    <a:pt x="6481" y="4691"/>
                    <a:pt x="6265" y="4259"/>
                    <a:pt x="5926" y="4043"/>
                  </a:cubicBezTo>
                  <a:lnTo>
                    <a:pt x="5926" y="1574"/>
                  </a:lnTo>
                  <a:cubicBezTo>
                    <a:pt x="5926" y="926"/>
                    <a:pt x="6419" y="432"/>
                    <a:pt x="7067" y="432"/>
                  </a:cubicBezTo>
                  <a:lnTo>
                    <a:pt x="10030" y="432"/>
                  </a:lnTo>
                  <a:cubicBezTo>
                    <a:pt x="10339" y="432"/>
                    <a:pt x="10339" y="0"/>
                    <a:pt x="100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" name="Google Shape;15165;p86"/>
            <p:cNvGrpSpPr/>
            <p:nvPr/>
          </p:nvGrpSpPr>
          <p:grpSpPr>
            <a:xfrm>
              <a:off x="2548975" y="4180400"/>
              <a:ext cx="260800" cy="179300"/>
              <a:chOff x="2548975" y="4180400"/>
              <a:chExt cx="260800" cy="179300"/>
            </a:xfrm>
            <a:grpFill/>
          </p:grpSpPr>
          <p:sp>
            <p:nvSpPr>
              <p:cNvPr id="113" name="Google Shape;15166;p86"/>
              <p:cNvSpPr/>
              <p:nvPr/>
            </p:nvSpPr>
            <p:spPr>
              <a:xfrm>
                <a:off x="2687075" y="4180400"/>
                <a:ext cx="122700" cy="122200"/>
              </a:xfrm>
              <a:custGeom>
                <a:avLst/>
                <a:gdLst/>
                <a:ahLst/>
                <a:cxnLst/>
                <a:rect l="l" t="t" r="r" b="b"/>
                <a:pathLst>
                  <a:path w="4908" h="4888" extrusionOk="0">
                    <a:moveTo>
                      <a:pt x="1173" y="2233"/>
                    </a:moveTo>
                    <a:lnTo>
                      <a:pt x="1173" y="4394"/>
                    </a:lnTo>
                    <a:lnTo>
                      <a:pt x="463" y="4394"/>
                    </a:lnTo>
                    <a:lnTo>
                      <a:pt x="463" y="2233"/>
                    </a:lnTo>
                    <a:close/>
                    <a:moveTo>
                      <a:pt x="2901" y="413"/>
                    </a:moveTo>
                    <a:cubicBezTo>
                      <a:pt x="3087" y="752"/>
                      <a:pt x="3087" y="1153"/>
                      <a:pt x="2963" y="1493"/>
                    </a:cubicBezTo>
                    <a:lnTo>
                      <a:pt x="2778" y="1894"/>
                    </a:lnTo>
                    <a:cubicBezTo>
                      <a:pt x="2747" y="1956"/>
                      <a:pt x="2747" y="2017"/>
                      <a:pt x="2778" y="2079"/>
                    </a:cubicBezTo>
                    <a:cubicBezTo>
                      <a:pt x="2809" y="2141"/>
                      <a:pt x="2901" y="2172"/>
                      <a:pt x="2963" y="2172"/>
                    </a:cubicBezTo>
                    <a:lnTo>
                      <a:pt x="4383" y="2203"/>
                    </a:lnTo>
                    <a:cubicBezTo>
                      <a:pt x="4445" y="2203"/>
                      <a:pt x="4475" y="2233"/>
                      <a:pt x="4506" y="2326"/>
                    </a:cubicBezTo>
                    <a:lnTo>
                      <a:pt x="4506" y="2604"/>
                    </a:lnTo>
                    <a:lnTo>
                      <a:pt x="4506" y="4332"/>
                    </a:lnTo>
                    <a:cubicBezTo>
                      <a:pt x="4475" y="4363"/>
                      <a:pt x="4475" y="4394"/>
                      <a:pt x="4445" y="4425"/>
                    </a:cubicBezTo>
                    <a:cubicBezTo>
                      <a:pt x="4445" y="4455"/>
                      <a:pt x="4414" y="4455"/>
                      <a:pt x="4383" y="4486"/>
                    </a:cubicBezTo>
                    <a:lnTo>
                      <a:pt x="2346" y="4486"/>
                    </a:lnTo>
                    <a:cubicBezTo>
                      <a:pt x="2099" y="4455"/>
                      <a:pt x="1852" y="4394"/>
                      <a:pt x="1667" y="4239"/>
                    </a:cubicBezTo>
                    <a:lnTo>
                      <a:pt x="1574" y="4178"/>
                    </a:lnTo>
                    <a:lnTo>
                      <a:pt x="1574" y="2511"/>
                    </a:lnTo>
                    <a:lnTo>
                      <a:pt x="2439" y="1524"/>
                    </a:lnTo>
                    <a:cubicBezTo>
                      <a:pt x="2716" y="1215"/>
                      <a:pt x="2871" y="814"/>
                      <a:pt x="2871" y="413"/>
                    </a:cubicBezTo>
                    <a:close/>
                    <a:moveTo>
                      <a:pt x="2899" y="1"/>
                    </a:moveTo>
                    <a:cubicBezTo>
                      <a:pt x="2662" y="1"/>
                      <a:pt x="2469" y="198"/>
                      <a:pt x="2469" y="443"/>
                    </a:cubicBezTo>
                    <a:cubicBezTo>
                      <a:pt x="2469" y="752"/>
                      <a:pt x="2346" y="1030"/>
                      <a:pt x="2130" y="1246"/>
                    </a:cubicBezTo>
                    <a:lnTo>
                      <a:pt x="1574" y="1894"/>
                    </a:lnTo>
                    <a:cubicBezTo>
                      <a:pt x="1513" y="1832"/>
                      <a:pt x="1451" y="1801"/>
                      <a:pt x="1389" y="1801"/>
                    </a:cubicBezTo>
                    <a:lnTo>
                      <a:pt x="216" y="1801"/>
                    </a:lnTo>
                    <a:cubicBezTo>
                      <a:pt x="93" y="1801"/>
                      <a:pt x="0" y="1894"/>
                      <a:pt x="0" y="2017"/>
                    </a:cubicBezTo>
                    <a:lnTo>
                      <a:pt x="0" y="4579"/>
                    </a:lnTo>
                    <a:cubicBezTo>
                      <a:pt x="0" y="4702"/>
                      <a:pt x="93" y="4795"/>
                      <a:pt x="216" y="4795"/>
                    </a:cubicBezTo>
                    <a:lnTo>
                      <a:pt x="1389" y="4795"/>
                    </a:lnTo>
                    <a:cubicBezTo>
                      <a:pt x="1451" y="4795"/>
                      <a:pt x="1544" y="4764"/>
                      <a:pt x="1574" y="4671"/>
                    </a:cubicBezTo>
                    <a:cubicBezTo>
                      <a:pt x="1821" y="4826"/>
                      <a:pt x="2068" y="4887"/>
                      <a:pt x="2346" y="4887"/>
                    </a:cubicBezTo>
                    <a:lnTo>
                      <a:pt x="4352" y="4887"/>
                    </a:lnTo>
                    <a:cubicBezTo>
                      <a:pt x="4661" y="4887"/>
                      <a:pt x="4907" y="4641"/>
                      <a:pt x="4907" y="4332"/>
                    </a:cubicBezTo>
                    <a:lnTo>
                      <a:pt x="4907" y="2326"/>
                    </a:lnTo>
                    <a:cubicBezTo>
                      <a:pt x="4907" y="2017"/>
                      <a:pt x="4661" y="1770"/>
                      <a:pt x="4352" y="1770"/>
                    </a:cubicBezTo>
                    <a:lnTo>
                      <a:pt x="3303" y="1770"/>
                    </a:lnTo>
                    <a:lnTo>
                      <a:pt x="3364" y="1678"/>
                    </a:lnTo>
                    <a:cubicBezTo>
                      <a:pt x="3550" y="1184"/>
                      <a:pt x="3519" y="659"/>
                      <a:pt x="3272" y="197"/>
                    </a:cubicBezTo>
                    <a:cubicBezTo>
                      <a:pt x="3210" y="104"/>
                      <a:pt x="3117" y="42"/>
                      <a:pt x="2994" y="11"/>
                    </a:cubicBezTo>
                    <a:cubicBezTo>
                      <a:pt x="2962" y="4"/>
                      <a:pt x="2930" y="1"/>
                      <a:pt x="289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5167;p86"/>
              <p:cNvSpPr/>
              <p:nvPr/>
            </p:nvSpPr>
            <p:spPr>
              <a:xfrm>
                <a:off x="2548975" y="4277875"/>
                <a:ext cx="85650" cy="8182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3273" extrusionOk="0">
                    <a:moveTo>
                      <a:pt x="2006" y="1390"/>
                    </a:moveTo>
                    <a:lnTo>
                      <a:pt x="1914" y="1914"/>
                    </a:lnTo>
                    <a:lnTo>
                      <a:pt x="1389" y="1914"/>
                    </a:lnTo>
                    <a:lnTo>
                      <a:pt x="1482" y="1390"/>
                    </a:lnTo>
                    <a:close/>
                    <a:moveTo>
                      <a:pt x="1512" y="1"/>
                    </a:moveTo>
                    <a:cubicBezTo>
                      <a:pt x="1420" y="1"/>
                      <a:pt x="1296" y="63"/>
                      <a:pt x="1266" y="186"/>
                    </a:cubicBezTo>
                    <a:lnTo>
                      <a:pt x="1142" y="958"/>
                    </a:lnTo>
                    <a:lnTo>
                      <a:pt x="309" y="958"/>
                    </a:lnTo>
                    <a:cubicBezTo>
                      <a:pt x="0" y="958"/>
                      <a:pt x="0" y="1359"/>
                      <a:pt x="309" y="1359"/>
                    </a:cubicBezTo>
                    <a:lnTo>
                      <a:pt x="1080" y="1359"/>
                    </a:lnTo>
                    <a:lnTo>
                      <a:pt x="988" y="1883"/>
                    </a:lnTo>
                    <a:lnTo>
                      <a:pt x="278" y="1914"/>
                    </a:lnTo>
                    <a:cubicBezTo>
                      <a:pt x="0" y="1914"/>
                      <a:pt x="0" y="2316"/>
                      <a:pt x="278" y="2316"/>
                    </a:cubicBezTo>
                    <a:lnTo>
                      <a:pt x="926" y="2316"/>
                    </a:lnTo>
                    <a:lnTo>
                      <a:pt x="803" y="3025"/>
                    </a:lnTo>
                    <a:cubicBezTo>
                      <a:pt x="772" y="3149"/>
                      <a:pt x="864" y="3241"/>
                      <a:pt x="957" y="3272"/>
                    </a:cubicBezTo>
                    <a:lnTo>
                      <a:pt x="1019" y="3272"/>
                    </a:lnTo>
                    <a:cubicBezTo>
                      <a:pt x="1111" y="3272"/>
                      <a:pt x="1204" y="3211"/>
                      <a:pt x="1204" y="3087"/>
                    </a:cubicBezTo>
                    <a:lnTo>
                      <a:pt x="1327" y="2316"/>
                    </a:lnTo>
                    <a:lnTo>
                      <a:pt x="1852" y="2316"/>
                    </a:lnTo>
                    <a:lnTo>
                      <a:pt x="1728" y="3025"/>
                    </a:lnTo>
                    <a:cubicBezTo>
                      <a:pt x="1728" y="3149"/>
                      <a:pt x="1790" y="3241"/>
                      <a:pt x="1914" y="3272"/>
                    </a:cubicBezTo>
                    <a:lnTo>
                      <a:pt x="1944" y="3272"/>
                    </a:lnTo>
                    <a:cubicBezTo>
                      <a:pt x="2037" y="3272"/>
                      <a:pt x="2130" y="3211"/>
                      <a:pt x="2161" y="3087"/>
                    </a:cubicBezTo>
                    <a:lnTo>
                      <a:pt x="2284" y="2316"/>
                    </a:lnTo>
                    <a:lnTo>
                      <a:pt x="3148" y="2316"/>
                    </a:lnTo>
                    <a:cubicBezTo>
                      <a:pt x="3416" y="2316"/>
                      <a:pt x="3426" y="1913"/>
                      <a:pt x="3176" y="1913"/>
                    </a:cubicBezTo>
                    <a:cubicBezTo>
                      <a:pt x="3167" y="1913"/>
                      <a:pt x="3158" y="1913"/>
                      <a:pt x="3148" y="1914"/>
                    </a:cubicBezTo>
                    <a:lnTo>
                      <a:pt x="2377" y="1914"/>
                    </a:lnTo>
                    <a:lnTo>
                      <a:pt x="2438" y="1390"/>
                    </a:lnTo>
                    <a:lnTo>
                      <a:pt x="3148" y="1390"/>
                    </a:lnTo>
                    <a:cubicBezTo>
                      <a:pt x="3426" y="1390"/>
                      <a:pt x="3426" y="958"/>
                      <a:pt x="3148" y="958"/>
                    </a:cubicBezTo>
                    <a:lnTo>
                      <a:pt x="2531" y="958"/>
                    </a:lnTo>
                    <a:lnTo>
                      <a:pt x="2654" y="248"/>
                    </a:lnTo>
                    <a:cubicBezTo>
                      <a:pt x="2654" y="124"/>
                      <a:pt x="2593" y="32"/>
                      <a:pt x="2469" y="1"/>
                    </a:cubicBezTo>
                    <a:cubicBezTo>
                      <a:pt x="2346" y="1"/>
                      <a:pt x="2253" y="63"/>
                      <a:pt x="2222" y="186"/>
                    </a:cubicBezTo>
                    <a:lnTo>
                      <a:pt x="2099" y="958"/>
                    </a:lnTo>
                    <a:lnTo>
                      <a:pt x="1574" y="958"/>
                    </a:lnTo>
                    <a:lnTo>
                      <a:pt x="1698" y="248"/>
                    </a:lnTo>
                    <a:cubicBezTo>
                      <a:pt x="1728" y="124"/>
                      <a:pt x="1636" y="32"/>
                      <a:pt x="151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" name="Google Shape;15168;p86"/>
            <p:cNvSpPr/>
            <p:nvPr/>
          </p:nvSpPr>
          <p:spPr>
            <a:xfrm>
              <a:off x="2654675" y="4401500"/>
              <a:ext cx="61750" cy="53100"/>
            </a:xfrm>
            <a:custGeom>
              <a:avLst/>
              <a:gdLst/>
              <a:ahLst/>
              <a:cxnLst/>
              <a:rect l="l" t="t" r="r" b="b"/>
              <a:pathLst>
                <a:path w="2470" h="2124" extrusionOk="0">
                  <a:moveTo>
                    <a:pt x="772" y="426"/>
                  </a:moveTo>
                  <a:cubicBezTo>
                    <a:pt x="864" y="426"/>
                    <a:pt x="988" y="518"/>
                    <a:pt x="1019" y="611"/>
                  </a:cubicBezTo>
                  <a:cubicBezTo>
                    <a:pt x="1080" y="673"/>
                    <a:pt x="1142" y="734"/>
                    <a:pt x="1235" y="734"/>
                  </a:cubicBezTo>
                  <a:cubicBezTo>
                    <a:pt x="1296" y="734"/>
                    <a:pt x="1389" y="673"/>
                    <a:pt x="1420" y="611"/>
                  </a:cubicBezTo>
                  <a:cubicBezTo>
                    <a:pt x="1471" y="509"/>
                    <a:pt x="1565" y="449"/>
                    <a:pt x="1665" y="449"/>
                  </a:cubicBezTo>
                  <a:cubicBezTo>
                    <a:pt x="1686" y="449"/>
                    <a:pt x="1707" y="451"/>
                    <a:pt x="1729" y="457"/>
                  </a:cubicBezTo>
                  <a:cubicBezTo>
                    <a:pt x="1914" y="488"/>
                    <a:pt x="2037" y="673"/>
                    <a:pt x="2006" y="858"/>
                  </a:cubicBezTo>
                  <a:lnTo>
                    <a:pt x="2006" y="827"/>
                  </a:lnTo>
                  <a:cubicBezTo>
                    <a:pt x="2006" y="1136"/>
                    <a:pt x="1821" y="1383"/>
                    <a:pt x="1235" y="1691"/>
                  </a:cubicBezTo>
                  <a:cubicBezTo>
                    <a:pt x="648" y="1383"/>
                    <a:pt x="432" y="1136"/>
                    <a:pt x="432" y="827"/>
                  </a:cubicBezTo>
                  <a:cubicBezTo>
                    <a:pt x="401" y="642"/>
                    <a:pt x="525" y="488"/>
                    <a:pt x="679" y="426"/>
                  </a:cubicBezTo>
                  <a:close/>
                  <a:moveTo>
                    <a:pt x="1648" y="0"/>
                  </a:moveTo>
                  <a:cubicBezTo>
                    <a:pt x="1492" y="0"/>
                    <a:pt x="1339" y="58"/>
                    <a:pt x="1204" y="148"/>
                  </a:cubicBezTo>
                  <a:lnTo>
                    <a:pt x="1235" y="179"/>
                  </a:lnTo>
                  <a:cubicBezTo>
                    <a:pt x="1097" y="65"/>
                    <a:pt x="926" y="1"/>
                    <a:pt x="759" y="1"/>
                  </a:cubicBezTo>
                  <a:cubicBezTo>
                    <a:pt x="700" y="1"/>
                    <a:pt x="642" y="9"/>
                    <a:pt x="587" y="25"/>
                  </a:cubicBezTo>
                  <a:cubicBezTo>
                    <a:pt x="247" y="117"/>
                    <a:pt x="0" y="457"/>
                    <a:pt x="0" y="827"/>
                  </a:cubicBezTo>
                  <a:cubicBezTo>
                    <a:pt x="0" y="1105"/>
                    <a:pt x="124" y="1352"/>
                    <a:pt x="309" y="1568"/>
                  </a:cubicBezTo>
                  <a:cubicBezTo>
                    <a:pt x="556" y="1784"/>
                    <a:pt x="834" y="1969"/>
                    <a:pt x="1111" y="2123"/>
                  </a:cubicBezTo>
                  <a:lnTo>
                    <a:pt x="1327" y="2123"/>
                  </a:lnTo>
                  <a:cubicBezTo>
                    <a:pt x="2006" y="1753"/>
                    <a:pt x="2438" y="1413"/>
                    <a:pt x="2438" y="827"/>
                  </a:cubicBezTo>
                  <a:cubicBezTo>
                    <a:pt x="2469" y="426"/>
                    <a:pt x="2191" y="86"/>
                    <a:pt x="1821" y="25"/>
                  </a:cubicBezTo>
                  <a:cubicBezTo>
                    <a:pt x="1763" y="8"/>
                    <a:pt x="1705" y="0"/>
                    <a:pt x="16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</TotalTime>
  <Words>1090</Words>
  <Application>Microsoft Office PowerPoint</Application>
  <PresentationFormat>Экран (4:3)</PresentationFormat>
  <Paragraphs>195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Arial</vt:lpstr>
      <vt:lpstr>Wingdings</vt:lpstr>
      <vt:lpstr>Poppins</vt:lpstr>
      <vt:lpstr>Open Sans</vt:lpstr>
      <vt:lpstr>Roboto Condensed Light</vt:lpstr>
      <vt:lpstr>IBM Plex Mono</vt:lpstr>
      <vt:lpstr>Introduction to Coding Workshop by Slidesgo</vt:lpstr>
      <vt:lpstr>Итоги работы</vt:lpstr>
      <vt:lpstr>Наша команда</vt:lpstr>
      <vt:lpstr>Тема проекта</vt:lpstr>
      <vt:lpstr>Роли пользователей системы</vt:lpstr>
      <vt:lpstr>Функциональные требования</vt:lpstr>
      <vt:lpstr>Нефункциональные требования</vt:lpstr>
      <vt:lpstr>Организация работы</vt:lpstr>
      <vt:lpstr>Концептуальная модель данных</vt:lpstr>
      <vt:lpstr>Логическая модель данных</vt:lpstr>
      <vt:lpstr>Бизнес-правила и ограничения</vt:lpstr>
      <vt:lpstr>Архитектура</vt:lpstr>
      <vt:lpstr>Выделенные компоненты</vt:lpstr>
      <vt:lpstr>Архитектура</vt:lpstr>
      <vt:lpstr>Словарь терминов проекта</vt:lpstr>
      <vt:lpstr>Рефакторинг репозитория</vt:lpstr>
      <vt:lpstr>Выбор технологического стека</vt:lpstr>
      <vt:lpstr>Прототип интерфейса оператора</vt:lpstr>
      <vt:lpstr>Прототип интерфейса клиента</vt:lpstr>
      <vt:lpstr>Развёртывание БД</vt:lpstr>
      <vt:lpstr>Развёртывание БД</vt:lpstr>
      <vt:lpstr>Документация</vt:lpstr>
      <vt:lpstr>Документация</vt:lpstr>
      <vt:lpstr>Перспективы развития</vt:lpstr>
      <vt:lpstr>Итоги спринтов</vt:lpstr>
      <vt:lpstr>Практические выводы</vt:lpstr>
      <vt:lpstr>Ретроспектива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1 спринта</dc:title>
  <cp:lastModifiedBy>Даниил Ромов</cp:lastModifiedBy>
  <cp:revision>182</cp:revision>
  <dcterms:modified xsi:type="dcterms:W3CDTF">2026-05-19T08:14:08Z</dcterms:modified>
</cp:coreProperties>
</file>