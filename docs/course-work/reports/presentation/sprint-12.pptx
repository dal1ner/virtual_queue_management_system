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</p:sldMasterIdLst>
  <p:notesMasterIdLst>
    <p:notesMasterId r:id="rId27"/>
  </p:notesMasterIdLst>
  <p:sldIdLst>
    <p:sldId id="256" r:id="rId2"/>
    <p:sldId id="314" r:id="rId3"/>
    <p:sldId id="357" r:id="rId4"/>
    <p:sldId id="358" r:id="rId5"/>
    <p:sldId id="363" r:id="rId6"/>
    <p:sldId id="361" r:id="rId7"/>
    <p:sldId id="359" r:id="rId8"/>
    <p:sldId id="365" r:id="rId9"/>
    <p:sldId id="366" r:id="rId10"/>
    <p:sldId id="371" r:id="rId11"/>
    <p:sldId id="375" r:id="rId12"/>
    <p:sldId id="376" r:id="rId13"/>
    <p:sldId id="367" r:id="rId14"/>
    <p:sldId id="372" r:id="rId15"/>
    <p:sldId id="368" r:id="rId16"/>
    <p:sldId id="360" r:id="rId17"/>
    <p:sldId id="362" r:id="rId18"/>
    <p:sldId id="364" r:id="rId19"/>
    <p:sldId id="369" r:id="rId20"/>
    <p:sldId id="370" r:id="rId21"/>
    <p:sldId id="373" r:id="rId22"/>
    <p:sldId id="374" r:id="rId23"/>
    <p:sldId id="352" r:id="rId24"/>
    <p:sldId id="377" r:id="rId25"/>
    <p:sldId id="270" r:id="rId26"/>
  </p:sldIdLst>
  <p:sldSz cx="9144000" cy="6858000" type="screen4x3"/>
  <p:notesSz cx="6858000" cy="9144000"/>
  <p:embeddedFontLst>
    <p:embeddedFont>
      <p:font typeface="Poppins" panose="020B0604020202020204" charset="0"/>
      <p:regular r:id="rId28"/>
      <p:bold r:id="rId29"/>
      <p:italic r:id="rId30"/>
      <p:boldItalic r:id="rId31"/>
    </p:embeddedFont>
    <p:embeddedFont>
      <p:font typeface="IBM Plex Mono" panose="020B0604020202020204" charset="-52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488E2"/>
    <a:srgbClr val="E1DF8B"/>
    <a:srgbClr val="5ED8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9B832DE-76B6-4B34-B3CA-37E8069A2435}">
  <a:tblStyle styleId="{B9B832DE-76B6-4B34-B3CA-37E8069A243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164" autoAdjust="0"/>
  </p:normalViewPr>
  <p:slideViewPr>
    <p:cSldViewPr snapToGrid="0">
      <p:cViewPr varScale="1">
        <p:scale>
          <a:sx n="88" d="100"/>
          <a:sy n="88" d="100"/>
        </p:scale>
        <p:origin x="1162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gd1bf8d60a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8" name="Google Shape;1418;gd1bf8d60a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5" name="Google Shape;2145;g24ef22aa1ac_0_12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6" name="Google Shape;2146;g24ef22aa1ac_0_12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176491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3" name="Google Shape;1763;g24ed99bf1a4_0_9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4" name="Google Shape;1764;g24ed99bf1a4_0_9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40234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Google Shape;1444;g24ed99bf1a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5" name="Google Shape;1445;g24ed99bf1a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330188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6" name="Google Shape;1746;g24ed99bf1a4_0_7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7" name="Google Shape;1747;g24ed99bf1a4_0_7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177761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6" name="Google Shape;1746;g24ed99bf1a4_0_7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7" name="Google Shape;1747;g24ed99bf1a4_0_7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747538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Google Shape;1621;g24ed99bf1a4_0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2" name="Google Shape;1622;g24ed99bf1a4_0_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577124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Google Shape;1470;g24e6b4d5c3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1" name="Google Shape;1471;g24e6b4d5c3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0519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Google Shape;1470;g24e6b4d5c3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1" name="Google Shape;1471;g24e6b4d5c3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62928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Google Shape;1517;g24ed99bf1a4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8" name="Google Shape;1518;g24ed99bf1a4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90471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Google Shape;1470;g24e6b4d5c3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1" name="Google Shape;1471;g24e6b4d5c3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94674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Google Shape;1470;g24e6b4d5c3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1" name="Google Shape;1471;g24e6b4d5c3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39844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6" name="Google Shape;1746;g24ed99bf1a4_0_7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7" name="Google Shape;1747;g24ed99bf1a4_0_7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434633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Google Shape;1621;g24ed99bf1a4_0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2" name="Google Shape;1622;g24ed99bf1a4_0_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30209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Google Shape;1621;g24ed99bf1a4_0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2" name="Google Shape;1622;g24ed99bf1a4_0_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21107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6" name="Google Shape;1746;g24ed99bf1a4_0_7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7" name="Google Shape;1747;g24ed99bf1a4_0_7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48669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1" name="Google Shape;2311;g24ef22aa1ac_0_16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2" name="Google Shape;2312;g24ef22aa1ac_0_16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69207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1" name="Google Shape;2311;g24ef22aa1ac_0_16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2" name="Google Shape;2312;g24ef22aa1ac_0_16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659519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Google Shape;1621;g24ed99bf1a4_0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2" name="Google Shape;1622;g24ed99bf1a4_0_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842225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Google Shape;1621;g24ed99bf1a4_0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2" name="Google Shape;1622;g24ed99bf1a4_0_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37063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Google Shape;1470;g24e6b4d5c3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1" name="Google Shape;1471;g24e6b4d5c3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86872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Google Shape;1470;g24e6b4d5c3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1" name="Google Shape;1471;g24e6b4d5c3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421434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Google Shape;1470;g24e6b4d5c3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1" name="Google Shape;1471;g24e6b4d5c3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780479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Google Shape;1470;g24e6b4d5c3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1" name="Google Shape;1471;g24e6b4d5c3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470339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8" name="Google Shape;1868;g24ed99bf1a4_0_14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9" name="Google Shape;1869;g24ed99bf1a4_0_14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3255180" y="-2291175"/>
            <a:ext cx="10039930" cy="6871129"/>
            <a:chOff x="-3102780" y="-2727750"/>
            <a:chExt cx="10039930" cy="6871129"/>
          </a:xfrm>
        </p:grpSpPr>
        <p:grpSp>
          <p:nvGrpSpPr>
            <p:cNvPr id="10" name="Google Shape;10;p2"/>
            <p:cNvGrpSpPr/>
            <p:nvPr/>
          </p:nvGrpSpPr>
          <p:grpSpPr>
            <a:xfrm rot="-7778255">
              <a:off x="-2414440" y="-1445047"/>
              <a:ext cx="5355679" cy="4305724"/>
              <a:chOff x="7103825" y="-713112"/>
              <a:chExt cx="3785226" cy="3043150"/>
            </a:xfrm>
          </p:grpSpPr>
          <p:sp>
            <p:nvSpPr>
              <p:cNvPr id="11" name="Google Shape;11;p2"/>
              <p:cNvSpPr/>
              <p:nvPr/>
            </p:nvSpPr>
            <p:spPr>
              <a:xfrm rot="-3600017">
                <a:off x="7761095" y="-21"/>
                <a:ext cx="2152450" cy="1864030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" name="Google Shape;12;p2"/>
              <p:cNvPicPr preferRelativeResize="0"/>
              <p:nvPr/>
            </p:nvPicPr>
            <p:blipFill rotWithShape="1">
              <a:blip r:embed="rId2">
                <a:alphaModFix/>
              </a:blip>
              <a:srcRect t="17657" b="17663"/>
              <a:stretch/>
            </p:blipFill>
            <p:spPr>
              <a:xfrm>
                <a:off x="7103825" y="-713112"/>
                <a:ext cx="3785226" cy="288897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13" name="Google Shape;13;p2"/>
            <p:cNvSpPr/>
            <p:nvPr/>
          </p:nvSpPr>
          <p:spPr>
            <a:xfrm>
              <a:off x="-289323" y="-166742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2700000">
              <a:off x="917817" y="-2200499"/>
              <a:ext cx="3153371" cy="5119296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201475" y="-361175"/>
              <a:ext cx="7138625" cy="819350"/>
            </a:xfrm>
            <a:custGeom>
              <a:avLst/>
              <a:gdLst/>
              <a:ahLst/>
              <a:cxnLst/>
              <a:rect l="l" t="t" r="r" b="b"/>
              <a:pathLst>
                <a:path w="285545" h="32774" extrusionOk="0">
                  <a:moveTo>
                    <a:pt x="0" y="32774"/>
                  </a:moveTo>
                  <a:lnTo>
                    <a:pt x="188861" y="32774"/>
                  </a:lnTo>
                  <a:lnTo>
                    <a:pt x="221636" y="0"/>
                  </a:lnTo>
                  <a:lnTo>
                    <a:pt x="285545" y="0"/>
                  </a:lnTo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" name="Google Shape;16;p2"/>
            <p:cNvSpPr/>
            <p:nvPr/>
          </p:nvSpPr>
          <p:spPr>
            <a:xfrm rot="5400000">
              <a:off x="1110859" y="-1245788"/>
              <a:ext cx="577450" cy="3045475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 rot="5400000">
              <a:off x="654013" y="-781254"/>
              <a:ext cx="687411" cy="2731351"/>
            </a:xfrm>
            <a:custGeom>
              <a:avLst/>
              <a:gdLst/>
              <a:ahLst/>
              <a:cxnLst/>
              <a:rect l="l" t="t" r="r" b="b"/>
              <a:pathLst>
                <a:path w="16760" h="43180" extrusionOk="0">
                  <a:moveTo>
                    <a:pt x="16531" y="1"/>
                  </a:moveTo>
                  <a:lnTo>
                    <a:pt x="4403" y="12159"/>
                  </a:lnTo>
                  <a:lnTo>
                    <a:pt x="4342" y="12190"/>
                  </a:lnTo>
                  <a:lnTo>
                    <a:pt x="4342" y="25734"/>
                  </a:lnTo>
                  <a:lnTo>
                    <a:pt x="0" y="30077"/>
                  </a:lnTo>
                  <a:lnTo>
                    <a:pt x="8746" y="38822"/>
                  </a:lnTo>
                  <a:lnTo>
                    <a:pt x="8746" y="43180"/>
                  </a:lnTo>
                  <a:lnTo>
                    <a:pt x="9066" y="43180"/>
                  </a:lnTo>
                  <a:lnTo>
                    <a:pt x="9066" y="38700"/>
                  </a:lnTo>
                  <a:lnTo>
                    <a:pt x="442" y="30077"/>
                  </a:lnTo>
                  <a:lnTo>
                    <a:pt x="4662" y="25872"/>
                  </a:lnTo>
                  <a:lnTo>
                    <a:pt x="4662" y="12327"/>
                  </a:lnTo>
                  <a:lnTo>
                    <a:pt x="16760" y="230"/>
                  </a:lnTo>
                  <a:lnTo>
                    <a:pt x="16531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" name="Google Shape;18;p2"/>
            <p:cNvGrpSpPr/>
            <p:nvPr/>
          </p:nvGrpSpPr>
          <p:grpSpPr>
            <a:xfrm flipH="1">
              <a:off x="4446909" y="391151"/>
              <a:ext cx="134044" cy="134013"/>
              <a:chOff x="1101075" y="2142375"/>
              <a:chExt cx="439200" cy="439100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" name="Google Shape;21;p2"/>
            <p:cNvGrpSpPr/>
            <p:nvPr/>
          </p:nvGrpSpPr>
          <p:grpSpPr>
            <a:xfrm flipH="1">
              <a:off x="1373609" y="694563"/>
              <a:ext cx="134044" cy="134013"/>
              <a:chOff x="1101075" y="2142375"/>
              <a:chExt cx="439200" cy="439100"/>
            </a:xfrm>
          </p:grpSpPr>
          <p:sp>
            <p:nvSpPr>
              <p:cNvPr id="22" name="Google Shape;22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" name="Google Shape;24;p2"/>
            <p:cNvGrpSpPr/>
            <p:nvPr/>
          </p:nvGrpSpPr>
          <p:grpSpPr>
            <a:xfrm flipH="1">
              <a:off x="1086834" y="957463"/>
              <a:ext cx="134044" cy="134013"/>
              <a:chOff x="1101075" y="2142375"/>
              <a:chExt cx="439200" cy="439100"/>
            </a:xfrm>
          </p:grpSpPr>
          <p:sp>
            <p:nvSpPr>
              <p:cNvPr id="25" name="Google Shape;25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" name="Google Shape;27;p2"/>
            <p:cNvGrpSpPr/>
            <p:nvPr/>
          </p:nvGrpSpPr>
          <p:grpSpPr>
            <a:xfrm flipH="1">
              <a:off x="277709" y="957463"/>
              <a:ext cx="134044" cy="134013"/>
              <a:chOff x="1101075" y="2142375"/>
              <a:chExt cx="439200" cy="439100"/>
            </a:xfrm>
          </p:grpSpPr>
          <p:sp>
            <p:nvSpPr>
              <p:cNvPr id="28" name="Google Shape;28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0" name="Google Shape;30;p2"/>
            <p:cNvGrpSpPr/>
            <p:nvPr/>
          </p:nvGrpSpPr>
          <p:grpSpPr>
            <a:xfrm flipH="1">
              <a:off x="277709" y="640813"/>
              <a:ext cx="134044" cy="134013"/>
              <a:chOff x="1101075" y="2142375"/>
              <a:chExt cx="439200" cy="439100"/>
            </a:xfrm>
          </p:grpSpPr>
          <p:sp>
            <p:nvSpPr>
              <p:cNvPr id="31" name="Google Shape;31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32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3" name="Google Shape;33;p2"/>
          <p:cNvGrpSpPr/>
          <p:nvPr/>
        </p:nvGrpSpPr>
        <p:grpSpPr>
          <a:xfrm>
            <a:off x="6385735" y="4537950"/>
            <a:ext cx="3920501" cy="3213899"/>
            <a:chOff x="6309535" y="2842975"/>
            <a:chExt cx="3920501" cy="3213899"/>
          </a:xfrm>
        </p:grpSpPr>
        <p:pic>
          <p:nvPicPr>
            <p:cNvPr id="34" name="Google Shape;34;p2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6309535" y="3064650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5" name="Google Shape;35;p2"/>
            <p:cNvSpPr/>
            <p:nvPr/>
          </p:nvSpPr>
          <p:spPr>
            <a:xfrm rot="10800000">
              <a:off x="7535449" y="2941132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 rot="10800000">
              <a:off x="7694795" y="2941747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280400" y="3719575"/>
              <a:ext cx="582050" cy="582425"/>
              <a:chOff x="959750" y="3039275"/>
              <a:chExt cx="582050" cy="582425"/>
            </a:xfrm>
          </p:grpSpPr>
          <p:sp>
            <p:nvSpPr>
              <p:cNvPr id="38" name="Google Shape;38;p2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40;p2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2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42;p2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43;p2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2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5" name="Google Shape;45;p2"/>
            <p:cNvSpPr/>
            <p:nvPr/>
          </p:nvSpPr>
          <p:spPr>
            <a:xfrm>
              <a:off x="8430775" y="2842975"/>
              <a:ext cx="480893" cy="475828"/>
            </a:xfrm>
            <a:custGeom>
              <a:avLst/>
              <a:gdLst/>
              <a:ahLst/>
              <a:cxnLst/>
              <a:rect l="l" t="t" r="r" b="b"/>
              <a:pathLst>
                <a:path w="36171" h="35790" extrusionOk="0">
                  <a:moveTo>
                    <a:pt x="34030" y="1"/>
                  </a:moveTo>
                  <a:cubicBezTo>
                    <a:pt x="33531" y="1"/>
                    <a:pt x="33032" y="191"/>
                    <a:pt x="32651" y="572"/>
                  </a:cubicBezTo>
                  <a:cubicBezTo>
                    <a:pt x="31890" y="1334"/>
                    <a:pt x="31890" y="2568"/>
                    <a:pt x="32651" y="3330"/>
                  </a:cubicBezTo>
                  <a:cubicBezTo>
                    <a:pt x="33032" y="3711"/>
                    <a:pt x="33531" y="3901"/>
                    <a:pt x="34030" y="3901"/>
                  </a:cubicBezTo>
                  <a:cubicBezTo>
                    <a:pt x="34529" y="3901"/>
                    <a:pt x="35028" y="3711"/>
                    <a:pt x="35409" y="3330"/>
                  </a:cubicBezTo>
                  <a:cubicBezTo>
                    <a:pt x="36171" y="2568"/>
                    <a:pt x="36171" y="1334"/>
                    <a:pt x="35409" y="572"/>
                  </a:cubicBezTo>
                  <a:cubicBezTo>
                    <a:pt x="35028" y="191"/>
                    <a:pt x="34529" y="1"/>
                    <a:pt x="34030" y="1"/>
                  </a:cubicBezTo>
                  <a:close/>
                  <a:moveTo>
                    <a:pt x="27662" y="6385"/>
                  </a:moveTo>
                  <a:cubicBezTo>
                    <a:pt x="27163" y="6385"/>
                    <a:pt x="26664" y="6575"/>
                    <a:pt x="26283" y="6956"/>
                  </a:cubicBezTo>
                  <a:cubicBezTo>
                    <a:pt x="25521" y="7718"/>
                    <a:pt x="25521" y="8952"/>
                    <a:pt x="26283" y="9714"/>
                  </a:cubicBezTo>
                  <a:cubicBezTo>
                    <a:pt x="26664" y="10095"/>
                    <a:pt x="27163" y="10285"/>
                    <a:pt x="27662" y="10285"/>
                  </a:cubicBezTo>
                  <a:cubicBezTo>
                    <a:pt x="28161" y="10285"/>
                    <a:pt x="28660" y="10095"/>
                    <a:pt x="29040" y="9714"/>
                  </a:cubicBezTo>
                  <a:cubicBezTo>
                    <a:pt x="29802" y="8952"/>
                    <a:pt x="29802" y="7718"/>
                    <a:pt x="29040" y="6956"/>
                  </a:cubicBezTo>
                  <a:cubicBezTo>
                    <a:pt x="28660" y="6575"/>
                    <a:pt x="28161" y="6385"/>
                    <a:pt x="27662" y="6385"/>
                  </a:cubicBezTo>
                  <a:close/>
                  <a:moveTo>
                    <a:pt x="21285" y="12753"/>
                  </a:moveTo>
                  <a:cubicBezTo>
                    <a:pt x="20783" y="12753"/>
                    <a:pt x="20280" y="12944"/>
                    <a:pt x="19899" y="13325"/>
                  </a:cubicBezTo>
                  <a:cubicBezTo>
                    <a:pt x="19137" y="14086"/>
                    <a:pt x="19137" y="15336"/>
                    <a:pt x="19899" y="16097"/>
                  </a:cubicBezTo>
                  <a:cubicBezTo>
                    <a:pt x="20280" y="16478"/>
                    <a:pt x="20783" y="16669"/>
                    <a:pt x="21285" y="16669"/>
                  </a:cubicBezTo>
                  <a:cubicBezTo>
                    <a:pt x="21788" y="16669"/>
                    <a:pt x="22291" y="16478"/>
                    <a:pt x="22672" y="16097"/>
                  </a:cubicBezTo>
                  <a:cubicBezTo>
                    <a:pt x="23434" y="15336"/>
                    <a:pt x="23434" y="14086"/>
                    <a:pt x="22672" y="13325"/>
                  </a:cubicBezTo>
                  <a:cubicBezTo>
                    <a:pt x="22291" y="12944"/>
                    <a:pt x="21788" y="12753"/>
                    <a:pt x="21285" y="12753"/>
                  </a:cubicBezTo>
                  <a:close/>
                  <a:moveTo>
                    <a:pt x="14917" y="19128"/>
                  </a:moveTo>
                  <a:cubicBezTo>
                    <a:pt x="14415" y="19128"/>
                    <a:pt x="13913" y="19318"/>
                    <a:pt x="13530" y="19693"/>
                  </a:cubicBezTo>
                  <a:cubicBezTo>
                    <a:pt x="12768" y="20455"/>
                    <a:pt x="12768" y="21689"/>
                    <a:pt x="13530" y="22451"/>
                  </a:cubicBezTo>
                  <a:cubicBezTo>
                    <a:pt x="13911" y="22832"/>
                    <a:pt x="14410" y="23022"/>
                    <a:pt x="14909" y="23022"/>
                  </a:cubicBezTo>
                  <a:cubicBezTo>
                    <a:pt x="15408" y="23022"/>
                    <a:pt x="15907" y="22832"/>
                    <a:pt x="16288" y="22451"/>
                  </a:cubicBezTo>
                  <a:cubicBezTo>
                    <a:pt x="17050" y="21689"/>
                    <a:pt x="17050" y="20455"/>
                    <a:pt x="16288" y="19693"/>
                  </a:cubicBezTo>
                  <a:cubicBezTo>
                    <a:pt x="15909" y="19314"/>
                    <a:pt x="15413" y="19128"/>
                    <a:pt x="14917" y="19128"/>
                  </a:cubicBezTo>
                  <a:close/>
                  <a:moveTo>
                    <a:pt x="8525" y="25506"/>
                  </a:moveTo>
                  <a:cubicBezTo>
                    <a:pt x="8026" y="25506"/>
                    <a:pt x="7527" y="25696"/>
                    <a:pt x="7146" y="26077"/>
                  </a:cubicBezTo>
                  <a:cubicBezTo>
                    <a:pt x="6385" y="26839"/>
                    <a:pt x="6385" y="28073"/>
                    <a:pt x="7146" y="28835"/>
                  </a:cubicBezTo>
                  <a:cubicBezTo>
                    <a:pt x="7527" y="29216"/>
                    <a:pt x="8026" y="29406"/>
                    <a:pt x="8525" y="29406"/>
                  </a:cubicBezTo>
                  <a:cubicBezTo>
                    <a:pt x="9024" y="29406"/>
                    <a:pt x="9523" y="29216"/>
                    <a:pt x="9904" y="28835"/>
                  </a:cubicBezTo>
                  <a:cubicBezTo>
                    <a:pt x="10666" y="28073"/>
                    <a:pt x="10666" y="26839"/>
                    <a:pt x="9904" y="26077"/>
                  </a:cubicBezTo>
                  <a:cubicBezTo>
                    <a:pt x="9523" y="25696"/>
                    <a:pt x="9024" y="25506"/>
                    <a:pt x="8525" y="25506"/>
                  </a:cubicBezTo>
                  <a:close/>
                  <a:moveTo>
                    <a:pt x="2141" y="31874"/>
                  </a:moveTo>
                  <a:cubicBezTo>
                    <a:pt x="1642" y="31874"/>
                    <a:pt x="1143" y="32065"/>
                    <a:pt x="763" y="32446"/>
                  </a:cubicBezTo>
                  <a:cubicBezTo>
                    <a:pt x="1" y="33207"/>
                    <a:pt x="1" y="34457"/>
                    <a:pt x="763" y="35219"/>
                  </a:cubicBezTo>
                  <a:cubicBezTo>
                    <a:pt x="1143" y="35599"/>
                    <a:pt x="1642" y="35790"/>
                    <a:pt x="2141" y="35790"/>
                  </a:cubicBezTo>
                  <a:cubicBezTo>
                    <a:pt x="2640" y="35790"/>
                    <a:pt x="3139" y="35599"/>
                    <a:pt x="3520" y="35219"/>
                  </a:cubicBezTo>
                  <a:cubicBezTo>
                    <a:pt x="4282" y="34457"/>
                    <a:pt x="4282" y="33207"/>
                    <a:pt x="3520" y="32446"/>
                  </a:cubicBezTo>
                  <a:cubicBezTo>
                    <a:pt x="3139" y="32065"/>
                    <a:pt x="2640" y="31874"/>
                    <a:pt x="2141" y="31874"/>
                  </a:cubicBezTo>
                  <a:close/>
                </a:path>
              </a:pathLst>
            </a:custGeom>
            <a:gradFill>
              <a:gsLst>
                <a:gs pos="0">
                  <a:schemeClr val="lt2">
                    <a:alpha val="46820"/>
                  </a:schemeClr>
                </a:gs>
                <a:gs pos="78000">
                  <a:schemeClr val="lt1">
                    <a:alpha val="46820"/>
                  </a:schemeClr>
                </a:gs>
                <a:gs pos="100000">
                  <a:schemeClr val="lt1">
                    <a:alpha val="46820"/>
                  </a:scheme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" name="Google Shape;46;p2"/>
            <p:cNvGrpSpPr/>
            <p:nvPr/>
          </p:nvGrpSpPr>
          <p:grpSpPr>
            <a:xfrm>
              <a:off x="8337812" y="3492483"/>
              <a:ext cx="699928" cy="1651024"/>
              <a:chOff x="8337812" y="3492483"/>
              <a:chExt cx="699928" cy="1651024"/>
            </a:xfrm>
          </p:grpSpPr>
          <p:sp>
            <p:nvSpPr>
              <p:cNvPr id="47" name="Google Shape;47;p2"/>
              <p:cNvSpPr/>
              <p:nvPr/>
            </p:nvSpPr>
            <p:spPr>
              <a:xfrm>
                <a:off x="8337812" y="3492483"/>
                <a:ext cx="483116" cy="1013645"/>
              </a:xfrm>
              <a:custGeom>
                <a:avLst/>
                <a:gdLst/>
                <a:ahLst/>
                <a:cxnLst/>
                <a:rect l="l" t="t" r="r" b="b"/>
                <a:pathLst>
                  <a:path w="11779" h="24714" extrusionOk="0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48;p2"/>
              <p:cNvSpPr/>
              <p:nvPr/>
            </p:nvSpPr>
            <p:spPr>
              <a:xfrm>
                <a:off x="8698380" y="3916789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49;p2"/>
              <p:cNvSpPr/>
              <p:nvPr/>
            </p:nvSpPr>
            <p:spPr>
              <a:xfrm>
                <a:off x="8790871" y="3823684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" name="Google Shape;50;p2"/>
            <p:cNvGrpSpPr/>
            <p:nvPr/>
          </p:nvGrpSpPr>
          <p:grpSpPr>
            <a:xfrm>
              <a:off x="7945225" y="4302000"/>
              <a:ext cx="904666" cy="726121"/>
              <a:chOff x="7945225" y="4302000"/>
              <a:chExt cx="904666" cy="726121"/>
            </a:xfrm>
          </p:grpSpPr>
          <p:sp>
            <p:nvSpPr>
              <p:cNvPr id="51" name="Google Shape;51;p2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52;p2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2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529600" y="1871137"/>
            <a:ext cx="6974700" cy="232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529600" y="4511063"/>
            <a:ext cx="48825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56" name="Google Shape;56;p2"/>
          <p:cNvGrpSpPr/>
          <p:nvPr/>
        </p:nvGrpSpPr>
        <p:grpSpPr>
          <a:xfrm>
            <a:off x="-309885" y="5304581"/>
            <a:ext cx="1448824" cy="2238804"/>
            <a:chOff x="-309885" y="3617406"/>
            <a:chExt cx="1448824" cy="2238804"/>
          </a:xfrm>
        </p:grpSpPr>
        <p:grpSp>
          <p:nvGrpSpPr>
            <p:cNvPr id="57" name="Google Shape;57;p2"/>
            <p:cNvGrpSpPr/>
            <p:nvPr/>
          </p:nvGrpSpPr>
          <p:grpSpPr>
            <a:xfrm>
              <a:off x="-277007" y="3870159"/>
              <a:ext cx="981772" cy="1986051"/>
              <a:chOff x="-293545" y="3454371"/>
              <a:chExt cx="981772" cy="1986051"/>
            </a:xfrm>
          </p:grpSpPr>
          <p:sp>
            <p:nvSpPr>
              <p:cNvPr id="58" name="Google Shape;58;p2"/>
              <p:cNvSpPr/>
              <p:nvPr/>
            </p:nvSpPr>
            <p:spPr>
              <a:xfrm rot="10800000">
                <a:off x="-293545" y="3454371"/>
                <a:ext cx="844677" cy="198552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2"/>
              <p:cNvSpPr/>
              <p:nvPr/>
            </p:nvSpPr>
            <p:spPr>
              <a:xfrm rot="10800000">
                <a:off x="-156450" y="3454901"/>
                <a:ext cx="844677" cy="198552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0" name="Google Shape;60;p2"/>
            <p:cNvGrpSpPr/>
            <p:nvPr/>
          </p:nvGrpSpPr>
          <p:grpSpPr>
            <a:xfrm>
              <a:off x="363249" y="4906873"/>
              <a:ext cx="699940" cy="478601"/>
              <a:chOff x="39722" y="4349021"/>
              <a:chExt cx="1061964" cy="726143"/>
            </a:xfrm>
          </p:grpSpPr>
          <p:grpSp>
            <p:nvGrpSpPr>
              <p:cNvPr id="61" name="Google Shape;61;p2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62" name="Google Shape;62;p2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63" name="Google Shape;63;p2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64" name="Google Shape;64;p2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5" name="Google Shape;65;p2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6" name="Google Shape;66;p2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7" name="Google Shape;67;p2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8" name="Google Shape;68;p2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69" name="Google Shape;69;p2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0" name="Google Shape;70;p2"/>
            <p:cNvGrpSpPr/>
            <p:nvPr/>
          </p:nvGrpSpPr>
          <p:grpSpPr>
            <a:xfrm rot="-5400000">
              <a:off x="-461873" y="3769393"/>
              <a:ext cx="1351491" cy="1047516"/>
              <a:chOff x="-2460210" y="2758493"/>
              <a:chExt cx="1351491" cy="1047516"/>
            </a:xfrm>
          </p:grpSpPr>
          <p:sp>
            <p:nvSpPr>
              <p:cNvPr id="71" name="Google Shape;71;p2"/>
              <p:cNvSpPr/>
              <p:nvPr/>
            </p:nvSpPr>
            <p:spPr>
              <a:xfrm rot="-2700000">
                <a:off x="-2341816" y="31085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72;p2"/>
              <p:cNvSpPr/>
              <p:nvPr/>
            </p:nvSpPr>
            <p:spPr>
              <a:xfrm rot="-2700000">
                <a:off x="-2157466" y="30323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2"/>
              <p:cNvSpPr/>
              <p:nvPr/>
            </p:nvSpPr>
            <p:spPr>
              <a:xfrm rot="-2700000">
                <a:off x="-1993591" y="29561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2"/>
              <p:cNvSpPr/>
              <p:nvPr/>
            </p:nvSpPr>
            <p:spPr>
              <a:xfrm rot="-2700000">
                <a:off x="-1809241" y="28799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5" name="Google Shape;75;p2"/>
            <p:cNvGrpSpPr/>
            <p:nvPr/>
          </p:nvGrpSpPr>
          <p:grpSpPr>
            <a:xfrm>
              <a:off x="438999" y="4567398"/>
              <a:ext cx="699940" cy="478601"/>
              <a:chOff x="39722" y="4349021"/>
              <a:chExt cx="1061964" cy="726143"/>
            </a:xfrm>
          </p:grpSpPr>
          <p:grpSp>
            <p:nvGrpSpPr>
              <p:cNvPr id="76" name="Google Shape;76;p2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77" name="Google Shape;77;p2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78" name="Google Shape;78;p2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79" name="Google Shape;79;p2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0" name="Google Shape;80;p2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1" name="Google Shape;81;p2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" name="Google Shape;82;p2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3" name="Google Shape;83;p2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84" name="Google Shape;84;p2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5" name="Google Shape;85;p2"/>
            <p:cNvGrpSpPr/>
            <p:nvPr/>
          </p:nvGrpSpPr>
          <p:grpSpPr>
            <a:xfrm>
              <a:off x="-65076" y="4623886"/>
              <a:ext cx="699940" cy="478601"/>
              <a:chOff x="39722" y="4349021"/>
              <a:chExt cx="1061964" cy="726143"/>
            </a:xfrm>
          </p:grpSpPr>
          <p:grpSp>
            <p:nvGrpSpPr>
              <p:cNvPr id="86" name="Google Shape;86;p2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87" name="Google Shape;87;p2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88" name="Google Shape;88;p2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89" name="Google Shape;89;p2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0" name="Google Shape;90;p2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1" name="Google Shape;91;p2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2" name="Google Shape;92;p2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3" name="Google Shape;93;p2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94" name="Google Shape;94;p2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"/>
          <p:cNvSpPr txBox="1">
            <a:spLocks noGrp="1"/>
          </p:cNvSpPr>
          <p:nvPr>
            <p:ph type="title"/>
          </p:nvPr>
        </p:nvSpPr>
        <p:spPr>
          <a:xfrm>
            <a:off x="720000" y="2683175"/>
            <a:ext cx="5598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97" name="Google Shape;97;p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629575"/>
            <a:ext cx="1702500" cy="9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200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98" name="Google Shape;98;p3"/>
          <p:cNvSpPr txBox="1">
            <a:spLocks noGrp="1"/>
          </p:cNvSpPr>
          <p:nvPr>
            <p:ph type="subTitle" idx="1"/>
          </p:nvPr>
        </p:nvSpPr>
        <p:spPr>
          <a:xfrm>
            <a:off x="720000" y="3856225"/>
            <a:ext cx="5598000" cy="45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99" name="Google Shape;99;p3"/>
          <p:cNvGrpSpPr/>
          <p:nvPr/>
        </p:nvGrpSpPr>
        <p:grpSpPr>
          <a:xfrm>
            <a:off x="-615406" y="-1717975"/>
            <a:ext cx="4397193" cy="4171657"/>
            <a:chOff x="-494406" y="-1584825"/>
            <a:chExt cx="4397193" cy="4171657"/>
          </a:xfrm>
        </p:grpSpPr>
        <p:grpSp>
          <p:nvGrpSpPr>
            <p:cNvPr id="100" name="Google Shape;100;p3"/>
            <p:cNvGrpSpPr/>
            <p:nvPr/>
          </p:nvGrpSpPr>
          <p:grpSpPr>
            <a:xfrm>
              <a:off x="-494406" y="-252396"/>
              <a:ext cx="1741563" cy="1288563"/>
              <a:chOff x="-494406" y="-252396"/>
              <a:chExt cx="1741563" cy="1288563"/>
            </a:xfrm>
          </p:grpSpPr>
          <p:sp>
            <p:nvSpPr>
              <p:cNvPr id="101" name="Google Shape;101;p3"/>
              <p:cNvSpPr/>
              <p:nvPr/>
            </p:nvSpPr>
            <p:spPr>
              <a:xfrm rot="2700000">
                <a:off x="-315569" y="-53821"/>
                <a:ext cx="930891" cy="891412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8000">
                    <a:schemeClr val="lt1"/>
                  </a:gs>
                  <a:gs pos="56000">
                    <a:srgbClr val="FFFFFF">
                      <a:alpha val="0"/>
                    </a:srgbClr>
                  </a:gs>
                  <a:gs pos="74000">
                    <a:schemeClr val="lt1"/>
                  </a:gs>
                  <a:gs pos="100000">
                    <a:srgbClr val="0C0A9E">
                      <a:alpha val="2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3"/>
              <p:cNvSpPr/>
              <p:nvPr/>
            </p:nvSpPr>
            <p:spPr>
              <a:xfrm rot="2700000">
                <a:off x="137431" y="-53821"/>
                <a:ext cx="930891" cy="891412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8000">
                    <a:schemeClr val="lt1"/>
                  </a:gs>
                  <a:gs pos="56000">
                    <a:srgbClr val="FFFFFF">
                      <a:alpha val="0"/>
                    </a:srgbClr>
                  </a:gs>
                  <a:gs pos="74000">
                    <a:schemeClr val="lt1"/>
                  </a:gs>
                  <a:gs pos="100000">
                    <a:srgbClr val="0C0A9E">
                      <a:alpha val="2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3" name="Google Shape;103;p3"/>
            <p:cNvGrpSpPr/>
            <p:nvPr/>
          </p:nvGrpSpPr>
          <p:grpSpPr>
            <a:xfrm>
              <a:off x="245875" y="-51824"/>
              <a:ext cx="208200" cy="1824700"/>
              <a:chOff x="1040050" y="3812126"/>
              <a:chExt cx="208200" cy="1824700"/>
            </a:xfrm>
          </p:grpSpPr>
          <p:sp>
            <p:nvSpPr>
              <p:cNvPr id="104" name="Google Shape;104;p3"/>
              <p:cNvSpPr/>
              <p:nvPr/>
            </p:nvSpPr>
            <p:spPr>
              <a:xfrm>
                <a:off x="1040050" y="3812126"/>
                <a:ext cx="12550" cy="1824700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3"/>
              <p:cNvSpPr/>
              <p:nvPr/>
            </p:nvSpPr>
            <p:spPr>
              <a:xfrm>
                <a:off x="1235741" y="3812126"/>
                <a:ext cx="12509" cy="1824700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" name="Google Shape;106;p3"/>
            <p:cNvGrpSpPr/>
            <p:nvPr/>
          </p:nvGrpSpPr>
          <p:grpSpPr>
            <a:xfrm>
              <a:off x="441574" y="-36652"/>
              <a:ext cx="699940" cy="478601"/>
              <a:chOff x="39722" y="4349021"/>
              <a:chExt cx="1061964" cy="726143"/>
            </a:xfrm>
          </p:grpSpPr>
          <p:grpSp>
            <p:nvGrpSpPr>
              <p:cNvPr id="107" name="Google Shape;107;p3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108" name="Google Shape;108;p3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09" name="Google Shape;109;p3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110" name="Google Shape;110;p3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1" name="Google Shape;111;p3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2" name="Google Shape;112;p3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3" name="Google Shape;113;p3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4" name="Google Shape;114;p3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115" name="Google Shape;115;p3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6" name="Google Shape;116;p3"/>
            <p:cNvGrpSpPr/>
            <p:nvPr/>
          </p:nvGrpSpPr>
          <p:grpSpPr>
            <a:xfrm>
              <a:off x="955673" y="11"/>
              <a:ext cx="592576" cy="405260"/>
              <a:chOff x="39722" y="4349021"/>
              <a:chExt cx="1061964" cy="726143"/>
            </a:xfrm>
          </p:grpSpPr>
          <p:grpSp>
            <p:nvGrpSpPr>
              <p:cNvPr id="117" name="Google Shape;117;p3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118" name="Google Shape;118;p3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9" name="Google Shape;119;p3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120" name="Google Shape;120;p3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1" name="Google Shape;121;p3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2" name="Google Shape;122;p3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3" name="Google Shape;123;p3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4" name="Google Shape;124;p3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125" name="Google Shape;125;p3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" name="Google Shape;126;p3"/>
            <p:cNvGrpSpPr/>
            <p:nvPr/>
          </p:nvGrpSpPr>
          <p:grpSpPr>
            <a:xfrm>
              <a:off x="-1" y="621223"/>
              <a:ext cx="699940" cy="478601"/>
              <a:chOff x="39722" y="4349021"/>
              <a:chExt cx="1061964" cy="726143"/>
            </a:xfrm>
          </p:grpSpPr>
          <p:grpSp>
            <p:nvGrpSpPr>
              <p:cNvPr id="127" name="Google Shape;127;p3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128" name="Google Shape;128;p3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29" name="Google Shape;129;p3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130" name="Google Shape;130;p3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31" name="Google Shape;131;p3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32" name="Google Shape;132;p3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33" name="Google Shape;133;p3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34" name="Google Shape;134;p3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135" name="Google Shape;135;p3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6" name="Google Shape;136;p3"/>
            <p:cNvGrpSpPr/>
            <p:nvPr/>
          </p:nvGrpSpPr>
          <p:grpSpPr>
            <a:xfrm rot="-8100000">
              <a:off x="540898" y="-1172741"/>
              <a:ext cx="2552124" cy="3347490"/>
              <a:chOff x="2976325" y="908175"/>
              <a:chExt cx="4028179" cy="5283555"/>
            </a:xfrm>
          </p:grpSpPr>
          <p:sp>
            <p:nvSpPr>
              <p:cNvPr id="137" name="Google Shape;137;p3"/>
              <p:cNvSpPr/>
              <p:nvPr/>
            </p:nvSpPr>
            <p:spPr>
              <a:xfrm>
                <a:off x="3851189" y="1072525"/>
                <a:ext cx="3153315" cy="5119205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Google Shape;138;p3"/>
              <p:cNvSpPr/>
              <p:nvPr/>
            </p:nvSpPr>
            <p:spPr>
              <a:xfrm>
                <a:off x="3934943" y="908175"/>
                <a:ext cx="2925190" cy="3057668"/>
              </a:xfrm>
              <a:custGeom>
                <a:avLst/>
                <a:gdLst/>
                <a:ahLst/>
                <a:cxnLst/>
                <a:rect l="l" t="t" r="r" b="b"/>
                <a:pathLst>
                  <a:path w="71320" h="74550" extrusionOk="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Google Shape;139;p3"/>
              <p:cNvSpPr/>
              <p:nvPr/>
            </p:nvSpPr>
            <p:spPr>
              <a:xfrm>
                <a:off x="2976325" y="930036"/>
                <a:ext cx="4006263" cy="4749291"/>
              </a:xfrm>
              <a:custGeom>
                <a:avLst/>
                <a:gdLst/>
                <a:ahLst/>
                <a:cxnLst/>
                <a:rect l="l" t="t" r="r" b="b"/>
                <a:pathLst>
                  <a:path w="97678" h="115794" extrusionOk="0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"/>
          <p:cNvSpPr txBox="1">
            <a:spLocks noGrp="1"/>
          </p:cNvSpPr>
          <p:nvPr>
            <p:ph type="title"/>
          </p:nvPr>
        </p:nvSpPr>
        <p:spPr>
          <a:xfrm>
            <a:off x="539400" y="72217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4"/>
          <p:cNvSpPr txBox="1">
            <a:spLocks noGrp="1"/>
          </p:cNvSpPr>
          <p:nvPr>
            <p:ph type="body" idx="1"/>
          </p:nvPr>
        </p:nvSpPr>
        <p:spPr>
          <a:xfrm>
            <a:off x="539400" y="1696951"/>
            <a:ext cx="8065200" cy="4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AutoNum type="arabicPeriod"/>
              <a:defRPr>
                <a:solidFill>
                  <a:srgbClr val="191919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grpSp>
        <p:nvGrpSpPr>
          <p:cNvPr id="143" name="Google Shape;143;p4"/>
          <p:cNvGrpSpPr/>
          <p:nvPr/>
        </p:nvGrpSpPr>
        <p:grpSpPr>
          <a:xfrm>
            <a:off x="7545225" y="-1175453"/>
            <a:ext cx="3733124" cy="8244479"/>
            <a:chOff x="7545225" y="-1175453"/>
            <a:chExt cx="3733124" cy="8244479"/>
          </a:xfrm>
        </p:grpSpPr>
        <p:pic>
          <p:nvPicPr>
            <p:cNvPr id="144" name="Google Shape;144;p4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7545225" y="-1175453"/>
              <a:ext cx="3733124" cy="28492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5" name="Google Shape;145;p4"/>
            <p:cNvGrpSpPr/>
            <p:nvPr/>
          </p:nvGrpSpPr>
          <p:grpSpPr>
            <a:xfrm>
              <a:off x="7724496" y="511846"/>
              <a:ext cx="1518472" cy="3030657"/>
              <a:chOff x="7785196" y="342199"/>
              <a:chExt cx="1518472" cy="3030657"/>
            </a:xfrm>
          </p:grpSpPr>
          <p:sp>
            <p:nvSpPr>
              <p:cNvPr id="146" name="Google Shape;146;p4"/>
              <p:cNvSpPr/>
              <p:nvPr/>
            </p:nvSpPr>
            <p:spPr>
              <a:xfrm rot="10800000">
                <a:off x="7882621" y="539499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4"/>
              <p:cNvSpPr/>
              <p:nvPr/>
            </p:nvSpPr>
            <p:spPr>
              <a:xfrm rot="10800000">
                <a:off x="7785196" y="342199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8" name="Google Shape;148;p4"/>
            <p:cNvSpPr/>
            <p:nvPr/>
          </p:nvSpPr>
          <p:spPr>
            <a:xfrm rot="5400000">
              <a:off x="8430664" y="-904833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9" name="Google Shape;149;p4"/>
            <p:cNvGrpSpPr/>
            <p:nvPr/>
          </p:nvGrpSpPr>
          <p:grpSpPr>
            <a:xfrm>
              <a:off x="7724501" y="1949821"/>
              <a:ext cx="3153315" cy="5119205"/>
              <a:chOff x="7740801" y="270000"/>
              <a:chExt cx="3153315" cy="5119205"/>
            </a:xfrm>
          </p:grpSpPr>
          <p:sp>
            <p:nvSpPr>
              <p:cNvPr id="150" name="Google Shape;150;p4"/>
              <p:cNvSpPr/>
              <p:nvPr/>
            </p:nvSpPr>
            <p:spPr>
              <a:xfrm>
                <a:off x="7740801" y="270000"/>
                <a:ext cx="3153315" cy="5119205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51" name="Google Shape;151;p4"/>
              <p:cNvGrpSpPr/>
              <p:nvPr/>
            </p:nvGrpSpPr>
            <p:grpSpPr>
              <a:xfrm>
                <a:off x="8192886" y="4736397"/>
                <a:ext cx="134004" cy="134004"/>
                <a:chOff x="8356813" y="1074288"/>
                <a:chExt cx="351900" cy="351900"/>
              </a:xfrm>
            </p:grpSpPr>
            <p:sp>
              <p:nvSpPr>
                <p:cNvPr id="152" name="Google Shape;152;p4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" name="Google Shape;153;p4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54" name="Google Shape;154;p4"/>
              <p:cNvGrpSpPr/>
              <p:nvPr/>
            </p:nvGrpSpPr>
            <p:grpSpPr>
              <a:xfrm>
                <a:off x="8788211" y="3794722"/>
                <a:ext cx="134004" cy="134004"/>
                <a:chOff x="8356813" y="1074288"/>
                <a:chExt cx="351900" cy="351900"/>
              </a:xfrm>
            </p:grpSpPr>
            <p:sp>
              <p:nvSpPr>
                <p:cNvPr id="155" name="Google Shape;155;p4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" name="Google Shape;156;p4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57" name="Google Shape;157;p4"/>
              <p:cNvGrpSpPr/>
              <p:nvPr/>
            </p:nvGrpSpPr>
            <p:grpSpPr>
              <a:xfrm>
                <a:off x="8654186" y="2424672"/>
                <a:ext cx="134004" cy="134004"/>
                <a:chOff x="8356813" y="1074288"/>
                <a:chExt cx="351900" cy="351900"/>
              </a:xfrm>
            </p:grpSpPr>
            <p:sp>
              <p:nvSpPr>
                <p:cNvPr id="158" name="Google Shape;158;p4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" name="Google Shape;159;p4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160" name="Google Shape;160;p4"/>
          <p:cNvGrpSpPr/>
          <p:nvPr/>
        </p:nvGrpSpPr>
        <p:grpSpPr>
          <a:xfrm rot="-2529045">
            <a:off x="133416" y="5014757"/>
            <a:ext cx="591691" cy="2260270"/>
            <a:chOff x="-132364" y="1829399"/>
            <a:chExt cx="591677" cy="2260214"/>
          </a:xfrm>
        </p:grpSpPr>
        <p:sp>
          <p:nvSpPr>
            <p:cNvPr id="161" name="Google Shape;161;p4"/>
            <p:cNvSpPr/>
            <p:nvPr/>
          </p:nvSpPr>
          <p:spPr>
            <a:xfrm rot="10800000">
              <a:off x="62461" y="1829399"/>
              <a:ext cx="396852" cy="2260214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4"/>
            <p:cNvSpPr/>
            <p:nvPr/>
          </p:nvSpPr>
          <p:spPr>
            <a:xfrm rot="10800000">
              <a:off x="-132364" y="1829399"/>
              <a:ext cx="396852" cy="2260214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3" name="Google Shape;163;p4"/>
          <p:cNvGrpSpPr/>
          <p:nvPr/>
        </p:nvGrpSpPr>
        <p:grpSpPr>
          <a:xfrm>
            <a:off x="-492473" y="-296017"/>
            <a:ext cx="1502291" cy="2806842"/>
            <a:chOff x="-367748" y="-573164"/>
            <a:chExt cx="1502291" cy="2806842"/>
          </a:xfrm>
        </p:grpSpPr>
        <p:grpSp>
          <p:nvGrpSpPr>
            <p:cNvPr id="164" name="Google Shape;164;p4"/>
            <p:cNvGrpSpPr/>
            <p:nvPr/>
          </p:nvGrpSpPr>
          <p:grpSpPr>
            <a:xfrm rot="10800000">
              <a:off x="-191449" y="1507557"/>
              <a:ext cx="904666" cy="726121"/>
              <a:chOff x="7945225" y="4302000"/>
              <a:chExt cx="904666" cy="726121"/>
            </a:xfrm>
          </p:grpSpPr>
          <p:sp>
            <p:nvSpPr>
              <p:cNvPr id="165" name="Google Shape;165;p4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Google Shape;166;p4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167;p4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8" name="Google Shape;168;p4"/>
            <p:cNvSpPr/>
            <p:nvPr/>
          </p:nvSpPr>
          <p:spPr>
            <a:xfrm>
              <a:off x="152767" y="-572549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4"/>
            <p:cNvSpPr/>
            <p:nvPr/>
          </p:nvSpPr>
          <p:spPr>
            <a:xfrm>
              <a:off x="-6579" y="-573164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0" name="Google Shape;170;p4"/>
            <p:cNvGrpSpPr/>
            <p:nvPr/>
          </p:nvGrpSpPr>
          <p:grpSpPr>
            <a:xfrm rot="10800000">
              <a:off x="-367748" y="-467133"/>
              <a:ext cx="699928" cy="1651024"/>
              <a:chOff x="8337812" y="3492483"/>
              <a:chExt cx="699928" cy="1651024"/>
            </a:xfrm>
          </p:grpSpPr>
          <p:sp>
            <p:nvSpPr>
              <p:cNvPr id="171" name="Google Shape;171;p4"/>
              <p:cNvSpPr/>
              <p:nvPr/>
            </p:nvSpPr>
            <p:spPr>
              <a:xfrm>
                <a:off x="8337812" y="3492483"/>
                <a:ext cx="483116" cy="1013645"/>
              </a:xfrm>
              <a:custGeom>
                <a:avLst/>
                <a:gdLst/>
                <a:ahLst/>
                <a:cxnLst/>
                <a:rect l="l" t="t" r="r" b="b"/>
                <a:pathLst>
                  <a:path w="11779" h="24714" extrusionOk="0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4"/>
              <p:cNvSpPr/>
              <p:nvPr/>
            </p:nvSpPr>
            <p:spPr>
              <a:xfrm>
                <a:off x="8698380" y="3916789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Google Shape;173;p4"/>
              <p:cNvSpPr/>
              <p:nvPr/>
            </p:nvSpPr>
            <p:spPr>
              <a:xfrm>
                <a:off x="8790871" y="3823684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"/>
          <p:cNvSpPr txBox="1">
            <a:spLocks noGrp="1"/>
          </p:cNvSpPr>
          <p:nvPr>
            <p:ph type="title"/>
          </p:nvPr>
        </p:nvSpPr>
        <p:spPr>
          <a:xfrm>
            <a:off x="539400" y="72217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5"/>
          <p:cNvSpPr txBox="1">
            <a:spLocks noGrp="1"/>
          </p:cNvSpPr>
          <p:nvPr>
            <p:ph type="subTitle" idx="1"/>
          </p:nvPr>
        </p:nvSpPr>
        <p:spPr>
          <a:xfrm>
            <a:off x="4999903" y="3174813"/>
            <a:ext cx="2340300" cy="132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77" name="Google Shape;177;p5"/>
          <p:cNvSpPr txBox="1">
            <a:spLocks noGrp="1"/>
          </p:cNvSpPr>
          <p:nvPr>
            <p:ph type="subTitle" idx="2"/>
          </p:nvPr>
        </p:nvSpPr>
        <p:spPr>
          <a:xfrm>
            <a:off x="1803800" y="3174813"/>
            <a:ext cx="2340300" cy="132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78" name="Google Shape;178;p5"/>
          <p:cNvSpPr txBox="1">
            <a:spLocks noGrp="1"/>
          </p:cNvSpPr>
          <p:nvPr>
            <p:ph type="subTitle" idx="3"/>
          </p:nvPr>
        </p:nvSpPr>
        <p:spPr>
          <a:xfrm>
            <a:off x="4999908" y="2850801"/>
            <a:ext cx="23403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79" name="Google Shape;179;p5"/>
          <p:cNvSpPr txBox="1">
            <a:spLocks noGrp="1"/>
          </p:cNvSpPr>
          <p:nvPr>
            <p:ph type="subTitle" idx="4"/>
          </p:nvPr>
        </p:nvSpPr>
        <p:spPr>
          <a:xfrm>
            <a:off x="1803800" y="2850801"/>
            <a:ext cx="23403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grpSp>
        <p:nvGrpSpPr>
          <p:cNvPr id="180" name="Google Shape;180;p5"/>
          <p:cNvGrpSpPr/>
          <p:nvPr/>
        </p:nvGrpSpPr>
        <p:grpSpPr>
          <a:xfrm>
            <a:off x="7579113" y="-890399"/>
            <a:ext cx="2898275" cy="3032950"/>
            <a:chOff x="7198113" y="-890399"/>
            <a:chExt cx="2898275" cy="3032950"/>
          </a:xfrm>
        </p:grpSpPr>
        <p:pic>
          <p:nvPicPr>
            <p:cNvPr id="181" name="Google Shape;181;p5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-5400000">
              <a:off x="7130775" y="-823062"/>
              <a:ext cx="3032950" cy="2898275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82" name="Google Shape;182;p5"/>
            <p:cNvGrpSpPr/>
            <p:nvPr/>
          </p:nvGrpSpPr>
          <p:grpSpPr>
            <a:xfrm>
              <a:off x="8319318" y="-249682"/>
              <a:ext cx="1460040" cy="1171886"/>
              <a:chOff x="7945225" y="4302000"/>
              <a:chExt cx="904666" cy="726121"/>
            </a:xfrm>
          </p:grpSpPr>
          <p:sp>
            <p:nvSpPr>
              <p:cNvPr id="183" name="Google Shape;183;p5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Google Shape;184;p5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Google Shape;185;p5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86" name="Google Shape;186;p5"/>
          <p:cNvGrpSpPr/>
          <p:nvPr/>
        </p:nvGrpSpPr>
        <p:grpSpPr>
          <a:xfrm>
            <a:off x="-613920" y="5293806"/>
            <a:ext cx="2048057" cy="2238804"/>
            <a:chOff x="-461520" y="3617406"/>
            <a:chExt cx="2048057" cy="2238804"/>
          </a:xfrm>
        </p:grpSpPr>
        <p:grpSp>
          <p:nvGrpSpPr>
            <p:cNvPr id="187" name="Google Shape;187;p5"/>
            <p:cNvGrpSpPr/>
            <p:nvPr/>
          </p:nvGrpSpPr>
          <p:grpSpPr>
            <a:xfrm>
              <a:off x="-461520" y="3617406"/>
              <a:ext cx="1916534" cy="2238804"/>
              <a:chOff x="-461520" y="3617406"/>
              <a:chExt cx="1916534" cy="2238804"/>
            </a:xfrm>
          </p:grpSpPr>
          <p:grpSp>
            <p:nvGrpSpPr>
              <p:cNvPr id="188" name="Google Shape;188;p5"/>
              <p:cNvGrpSpPr/>
              <p:nvPr/>
            </p:nvGrpSpPr>
            <p:grpSpPr>
              <a:xfrm flipH="1">
                <a:off x="-461520" y="4010132"/>
                <a:ext cx="1916534" cy="1538287"/>
                <a:chOff x="7945225" y="4302000"/>
                <a:chExt cx="904666" cy="726121"/>
              </a:xfrm>
            </p:grpSpPr>
            <p:sp>
              <p:nvSpPr>
                <p:cNvPr id="189" name="Google Shape;189;p5"/>
                <p:cNvSpPr/>
                <p:nvPr/>
              </p:nvSpPr>
              <p:spPr>
                <a:xfrm>
                  <a:off x="8176775" y="4445200"/>
                  <a:ext cx="673116" cy="5829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285" h="44413" extrusionOk="0">
                      <a:moveTo>
                        <a:pt x="12814" y="0"/>
                      </a:moveTo>
                      <a:lnTo>
                        <a:pt x="0" y="22199"/>
                      </a:lnTo>
                      <a:lnTo>
                        <a:pt x="12814" y="44413"/>
                      </a:lnTo>
                      <a:lnTo>
                        <a:pt x="38471" y="44413"/>
                      </a:lnTo>
                      <a:lnTo>
                        <a:pt x="51285" y="22199"/>
                      </a:lnTo>
                      <a:lnTo>
                        <a:pt x="3847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22000">
                      <a:schemeClr val="lt1"/>
                    </a:gs>
                    <a:gs pos="45000">
                      <a:srgbClr val="FFFFFF">
                        <a:alpha val="0"/>
                      </a:srgbClr>
                    </a:gs>
                    <a:gs pos="100000">
                      <a:srgbClr val="0C0A9E">
                        <a:alpha val="50196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" name="Google Shape;190;p5"/>
                <p:cNvSpPr/>
                <p:nvPr/>
              </p:nvSpPr>
              <p:spPr>
                <a:xfrm>
                  <a:off x="8164350" y="4302000"/>
                  <a:ext cx="480925" cy="4164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285" h="44413" extrusionOk="0">
                      <a:moveTo>
                        <a:pt x="12814" y="0"/>
                      </a:moveTo>
                      <a:lnTo>
                        <a:pt x="0" y="22199"/>
                      </a:lnTo>
                      <a:lnTo>
                        <a:pt x="12814" y="44413"/>
                      </a:lnTo>
                      <a:lnTo>
                        <a:pt x="38471" y="44413"/>
                      </a:lnTo>
                      <a:lnTo>
                        <a:pt x="51285" y="22199"/>
                      </a:lnTo>
                      <a:lnTo>
                        <a:pt x="3847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22000">
                      <a:schemeClr val="lt1"/>
                    </a:gs>
                    <a:gs pos="45000">
                      <a:srgbClr val="FFFFFF">
                        <a:alpha val="0"/>
                      </a:srgbClr>
                    </a:gs>
                    <a:gs pos="100000">
                      <a:srgbClr val="0C0A9E">
                        <a:alpha val="50196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" name="Google Shape;191;p5"/>
                <p:cNvSpPr/>
                <p:nvPr/>
              </p:nvSpPr>
              <p:spPr>
                <a:xfrm>
                  <a:off x="7945225" y="4445200"/>
                  <a:ext cx="480925" cy="4164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285" h="44413" extrusionOk="0">
                      <a:moveTo>
                        <a:pt x="12814" y="0"/>
                      </a:moveTo>
                      <a:lnTo>
                        <a:pt x="0" y="22199"/>
                      </a:lnTo>
                      <a:lnTo>
                        <a:pt x="12814" y="44413"/>
                      </a:lnTo>
                      <a:lnTo>
                        <a:pt x="38471" y="44413"/>
                      </a:lnTo>
                      <a:lnTo>
                        <a:pt x="51285" y="22199"/>
                      </a:lnTo>
                      <a:lnTo>
                        <a:pt x="3847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22000">
                      <a:schemeClr val="lt1"/>
                    </a:gs>
                    <a:gs pos="45000">
                      <a:srgbClr val="FFFFFF">
                        <a:alpha val="0"/>
                      </a:srgbClr>
                    </a:gs>
                    <a:gs pos="100000">
                      <a:srgbClr val="0C0A9E">
                        <a:alpha val="50196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92" name="Google Shape;192;p5"/>
              <p:cNvGrpSpPr/>
              <p:nvPr/>
            </p:nvGrpSpPr>
            <p:grpSpPr>
              <a:xfrm>
                <a:off x="-309885" y="3617406"/>
                <a:ext cx="1448824" cy="2238804"/>
                <a:chOff x="-309885" y="3617406"/>
                <a:chExt cx="1448824" cy="2238804"/>
              </a:xfrm>
            </p:grpSpPr>
            <p:grpSp>
              <p:nvGrpSpPr>
                <p:cNvPr id="193" name="Google Shape;193;p5"/>
                <p:cNvGrpSpPr/>
                <p:nvPr/>
              </p:nvGrpSpPr>
              <p:grpSpPr>
                <a:xfrm>
                  <a:off x="-277007" y="3870159"/>
                  <a:ext cx="981772" cy="1986051"/>
                  <a:chOff x="-293545" y="3454371"/>
                  <a:chExt cx="981772" cy="1986051"/>
                </a:xfrm>
              </p:grpSpPr>
              <p:sp>
                <p:nvSpPr>
                  <p:cNvPr id="194" name="Google Shape;194;p5"/>
                  <p:cNvSpPr/>
                  <p:nvPr/>
                </p:nvSpPr>
                <p:spPr>
                  <a:xfrm rot="10800000">
                    <a:off x="-293545" y="3454371"/>
                    <a:ext cx="844677" cy="198552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937" h="56267" extrusionOk="0">
                        <a:moveTo>
                          <a:pt x="12997" y="1"/>
                        </a:moveTo>
                        <a:lnTo>
                          <a:pt x="12784" y="214"/>
                        </a:lnTo>
                        <a:lnTo>
                          <a:pt x="23098" y="10513"/>
                        </a:lnTo>
                        <a:cubicBezTo>
                          <a:pt x="23434" y="10864"/>
                          <a:pt x="23632" y="11321"/>
                          <a:pt x="23632" y="11808"/>
                        </a:cubicBezTo>
                        <a:cubicBezTo>
                          <a:pt x="23632" y="12311"/>
                          <a:pt x="23434" y="12768"/>
                          <a:pt x="23098" y="13104"/>
                        </a:cubicBezTo>
                        <a:lnTo>
                          <a:pt x="21925" y="14261"/>
                        </a:lnTo>
                        <a:cubicBezTo>
                          <a:pt x="21575" y="14627"/>
                          <a:pt x="21110" y="14810"/>
                          <a:pt x="20642" y="14810"/>
                        </a:cubicBezTo>
                        <a:cubicBezTo>
                          <a:pt x="20173" y="14810"/>
                          <a:pt x="19701" y="14627"/>
                          <a:pt x="19335" y="14261"/>
                        </a:cubicBezTo>
                        <a:lnTo>
                          <a:pt x="16958" y="11885"/>
                        </a:lnTo>
                        <a:cubicBezTo>
                          <a:pt x="16547" y="11489"/>
                          <a:pt x="16029" y="11260"/>
                          <a:pt x="15435" y="11260"/>
                        </a:cubicBezTo>
                        <a:cubicBezTo>
                          <a:pt x="14841" y="11260"/>
                          <a:pt x="14307" y="11489"/>
                          <a:pt x="13911" y="11885"/>
                        </a:cubicBezTo>
                        <a:lnTo>
                          <a:pt x="12525" y="13271"/>
                        </a:lnTo>
                        <a:cubicBezTo>
                          <a:pt x="12129" y="13698"/>
                          <a:pt x="11900" y="14231"/>
                          <a:pt x="11900" y="14795"/>
                        </a:cubicBezTo>
                        <a:cubicBezTo>
                          <a:pt x="11900" y="15374"/>
                          <a:pt x="12129" y="15922"/>
                          <a:pt x="12525" y="16318"/>
                        </a:cubicBezTo>
                        <a:cubicBezTo>
                          <a:pt x="12860" y="16669"/>
                          <a:pt x="13058" y="17126"/>
                          <a:pt x="13058" y="17629"/>
                        </a:cubicBezTo>
                        <a:cubicBezTo>
                          <a:pt x="13058" y="18116"/>
                          <a:pt x="12860" y="18573"/>
                          <a:pt x="12525" y="18924"/>
                        </a:cubicBezTo>
                        <a:lnTo>
                          <a:pt x="11489" y="19944"/>
                        </a:lnTo>
                        <a:cubicBezTo>
                          <a:pt x="11154" y="20295"/>
                          <a:pt x="10696" y="20478"/>
                          <a:pt x="10209" y="20478"/>
                        </a:cubicBezTo>
                        <a:lnTo>
                          <a:pt x="9569" y="20478"/>
                        </a:lnTo>
                        <a:cubicBezTo>
                          <a:pt x="8990" y="20478"/>
                          <a:pt x="8457" y="20706"/>
                          <a:pt x="8045" y="21102"/>
                        </a:cubicBezTo>
                        <a:lnTo>
                          <a:pt x="3353" y="25810"/>
                        </a:lnTo>
                        <a:cubicBezTo>
                          <a:pt x="2515" y="26648"/>
                          <a:pt x="2515" y="28004"/>
                          <a:pt x="3353" y="28842"/>
                        </a:cubicBezTo>
                        <a:lnTo>
                          <a:pt x="10529" y="36018"/>
                        </a:lnTo>
                        <a:cubicBezTo>
                          <a:pt x="10864" y="36369"/>
                          <a:pt x="11062" y="36826"/>
                          <a:pt x="11062" y="37313"/>
                        </a:cubicBezTo>
                        <a:cubicBezTo>
                          <a:pt x="11062" y="37801"/>
                          <a:pt x="10864" y="38273"/>
                          <a:pt x="10529" y="38608"/>
                        </a:cubicBezTo>
                        <a:lnTo>
                          <a:pt x="8198" y="40940"/>
                        </a:lnTo>
                        <a:cubicBezTo>
                          <a:pt x="7802" y="41351"/>
                          <a:pt x="7573" y="41884"/>
                          <a:pt x="7573" y="42463"/>
                        </a:cubicBezTo>
                        <a:lnTo>
                          <a:pt x="7573" y="47720"/>
                        </a:lnTo>
                        <a:cubicBezTo>
                          <a:pt x="7573" y="48207"/>
                          <a:pt x="7390" y="48664"/>
                          <a:pt x="7040" y="49015"/>
                        </a:cubicBezTo>
                        <a:lnTo>
                          <a:pt x="1" y="56054"/>
                        </a:lnTo>
                        <a:lnTo>
                          <a:pt x="199" y="56267"/>
                        </a:lnTo>
                        <a:lnTo>
                          <a:pt x="7268" y="49274"/>
                        </a:lnTo>
                        <a:cubicBezTo>
                          <a:pt x="7664" y="48862"/>
                          <a:pt x="7893" y="48329"/>
                          <a:pt x="7893" y="47750"/>
                        </a:cubicBezTo>
                        <a:lnTo>
                          <a:pt x="7893" y="42494"/>
                        </a:lnTo>
                        <a:cubicBezTo>
                          <a:pt x="7893" y="42006"/>
                          <a:pt x="8091" y="41549"/>
                          <a:pt x="8426" y="41199"/>
                        </a:cubicBezTo>
                        <a:lnTo>
                          <a:pt x="10757" y="38883"/>
                        </a:lnTo>
                        <a:cubicBezTo>
                          <a:pt x="11154" y="38456"/>
                          <a:pt x="11382" y="37923"/>
                          <a:pt x="11382" y="37359"/>
                        </a:cubicBezTo>
                        <a:cubicBezTo>
                          <a:pt x="11382" y="36765"/>
                          <a:pt x="11154" y="36232"/>
                          <a:pt x="10757" y="35835"/>
                        </a:cubicBezTo>
                        <a:lnTo>
                          <a:pt x="3581" y="28644"/>
                        </a:lnTo>
                        <a:cubicBezTo>
                          <a:pt x="2850" y="27943"/>
                          <a:pt x="2850" y="26785"/>
                          <a:pt x="3581" y="26054"/>
                        </a:cubicBezTo>
                        <a:lnTo>
                          <a:pt x="8274" y="21346"/>
                        </a:lnTo>
                        <a:cubicBezTo>
                          <a:pt x="8624" y="21011"/>
                          <a:pt x="9081" y="20813"/>
                          <a:pt x="9569" y="20813"/>
                        </a:cubicBezTo>
                        <a:lnTo>
                          <a:pt x="10209" y="20813"/>
                        </a:lnTo>
                        <a:cubicBezTo>
                          <a:pt x="10788" y="20813"/>
                          <a:pt x="11321" y="20584"/>
                          <a:pt x="11732" y="20188"/>
                        </a:cubicBezTo>
                        <a:lnTo>
                          <a:pt x="12753" y="19167"/>
                        </a:lnTo>
                        <a:cubicBezTo>
                          <a:pt x="13149" y="18741"/>
                          <a:pt x="13378" y="18208"/>
                          <a:pt x="13378" y="17644"/>
                        </a:cubicBezTo>
                        <a:cubicBezTo>
                          <a:pt x="13378" y="17050"/>
                          <a:pt x="13149" y="16516"/>
                          <a:pt x="12753" y="16120"/>
                        </a:cubicBezTo>
                        <a:cubicBezTo>
                          <a:pt x="12418" y="15770"/>
                          <a:pt x="12220" y="15313"/>
                          <a:pt x="12220" y="14825"/>
                        </a:cubicBezTo>
                        <a:cubicBezTo>
                          <a:pt x="12220" y="14322"/>
                          <a:pt x="12418" y="13865"/>
                          <a:pt x="12753" y="13530"/>
                        </a:cubicBezTo>
                        <a:lnTo>
                          <a:pt x="14140" y="12128"/>
                        </a:lnTo>
                        <a:cubicBezTo>
                          <a:pt x="14490" y="11793"/>
                          <a:pt x="14947" y="11595"/>
                          <a:pt x="15435" y="11595"/>
                        </a:cubicBezTo>
                        <a:cubicBezTo>
                          <a:pt x="15938" y="11595"/>
                          <a:pt x="16395" y="11793"/>
                          <a:pt x="16730" y="12128"/>
                        </a:cubicBezTo>
                        <a:lnTo>
                          <a:pt x="19107" y="14520"/>
                        </a:lnTo>
                        <a:cubicBezTo>
                          <a:pt x="19526" y="14939"/>
                          <a:pt x="20074" y="15149"/>
                          <a:pt x="20623" y="15149"/>
                        </a:cubicBezTo>
                        <a:cubicBezTo>
                          <a:pt x="21171" y="15149"/>
                          <a:pt x="21720" y="14939"/>
                          <a:pt x="22139" y="14520"/>
                        </a:cubicBezTo>
                        <a:lnTo>
                          <a:pt x="23297" y="13347"/>
                        </a:lnTo>
                        <a:cubicBezTo>
                          <a:pt x="23708" y="12936"/>
                          <a:pt x="23936" y="12403"/>
                          <a:pt x="23936" y="11824"/>
                        </a:cubicBezTo>
                        <a:cubicBezTo>
                          <a:pt x="23936" y="11260"/>
                          <a:pt x="23708" y="10711"/>
                          <a:pt x="23297" y="10300"/>
                        </a:cubicBezTo>
                        <a:lnTo>
                          <a:pt x="12997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dk2"/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95" name="Google Shape;195;p5"/>
                  <p:cNvSpPr/>
                  <p:nvPr/>
                </p:nvSpPr>
                <p:spPr>
                  <a:xfrm rot="10800000">
                    <a:off x="-156450" y="3454901"/>
                    <a:ext cx="844677" cy="198552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937" h="56267" extrusionOk="0">
                        <a:moveTo>
                          <a:pt x="12997" y="0"/>
                        </a:moveTo>
                        <a:lnTo>
                          <a:pt x="12784" y="214"/>
                        </a:lnTo>
                        <a:lnTo>
                          <a:pt x="23098" y="10513"/>
                        </a:lnTo>
                        <a:cubicBezTo>
                          <a:pt x="23434" y="10848"/>
                          <a:pt x="23632" y="11305"/>
                          <a:pt x="23632" y="11808"/>
                        </a:cubicBezTo>
                        <a:cubicBezTo>
                          <a:pt x="23632" y="12296"/>
                          <a:pt x="23434" y="12753"/>
                          <a:pt x="23098" y="13103"/>
                        </a:cubicBezTo>
                        <a:lnTo>
                          <a:pt x="21925" y="14261"/>
                        </a:lnTo>
                        <a:cubicBezTo>
                          <a:pt x="21575" y="14627"/>
                          <a:pt x="21110" y="14810"/>
                          <a:pt x="20642" y="14810"/>
                        </a:cubicBezTo>
                        <a:cubicBezTo>
                          <a:pt x="20173" y="14810"/>
                          <a:pt x="19701" y="14627"/>
                          <a:pt x="19335" y="14261"/>
                        </a:cubicBezTo>
                        <a:lnTo>
                          <a:pt x="16958" y="11884"/>
                        </a:lnTo>
                        <a:cubicBezTo>
                          <a:pt x="16547" y="11488"/>
                          <a:pt x="16029" y="11260"/>
                          <a:pt x="15435" y="11260"/>
                        </a:cubicBezTo>
                        <a:cubicBezTo>
                          <a:pt x="14840" y="11260"/>
                          <a:pt x="14307" y="11488"/>
                          <a:pt x="13911" y="11884"/>
                        </a:cubicBezTo>
                        <a:lnTo>
                          <a:pt x="12525" y="13271"/>
                        </a:lnTo>
                        <a:cubicBezTo>
                          <a:pt x="11687" y="14109"/>
                          <a:pt x="11687" y="15465"/>
                          <a:pt x="12525" y="16303"/>
                        </a:cubicBezTo>
                        <a:cubicBezTo>
                          <a:pt x="12860" y="16638"/>
                          <a:pt x="13058" y="17095"/>
                          <a:pt x="13058" y="17598"/>
                        </a:cubicBezTo>
                        <a:cubicBezTo>
                          <a:pt x="13058" y="18085"/>
                          <a:pt x="12860" y="18543"/>
                          <a:pt x="12525" y="18893"/>
                        </a:cubicBezTo>
                        <a:lnTo>
                          <a:pt x="11489" y="19914"/>
                        </a:lnTo>
                        <a:cubicBezTo>
                          <a:pt x="11153" y="20264"/>
                          <a:pt x="10696" y="20447"/>
                          <a:pt x="10193" y="20447"/>
                        </a:cubicBezTo>
                        <a:lnTo>
                          <a:pt x="9569" y="20447"/>
                        </a:lnTo>
                        <a:cubicBezTo>
                          <a:pt x="8975" y="20447"/>
                          <a:pt x="8441" y="20676"/>
                          <a:pt x="8045" y="21087"/>
                        </a:cubicBezTo>
                        <a:lnTo>
                          <a:pt x="3337" y="25780"/>
                        </a:lnTo>
                        <a:cubicBezTo>
                          <a:pt x="2941" y="26206"/>
                          <a:pt x="2713" y="26739"/>
                          <a:pt x="2713" y="27303"/>
                        </a:cubicBezTo>
                        <a:cubicBezTo>
                          <a:pt x="2713" y="27897"/>
                          <a:pt x="2941" y="28431"/>
                          <a:pt x="3337" y="28827"/>
                        </a:cubicBezTo>
                        <a:lnTo>
                          <a:pt x="10529" y="36018"/>
                        </a:lnTo>
                        <a:cubicBezTo>
                          <a:pt x="11245" y="36719"/>
                          <a:pt x="11245" y="37877"/>
                          <a:pt x="10529" y="38608"/>
                        </a:cubicBezTo>
                        <a:lnTo>
                          <a:pt x="8198" y="40924"/>
                        </a:lnTo>
                        <a:cubicBezTo>
                          <a:pt x="7801" y="41351"/>
                          <a:pt x="7573" y="41884"/>
                          <a:pt x="7573" y="42448"/>
                        </a:cubicBezTo>
                        <a:lnTo>
                          <a:pt x="7573" y="47704"/>
                        </a:lnTo>
                        <a:cubicBezTo>
                          <a:pt x="7573" y="48207"/>
                          <a:pt x="7375" y="48664"/>
                          <a:pt x="7040" y="48999"/>
                        </a:cubicBezTo>
                        <a:lnTo>
                          <a:pt x="1" y="56053"/>
                        </a:lnTo>
                        <a:lnTo>
                          <a:pt x="199" y="56267"/>
                        </a:lnTo>
                        <a:lnTo>
                          <a:pt x="7268" y="49212"/>
                        </a:lnTo>
                        <a:cubicBezTo>
                          <a:pt x="7664" y="48801"/>
                          <a:pt x="7893" y="48268"/>
                          <a:pt x="7893" y="47689"/>
                        </a:cubicBezTo>
                        <a:lnTo>
                          <a:pt x="7893" y="42432"/>
                        </a:lnTo>
                        <a:cubicBezTo>
                          <a:pt x="7893" y="41945"/>
                          <a:pt x="8091" y="41473"/>
                          <a:pt x="8426" y="41137"/>
                        </a:cubicBezTo>
                        <a:lnTo>
                          <a:pt x="10757" y="38806"/>
                        </a:lnTo>
                        <a:cubicBezTo>
                          <a:pt x="11595" y="37984"/>
                          <a:pt x="11595" y="36628"/>
                          <a:pt x="10757" y="35790"/>
                        </a:cubicBezTo>
                        <a:lnTo>
                          <a:pt x="3581" y="28598"/>
                        </a:lnTo>
                        <a:cubicBezTo>
                          <a:pt x="3231" y="28263"/>
                          <a:pt x="3048" y="27806"/>
                          <a:pt x="3048" y="27318"/>
                        </a:cubicBezTo>
                        <a:cubicBezTo>
                          <a:pt x="3048" y="26816"/>
                          <a:pt x="3231" y="26359"/>
                          <a:pt x="3581" y="26023"/>
                        </a:cubicBezTo>
                        <a:lnTo>
                          <a:pt x="8274" y="21346"/>
                        </a:lnTo>
                        <a:cubicBezTo>
                          <a:pt x="8624" y="21011"/>
                          <a:pt x="9081" y="20813"/>
                          <a:pt x="9569" y="20813"/>
                        </a:cubicBezTo>
                        <a:lnTo>
                          <a:pt x="10209" y="20813"/>
                        </a:lnTo>
                        <a:cubicBezTo>
                          <a:pt x="10788" y="20813"/>
                          <a:pt x="11321" y="20584"/>
                          <a:pt x="11732" y="20188"/>
                        </a:cubicBezTo>
                        <a:lnTo>
                          <a:pt x="12753" y="19152"/>
                        </a:lnTo>
                        <a:cubicBezTo>
                          <a:pt x="13149" y="18741"/>
                          <a:pt x="13378" y="18207"/>
                          <a:pt x="13378" y="17628"/>
                        </a:cubicBezTo>
                        <a:cubicBezTo>
                          <a:pt x="13378" y="17049"/>
                          <a:pt x="13149" y="16516"/>
                          <a:pt x="12753" y="16105"/>
                        </a:cubicBezTo>
                        <a:cubicBezTo>
                          <a:pt x="12037" y="15404"/>
                          <a:pt x="12037" y="14246"/>
                          <a:pt x="12753" y="13515"/>
                        </a:cubicBezTo>
                        <a:lnTo>
                          <a:pt x="14140" y="12128"/>
                        </a:lnTo>
                        <a:cubicBezTo>
                          <a:pt x="14490" y="11793"/>
                          <a:pt x="14947" y="11595"/>
                          <a:pt x="15435" y="11595"/>
                        </a:cubicBezTo>
                        <a:cubicBezTo>
                          <a:pt x="15937" y="11595"/>
                          <a:pt x="16395" y="11793"/>
                          <a:pt x="16730" y="12128"/>
                        </a:cubicBezTo>
                        <a:lnTo>
                          <a:pt x="19106" y="14505"/>
                        </a:lnTo>
                        <a:cubicBezTo>
                          <a:pt x="19525" y="14924"/>
                          <a:pt x="20074" y="15133"/>
                          <a:pt x="20622" y="15133"/>
                        </a:cubicBezTo>
                        <a:cubicBezTo>
                          <a:pt x="21171" y="15133"/>
                          <a:pt x="21719" y="14924"/>
                          <a:pt x="22138" y="14505"/>
                        </a:cubicBezTo>
                        <a:lnTo>
                          <a:pt x="23296" y="13347"/>
                        </a:lnTo>
                        <a:cubicBezTo>
                          <a:pt x="23708" y="12936"/>
                          <a:pt x="23936" y="12402"/>
                          <a:pt x="23936" y="11823"/>
                        </a:cubicBezTo>
                        <a:cubicBezTo>
                          <a:pt x="23936" y="11229"/>
                          <a:pt x="23708" y="10696"/>
                          <a:pt x="23296" y="10300"/>
                        </a:cubicBezTo>
                        <a:lnTo>
                          <a:pt x="12997" y="0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dk2"/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196" name="Google Shape;196;p5"/>
                <p:cNvGrpSpPr/>
                <p:nvPr/>
              </p:nvGrpSpPr>
              <p:grpSpPr>
                <a:xfrm>
                  <a:off x="363249" y="4906873"/>
                  <a:ext cx="699940" cy="478601"/>
                  <a:chOff x="39722" y="4349021"/>
                  <a:chExt cx="1061964" cy="726143"/>
                </a:xfrm>
              </p:grpSpPr>
              <p:grpSp>
                <p:nvGrpSpPr>
                  <p:cNvPr id="197" name="Google Shape;197;p5"/>
                  <p:cNvGrpSpPr/>
                  <p:nvPr/>
                </p:nvGrpSpPr>
                <p:grpSpPr>
                  <a:xfrm rot="2700000">
                    <a:off x="140502" y="4460924"/>
                    <a:ext cx="524584" cy="502337"/>
                    <a:chOff x="1189791" y="-1767331"/>
                    <a:chExt cx="904284" cy="865933"/>
                  </a:xfrm>
                </p:grpSpPr>
                <p:sp>
                  <p:nvSpPr>
                    <p:cNvPr id="198" name="Google Shape;198;p5"/>
                    <p:cNvSpPr/>
                    <p:nvPr/>
                  </p:nvSpPr>
                  <p:spPr>
                    <a:xfrm>
                      <a:off x="1189791" y="-1767331"/>
                      <a:ext cx="904284" cy="865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902" h="35337" extrusionOk="0">
                          <a:moveTo>
                            <a:pt x="18449" y="1"/>
                          </a:moveTo>
                          <a:cubicBezTo>
                            <a:pt x="16409" y="1"/>
                            <a:pt x="14368" y="778"/>
                            <a:pt x="12814" y="2332"/>
                          </a:cubicBezTo>
                          <a:lnTo>
                            <a:pt x="3108" y="12037"/>
                          </a:lnTo>
                          <a:cubicBezTo>
                            <a:pt x="0" y="15145"/>
                            <a:pt x="0" y="20189"/>
                            <a:pt x="3108" y="23297"/>
                          </a:cubicBezTo>
                          <a:lnTo>
                            <a:pt x="12814" y="33017"/>
                          </a:lnTo>
                          <a:cubicBezTo>
                            <a:pt x="14368" y="34564"/>
                            <a:pt x="16405" y="35337"/>
                            <a:pt x="18443" y="35337"/>
                          </a:cubicBezTo>
                          <a:cubicBezTo>
                            <a:pt x="20481" y="35337"/>
                            <a:pt x="22519" y="34564"/>
                            <a:pt x="24073" y="33017"/>
                          </a:cubicBezTo>
                          <a:lnTo>
                            <a:pt x="33794" y="23297"/>
                          </a:lnTo>
                          <a:cubicBezTo>
                            <a:pt x="36902" y="20189"/>
                            <a:pt x="36902" y="15145"/>
                            <a:pt x="33794" y="12037"/>
                          </a:cubicBezTo>
                          <a:lnTo>
                            <a:pt x="24073" y="2332"/>
                          </a:lnTo>
                          <a:cubicBezTo>
                            <a:pt x="22527" y="778"/>
                            <a:pt x="20489" y="1"/>
                            <a:pt x="18449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lt1"/>
                        </a:gs>
                        <a:gs pos="18000">
                          <a:schemeClr val="lt1"/>
                        </a:gs>
                        <a:gs pos="56000">
                          <a:srgbClr val="FFFFFF">
                            <a:alpha val="0"/>
                          </a:srgbClr>
                        </a:gs>
                        <a:gs pos="74000">
                          <a:schemeClr val="lt1"/>
                        </a:gs>
                        <a:gs pos="100000">
                          <a:srgbClr val="9900FF">
                            <a:alpha val="28627"/>
                          </a:srgbClr>
                        </a:gs>
                      </a:gsLst>
                      <a:path path="circle">
                        <a:fillToRect r="100000" b="100000"/>
                      </a:path>
                      <a:tileRect l="-100000" t="-10000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grpSp>
                  <p:nvGrpSpPr>
                    <p:cNvPr id="199" name="Google Shape;199;p5"/>
                    <p:cNvGrpSpPr/>
                    <p:nvPr/>
                  </p:nvGrpSpPr>
                  <p:grpSpPr>
                    <a:xfrm>
                      <a:off x="1232795" y="-1740829"/>
                      <a:ext cx="717621" cy="717392"/>
                      <a:chOff x="1483457" y="3953671"/>
                      <a:chExt cx="717621" cy="717392"/>
                    </a:xfrm>
                  </p:grpSpPr>
                  <p:sp>
                    <p:nvSpPr>
                      <p:cNvPr id="200" name="Google Shape;200;p5"/>
                      <p:cNvSpPr/>
                      <p:nvPr/>
                    </p:nvSpPr>
                    <p:spPr>
                      <a:xfrm>
                        <a:off x="1483457" y="425726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01" name="Google Shape;201;p5"/>
                      <p:cNvSpPr/>
                      <p:nvPr/>
                    </p:nvSpPr>
                    <p:spPr>
                      <a:xfrm>
                        <a:off x="1559470" y="418148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02" name="Google Shape;202;p5"/>
                      <p:cNvSpPr/>
                      <p:nvPr/>
                    </p:nvSpPr>
                    <p:spPr>
                      <a:xfrm>
                        <a:off x="1635483" y="4105239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1" y="381"/>
                            </a:lnTo>
                            <a:lnTo>
                              <a:pt x="26740" y="27120"/>
                            </a:lnTo>
                            <a:lnTo>
                              <a:pt x="27121" y="26755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03" name="Google Shape;203;p5"/>
                      <p:cNvSpPr/>
                      <p:nvPr/>
                    </p:nvSpPr>
                    <p:spPr>
                      <a:xfrm>
                        <a:off x="1711267" y="402945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55" y="27121"/>
                            </a:lnTo>
                            <a:lnTo>
                              <a:pt x="27120" y="26755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04" name="Google Shape;204;p5"/>
                      <p:cNvSpPr/>
                      <p:nvPr/>
                    </p:nvSpPr>
                    <p:spPr>
                      <a:xfrm>
                        <a:off x="1787280" y="395367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2" y="1"/>
                            </a:moveTo>
                            <a:lnTo>
                              <a:pt x="1" y="382"/>
                            </a:lnTo>
                            <a:lnTo>
                              <a:pt x="26740" y="27121"/>
                            </a:lnTo>
                            <a:lnTo>
                              <a:pt x="27121" y="26740"/>
                            </a:lnTo>
                            <a:lnTo>
                              <a:pt x="382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</p:grpSp>
              </p:grpSp>
              <p:sp>
                <p:nvSpPr>
                  <p:cNvPr id="205" name="Google Shape;205;p5"/>
                  <p:cNvSpPr/>
                  <p:nvPr/>
                </p:nvSpPr>
                <p:spPr>
                  <a:xfrm rot="-2700000">
                    <a:off x="542534" y="4469276"/>
                    <a:ext cx="492898" cy="3915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4612" h="35440" extrusionOk="0">
                        <a:moveTo>
                          <a:pt x="40817" y="1"/>
                        </a:moveTo>
                        <a:lnTo>
                          <a:pt x="37420" y="3383"/>
                        </a:lnTo>
                        <a:lnTo>
                          <a:pt x="41213" y="7177"/>
                        </a:lnTo>
                        <a:lnTo>
                          <a:pt x="44611" y="3779"/>
                        </a:lnTo>
                        <a:lnTo>
                          <a:pt x="40817" y="1"/>
                        </a:lnTo>
                        <a:close/>
                        <a:moveTo>
                          <a:pt x="22184" y="4099"/>
                        </a:moveTo>
                        <a:lnTo>
                          <a:pt x="18801" y="7482"/>
                        </a:lnTo>
                        <a:lnTo>
                          <a:pt x="22595" y="11275"/>
                        </a:lnTo>
                        <a:lnTo>
                          <a:pt x="25978" y="7878"/>
                        </a:lnTo>
                        <a:lnTo>
                          <a:pt x="22184" y="4099"/>
                        </a:lnTo>
                        <a:close/>
                        <a:moveTo>
                          <a:pt x="15983" y="10300"/>
                        </a:moveTo>
                        <a:lnTo>
                          <a:pt x="12585" y="13698"/>
                        </a:lnTo>
                        <a:lnTo>
                          <a:pt x="16379" y="17476"/>
                        </a:lnTo>
                        <a:lnTo>
                          <a:pt x="19776" y="14094"/>
                        </a:lnTo>
                        <a:lnTo>
                          <a:pt x="15983" y="10300"/>
                        </a:lnTo>
                        <a:close/>
                        <a:moveTo>
                          <a:pt x="9431" y="16852"/>
                        </a:moveTo>
                        <a:lnTo>
                          <a:pt x="6034" y="20249"/>
                        </a:lnTo>
                        <a:lnTo>
                          <a:pt x="15190" y="29406"/>
                        </a:lnTo>
                        <a:lnTo>
                          <a:pt x="18588" y="26008"/>
                        </a:lnTo>
                        <a:lnTo>
                          <a:pt x="9431" y="16852"/>
                        </a:lnTo>
                        <a:close/>
                        <a:moveTo>
                          <a:pt x="3383" y="22885"/>
                        </a:moveTo>
                        <a:lnTo>
                          <a:pt x="0" y="26283"/>
                        </a:lnTo>
                        <a:lnTo>
                          <a:pt x="9157" y="35440"/>
                        </a:lnTo>
                        <a:lnTo>
                          <a:pt x="12555" y="32057"/>
                        </a:lnTo>
                        <a:lnTo>
                          <a:pt x="3383" y="22885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206" name="Google Shape;206;p5"/>
                <p:cNvGrpSpPr/>
                <p:nvPr/>
              </p:nvGrpSpPr>
              <p:grpSpPr>
                <a:xfrm rot="-5400000">
                  <a:off x="-461873" y="3769393"/>
                  <a:ext cx="1351491" cy="1047516"/>
                  <a:chOff x="-2460210" y="2758493"/>
                  <a:chExt cx="1351491" cy="1047516"/>
                </a:xfrm>
              </p:grpSpPr>
              <p:sp>
                <p:nvSpPr>
                  <p:cNvPr id="207" name="Google Shape;207;p5"/>
                  <p:cNvSpPr/>
                  <p:nvPr/>
                </p:nvSpPr>
                <p:spPr>
                  <a:xfrm rot="-2700000">
                    <a:off x="-2341816" y="31085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8" name="Google Shape;208;p5"/>
                  <p:cNvSpPr/>
                  <p:nvPr/>
                </p:nvSpPr>
                <p:spPr>
                  <a:xfrm rot="-2700000">
                    <a:off x="-2157466" y="30323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9" name="Google Shape;209;p5"/>
                  <p:cNvSpPr/>
                  <p:nvPr/>
                </p:nvSpPr>
                <p:spPr>
                  <a:xfrm rot="-2700000">
                    <a:off x="-1993591" y="29561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0" name="Google Shape;210;p5"/>
                  <p:cNvSpPr/>
                  <p:nvPr/>
                </p:nvSpPr>
                <p:spPr>
                  <a:xfrm rot="-2700000">
                    <a:off x="-1809241" y="28799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211" name="Google Shape;211;p5"/>
                <p:cNvGrpSpPr/>
                <p:nvPr/>
              </p:nvGrpSpPr>
              <p:grpSpPr>
                <a:xfrm>
                  <a:off x="438999" y="4567398"/>
                  <a:ext cx="699940" cy="478601"/>
                  <a:chOff x="39722" y="4349021"/>
                  <a:chExt cx="1061964" cy="726143"/>
                </a:xfrm>
              </p:grpSpPr>
              <p:grpSp>
                <p:nvGrpSpPr>
                  <p:cNvPr id="212" name="Google Shape;212;p5"/>
                  <p:cNvGrpSpPr/>
                  <p:nvPr/>
                </p:nvGrpSpPr>
                <p:grpSpPr>
                  <a:xfrm rot="2700000">
                    <a:off x="140502" y="4460924"/>
                    <a:ext cx="524584" cy="502337"/>
                    <a:chOff x="1189791" y="-1767331"/>
                    <a:chExt cx="904284" cy="865933"/>
                  </a:xfrm>
                </p:grpSpPr>
                <p:sp>
                  <p:nvSpPr>
                    <p:cNvPr id="213" name="Google Shape;213;p5"/>
                    <p:cNvSpPr/>
                    <p:nvPr/>
                  </p:nvSpPr>
                  <p:spPr>
                    <a:xfrm>
                      <a:off x="1189791" y="-1767331"/>
                      <a:ext cx="904284" cy="865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902" h="35337" extrusionOk="0">
                          <a:moveTo>
                            <a:pt x="18449" y="1"/>
                          </a:moveTo>
                          <a:cubicBezTo>
                            <a:pt x="16409" y="1"/>
                            <a:pt x="14368" y="778"/>
                            <a:pt x="12814" y="2332"/>
                          </a:cubicBezTo>
                          <a:lnTo>
                            <a:pt x="3108" y="12037"/>
                          </a:lnTo>
                          <a:cubicBezTo>
                            <a:pt x="0" y="15145"/>
                            <a:pt x="0" y="20189"/>
                            <a:pt x="3108" y="23297"/>
                          </a:cubicBezTo>
                          <a:lnTo>
                            <a:pt x="12814" y="33017"/>
                          </a:lnTo>
                          <a:cubicBezTo>
                            <a:pt x="14368" y="34564"/>
                            <a:pt x="16405" y="35337"/>
                            <a:pt x="18443" y="35337"/>
                          </a:cubicBezTo>
                          <a:cubicBezTo>
                            <a:pt x="20481" y="35337"/>
                            <a:pt x="22519" y="34564"/>
                            <a:pt x="24073" y="33017"/>
                          </a:cubicBezTo>
                          <a:lnTo>
                            <a:pt x="33794" y="23297"/>
                          </a:lnTo>
                          <a:cubicBezTo>
                            <a:pt x="36902" y="20189"/>
                            <a:pt x="36902" y="15145"/>
                            <a:pt x="33794" y="12037"/>
                          </a:cubicBezTo>
                          <a:lnTo>
                            <a:pt x="24073" y="2332"/>
                          </a:lnTo>
                          <a:cubicBezTo>
                            <a:pt x="22527" y="778"/>
                            <a:pt x="20489" y="1"/>
                            <a:pt x="18449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lt1"/>
                        </a:gs>
                        <a:gs pos="18000">
                          <a:schemeClr val="lt1"/>
                        </a:gs>
                        <a:gs pos="56000">
                          <a:srgbClr val="FFFFFF">
                            <a:alpha val="0"/>
                          </a:srgbClr>
                        </a:gs>
                        <a:gs pos="74000">
                          <a:schemeClr val="lt1"/>
                        </a:gs>
                        <a:gs pos="100000">
                          <a:srgbClr val="9900FF">
                            <a:alpha val="28627"/>
                          </a:srgbClr>
                        </a:gs>
                      </a:gsLst>
                      <a:path path="circle">
                        <a:fillToRect r="100000" b="100000"/>
                      </a:path>
                      <a:tileRect l="-100000" t="-10000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grpSp>
                  <p:nvGrpSpPr>
                    <p:cNvPr id="214" name="Google Shape;214;p5"/>
                    <p:cNvGrpSpPr/>
                    <p:nvPr/>
                  </p:nvGrpSpPr>
                  <p:grpSpPr>
                    <a:xfrm>
                      <a:off x="1232795" y="-1740829"/>
                      <a:ext cx="717621" cy="717392"/>
                      <a:chOff x="1483457" y="3953671"/>
                      <a:chExt cx="717621" cy="717392"/>
                    </a:xfrm>
                  </p:grpSpPr>
                  <p:sp>
                    <p:nvSpPr>
                      <p:cNvPr id="215" name="Google Shape;215;p5"/>
                      <p:cNvSpPr/>
                      <p:nvPr/>
                    </p:nvSpPr>
                    <p:spPr>
                      <a:xfrm>
                        <a:off x="1483457" y="425726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16" name="Google Shape;216;p5"/>
                      <p:cNvSpPr/>
                      <p:nvPr/>
                    </p:nvSpPr>
                    <p:spPr>
                      <a:xfrm>
                        <a:off x="1559470" y="418148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17" name="Google Shape;217;p5"/>
                      <p:cNvSpPr/>
                      <p:nvPr/>
                    </p:nvSpPr>
                    <p:spPr>
                      <a:xfrm>
                        <a:off x="1635483" y="4105239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1" y="381"/>
                            </a:lnTo>
                            <a:lnTo>
                              <a:pt x="26740" y="27120"/>
                            </a:lnTo>
                            <a:lnTo>
                              <a:pt x="27121" y="26755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18" name="Google Shape;218;p5"/>
                      <p:cNvSpPr/>
                      <p:nvPr/>
                    </p:nvSpPr>
                    <p:spPr>
                      <a:xfrm>
                        <a:off x="1711267" y="402945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55" y="27121"/>
                            </a:lnTo>
                            <a:lnTo>
                              <a:pt x="27120" y="26755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19" name="Google Shape;219;p5"/>
                      <p:cNvSpPr/>
                      <p:nvPr/>
                    </p:nvSpPr>
                    <p:spPr>
                      <a:xfrm>
                        <a:off x="1787280" y="395367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2" y="1"/>
                            </a:moveTo>
                            <a:lnTo>
                              <a:pt x="1" y="382"/>
                            </a:lnTo>
                            <a:lnTo>
                              <a:pt x="26740" y="27121"/>
                            </a:lnTo>
                            <a:lnTo>
                              <a:pt x="27121" y="26740"/>
                            </a:lnTo>
                            <a:lnTo>
                              <a:pt x="382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</p:grpSp>
              </p:grpSp>
              <p:sp>
                <p:nvSpPr>
                  <p:cNvPr id="220" name="Google Shape;220;p5"/>
                  <p:cNvSpPr/>
                  <p:nvPr/>
                </p:nvSpPr>
                <p:spPr>
                  <a:xfrm rot="-2700000">
                    <a:off x="542534" y="4469276"/>
                    <a:ext cx="492898" cy="3915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4612" h="35440" extrusionOk="0">
                        <a:moveTo>
                          <a:pt x="40817" y="1"/>
                        </a:moveTo>
                        <a:lnTo>
                          <a:pt x="37420" y="3383"/>
                        </a:lnTo>
                        <a:lnTo>
                          <a:pt x="41213" y="7177"/>
                        </a:lnTo>
                        <a:lnTo>
                          <a:pt x="44611" y="3779"/>
                        </a:lnTo>
                        <a:lnTo>
                          <a:pt x="40817" y="1"/>
                        </a:lnTo>
                        <a:close/>
                        <a:moveTo>
                          <a:pt x="22184" y="4099"/>
                        </a:moveTo>
                        <a:lnTo>
                          <a:pt x="18801" y="7482"/>
                        </a:lnTo>
                        <a:lnTo>
                          <a:pt x="22595" y="11275"/>
                        </a:lnTo>
                        <a:lnTo>
                          <a:pt x="25978" y="7878"/>
                        </a:lnTo>
                        <a:lnTo>
                          <a:pt x="22184" y="4099"/>
                        </a:lnTo>
                        <a:close/>
                        <a:moveTo>
                          <a:pt x="15983" y="10300"/>
                        </a:moveTo>
                        <a:lnTo>
                          <a:pt x="12585" y="13698"/>
                        </a:lnTo>
                        <a:lnTo>
                          <a:pt x="16379" y="17476"/>
                        </a:lnTo>
                        <a:lnTo>
                          <a:pt x="19776" y="14094"/>
                        </a:lnTo>
                        <a:lnTo>
                          <a:pt x="15983" y="10300"/>
                        </a:lnTo>
                        <a:close/>
                        <a:moveTo>
                          <a:pt x="9431" y="16852"/>
                        </a:moveTo>
                        <a:lnTo>
                          <a:pt x="6034" y="20249"/>
                        </a:lnTo>
                        <a:lnTo>
                          <a:pt x="15190" y="29406"/>
                        </a:lnTo>
                        <a:lnTo>
                          <a:pt x="18588" y="26008"/>
                        </a:lnTo>
                        <a:lnTo>
                          <a:pt x="9431" y="16852"/>
                        </a:lnTo>
                        <a:close/>
                        <a:moveTo>
                          <a:pt x="3383" y="22885"/>
                        </a:moveTo>
                        <a:lnTo>
                          <a:pt x="0" y="26283"/>
                        </a:lnTo>
                        <a:lnTo>
                          <a:pt x="9157" y="35440"/>
                        </a:lnTo>
                        <a:lnTo>
                          <a:pt x="12555" y="32057"/>
                        </a:lnTo>
                        <a:lnTo>
                          <a:pt x="3383" y="22885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221" name="Google Shape;221;p5"/>
                <p:cNvGrpSpPr/>
                <p:nvPr/>
              </p:nvGrpSpPr>
              <p:grpSpPr>
                <a:xfrm>
                  <a:off x="-65076" y="4623886"/>
                  <a:ext cx="699940" cy="478601"/>
                  <a:chOff x="39722" y="4349021"/>
                  <a:chExt cx="1061964" cy="726143"/>
                </a:xfrm>
              </p:grpSpPr>
              <p:grpSp>
                <p:nvGrpSpPr>
                  <p:cNvPr id="222" name="Google Shape;222;p5"/>
                  <p:cNvGrpSpPr/>
                  <p:nvPr/>
                </p:nvGrpSpPr>
                <p:grpSpPr>
                  <a:xfrm rot="2700000">
                    <a:off x="140502" y="4460924"/>
                    <a:ext cx="524584" cy="502337"/>
                    <a:chOff x="1189791" y="-1767331"/>
                    <a:chExt cx="904284" cy="865933"/>
                  </a:xfrm>
                </p:grpSpPr>
                <p:sp>
                  <p:nvSpPr>
                    <p:cNvPr id="223" name="Google Shape;223;p5"/>
                    <p:cNvSpPr/>
                    <p:nvPr/>
                  </p:nvSpPr>
                  <p:spPr>
                    <a:xfrm>
                      <a:off x="1189791" y="-1767331"/>
                      <a:ext cx="904284" cy="865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902" h="35337" extrusionOk="0">
                          <a:moveTo>
                            <a:pt x="18449" y="1"/>
                          </a:moveTo>
                          <a:cubicBezTo>
                            <a:pt x="16409" y="1"/>
                            <a:pt x="14368" y="778"/>
                            <a:pt x="12814" y="2332"/>
                          </a:cubicBezTo>
                          <a:lnTo>
                            <a:pt x="3108" y="12037"/>
                          </a:lnTo>
                          <a:cubicBezTo>
                            <a:pt x="0" y="15145"/>
                            <a:pt x="0" y="20189"/>
                            <a:pt x="3108" y="23297"/>
                          </a:cubicBezTo>
                          <a:lnTo>
                            <a:pt x="12814" y="33017"/>
                          </a:lnTo>
                          <a:cubicBezTo>
                            <a:pt x="14368" y="34564"/>
                            <a:pt x="16405" y="35337"/>
                            <a:pt x="18443" y="35337"/>
                          </a:cubicBezTo>
                          <a:cubicBezTo>
                            <a:pt x="20481" y="35337"/>
                            <a:pt x="22519" y="34564"/>
                            <a:pt x="24073" y="33017"/>
                          </a:cubicBezTo>
                          <a:lnTo>
                            <a:pt x="33794" y="23297"/>
                          </a:lnTo>
                          <a:cubicBezTo>
                            <a:pt x="36902" y="20189"/>
                            <a:pt x="36902" y="15145"/>
                            <a:pt x="33794" y="12037"/>
                          </a:cubicBezTo>
                          <a:lnTo>
                            <a:pt x="24073" y="2332"/>
                          </a:lnTo>
                          <a:cubicBezTo>
                            <a:pt x="22527" y="778"/>
                            <a:pt x="20489" y="1"/>
                            <a:pt x="18449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lt1"/>
                        </a:gs>
                        <a:gs pos="18000">
                          <a:schemeClr val="lt1"/>
                        </a:gs>
                        <a:gs pos="56000">
                          <a:srgbClr val="FFFFFF">
                            <a:alpha val="0"/>
                          </a:srgbClr>
                        </a:gs>
                        <a:gs pos="74000">
                          <a:schemeClr val="lt1"/>
                        </a:gs>
                        <a:gs pos="100000">
                          <a:srgbClr val="9900FF">
                            <a:alpha val="28627"/>
                          </a:srgbClr>
                        </a:gs>
                      </a:gsLst>
                      <a:path path="circle">
                        <a:fillToRect r="100000" b="100000"/>
                      </a:path>
                      <a:tileRect l="-100000" t="-10000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grpSp>
                  <p:nvGrpSpPr>
                    <p:cNvPr id="224" name="Google Shape;224;p5"/>
                    <p:cNvGrpSpPr/>
                    <p:nvPr/>
                  </p:nvGrpSpPr>
                  <p:grpSpPr>
                    <a:xfrm>
                      <a:off x="1232795" y="-1740829"/>
                      <a:ext cx="717621" cy="717392"/>
                      <a:chOff x="1483457" y="3953671"/>
                      <a:chExt cx="717621" cy="717392"/>
                    </a:xfrm>
                  </p:grpSpPr>
                  <p:sp>
                    <p:nvSpPr>
                      <p:cNvPr id="225" name="Google Shape;225;p5"/>
                      <p:cNvSpPr/>
                      <p:nvPr/>
                    </p:nvSpPr>
                    <p:spPr>
                      <a:xfrm>
                        <a:off x="1483457" y="425726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26" name="Google Shape;226;p5"/>
                      <p:cNvSpPr/>
                      <p:nvPr/>
                    </p:nvSpPr>
                    <p:spPr>
                      <a:xfrm>
                        <a:off x="1559470" y="418148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27" name="Google Shape;227;p5"/>
                      <p:cNvSpPr/>
                      <p:nvPr/>
                    </p:nvSpPr>
                    <p:spPr>
                      <a:xfrm>
                        <a:off x="1635483" y="4105239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1" y="381"/>
                            </a:lnTo>
                            <a:lnTo>
                              <a:pt x="26740" y="27120"/>
                            </a:lnTo>
                            <a:lnTo>
                              <a:pt x="27121" y="26755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28" name="Google Shape;228;p5"/>
                      <p:cNvSpPr/>
                      <p:nvPr/>
                    </p:nvSpPr>
                    <p:spPr>
                      <a:xfrm>
                        <a:off x="1711267" y="402945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55" y="27121"/>
                            </a:lnTo>
                            <a:lnTo>
                              <a:pt x="27120" y="26755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29" name="Google Shape;229;p5"/>
                      <p:cNvSpPr/>
                      <p:nvPr/>
                    </p:nvSpPr>
                    <p:spPr>
                      <a:xfrm>
                        <a:off x="1787280" y="395367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2" y="1"/>
                            </a:moveTo>
                            <a:lnTo>
                              <a:pt x="1" y="382"/>
                            </a:lnTo>
                            <a:lnTo>
                              <a:pt x="26740" y="27121"/>
                            </a:lnTo>
                            <a:lnTo>
                              <a:pt x="27121" y="26740"/>
                            </a:lnTo>
                            <a:lnTo>
                              <a:pt x="382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</p:grpSp>
              </p:grpSp>
              <p:sp>
                <p:nvSpPr>
                  <p:cNvPr id="230" name="Google Shape;230;p5"/>
                  <p:cNvSpPr/>
                  <p:nvPr/>
                </p:nvSpPr>
                <p:spPr>
                  <a:xfrm rot="-2700000">
                    <a:off x="542534" y="4469276"/>
                    <a:ext cx="492898" cy="3915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4612" h="35440" extrusionOk="0">
                        <a:moveTo>
                          <a:pt x="40817" y="1"/>
                        </a:moveTo>
                        <a:lnTo>
                          <a:pt x="37420" y="3383"/>
                        </a:lnTo>
                        <a:lnTo>
                          <a:pt x="41213" y="7177"/>
                        </a:lnTo>
                        <a:lnTo>
                          <a:pt x="44611" y="3779"/>
                        </a:lnTo>
                        <a:lnTo>
                          <a:pt x="40817" y="1"/>
                        </a:lnTo>
                        <a:close/>
                        <a:moveTo>
                          <a:pt x="22184" y="4099"/>
                        </a:moveTo>
                        <a:lnTo>
                          <a:pt x="18801" y="7482"/>
                        </a:lnTo>
                        <a:lnTo>
                          <a:pt x="22595" y="11275"/>
                        </a:lnTo>
                        <a:lnTo>
                          <a:pt x="25978" y="7878"/>
                        </a:lnTo>
                        <a:lnTo>
                          <a:pt x="22184" y="4099"/>
                        </a:lnTo>
                        <a:close/>
                        <a:moveTo>
                          <a:pt x="15983" y="10300"/>
                        </a:moveTo>
                        <a:lnTo>
                          <a:pt x="12585" y="13698"/>
                        </a:lnTo>
                        <a:lnTo>
                          <a:pt x="16379" y="17476"/>
                        </a:lnTo>
                        <a:lnTo>
                          <a:pt x="19776" y="14094"/>
                        </a:lnTo>
                        <a:lnTo>
                          <a:pt x="15983" y="10300"/>
                        </a:lnTo>
                        <a:close/>
                        <a:moveTo>
                          <a:pt x="9431" y="16852"/>
                        </a:moveTo>
                        <a:lnTo>
                          <a:pt x="6034" y="20249"/>
                        </a:lnTo>
                        <a:lnTo>
                          <a:pt x="15190" y="29406"/>
                        </a:lnTo>
                        <a:lnTo>
                          <a:pt x="18588" y="26008"/>
                        </a:lnTo>
                        <a:lnTo>
                          <a:pt x="9431" y="16852"/>
                        </a:lnTo>
                        <a:close/>
                        <a:moveTo>
                          <a:pt x="3383" y="22885"/>
                        </a:moveTo>
                        <a:lnTo>
                          <a:pt x="0" y="26283"/>
                        </a:lnTo>
                        <a:lnTo>
                          <a:pt x="9157" y="35440"/>
                        </a:lnTo>
                        <a:lnTo>
                          <a:pt x="12555" y="32057"/>
                        </a:lnTo>
                        <a:lnTo>
                          <a:pt x="3383" y="22885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231" name="Google Shape;231;p5"/>
            <p:cNvGrpSpPr/>
            <p:nvPr/>
          </p:nvGrpSpPr>
          <p:grpSpPr>
            <a:xfrm rot="5400000">
              <a:off x="1147388" y="4839000"/>
              <a:ext cx="439200" cy="439100"/>
              <a:chOff x="1101075" y="2142375"/>
              <a:chExt cx="439200" cy="439100"/>
            </a:xfrm>
          </p:grpSpPr>
          <p:sp>
            <p:nvSpPr>
              <p:cNvPr id="232" name="Google Shape;232;p5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233;p5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34" name="Google Shape;234;p5"/>
          <p:cNvGrpSpPr/>
          <p:nvPr/>
        </p:nvGrpSpPr>
        <p:grpSpPr>
          <a:xfrm>
            <a:off x="-2352525" y="-402069"/>
            <a:ext cx="5307515" cy="2438355"/>
            <a:chOff x="-2276325" y="-249669"/>
            <a:chExt cx="5307515" cy="2438355"/>
          </a:xfrm>
        </p:grpSpPr>
        <p:grpSp>
          <p:nvGrpSpPr>
            <p:cNvPr id="235" name="Google Shape;235;p5"/>
            <p:cNvGrpSpPr/>
            <p:nvPr/>
          </p:nvGrpSpPr>
          <p:grpSpPr>
            <a:xfrm rot="10800000">
              <a:off x="-1297788" y="-249669"/>
              <a:ext cx="2601921" cy="2438355"/>
              <a:chOff x="7340128" y="2866613"/>
              <a:chExt cx="2439225" cy="2438355"/>
            </a:xfrm>
          </p:grpSpPr>
          <p:sp>
            <p:nvSpPr>
              <p:cNvPr id="236" name="Google Shape;236;p5"/>
              <p:cNvSpPr/>
              <p:nvPr/>
            </p:nvSpPr>
            <p:spPr>
              <a:xfrm rot="2700000" flipH="1">
                <a:off x="8012290" y="2875755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237;p5"/>
              <p:cNvSpPr/>
              <p:nvPr/>
            </p:nvSpPr>
            <p:spPr>
              <a:xfrm rot="2700000" flipH="1">
                <a:off x="8125398" y="2987994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8" name="Google Shape;238;p5"/>
            <p:cNvSpPr/>
            <p:nvPr/>
          </p:nvSpPr>
          <p:spPr>
            <a:xfrm rot="-5400000">
              <a:off x="1755111" y="-896010"/>
              <a:ext cx="577450" cy="1974708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9" name="Google Shape;239;p5"/>
            <p:cNvGrpSpPr/>
            <p:nvPr/>
          </p:nvGrpSpPr>
          <p:grpSpPr>
            <a:xfrm>
              <a:off x="-2276325" y="245976"/>
              <a:ext cx="4558967" cy="134100"/>
              <a:chOff x="796100" y="3019701"/>
              <a:chExt cx="4558967" cy="134100"/>
            </a:xfrm>
          </p:grpSpPr>
          <p:sp>
            <p:nvSpPr>
              <p:cNvPr id="240" name="Google Shape;240;p5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41" name="Google Shape;241;p5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42" name="Google Shape;242;p5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43" name="Google Shape;243;p5"/>
          <p:cNvGrpSpPr/>
          <p:nvPr/>
        </p:nvGrpSpPr>
        <p:grpSpPr>
          <a:xfrm>
            <a:off x="6795100" y="4695413"/>
            <a:ext cx="4558967" cy="2438355"/>
            <a:chOff x="6490300" y="2866613"/>
            <a:chExt cx="4558967" cy="2438355"/>
          </a:xfrm>
        </p:grpSpPr>
        <p:grpSp>
          <p:nvGrpSpPr>
            <p:cNvPr id="244" name="Google Shape;244;p5"/>
            <p:cNvGrpSpPr/>
            <p:nvPr/>
          </p:nvGrpSpPr>
          <p:grpSpPr>
            <a:xfrm>
              <a:off x="7340128" y="2866613"/>
              <a:ext cx="2439225" cy="2438355"/>
              <a:chOff x="7340128" y="2866613"/>
              <a:chExt cx="2439225" cy="2438355"/>
            </a:xfrm>
          </p:grpSpPr>
          <p:sp>
            <p:nvSpPr>
              <p:cNvPr id="245" name="Google Shape;245;p5"/>
              <p:cNvSpPr/>
              <p:nvPr/>
            </p:nvSpPr>
            <p:spPr>
              <a:xfrm rot="2700000" flipH="1">
                <a:off x="8012290" y="2875755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5"/>
              <p:cNvSpPr/>
              <p:nvPr/>
            </p:nvSpPr>
            <p:spPr>
              <a:xfrm rot="2700000" flipH="1">
                <a:off x="8125398" y="2987994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7" name="Google Shape;247;p5"/>
            <p:cNvGrpSpPr/>
            <p:nvPr/>
          </p:nvGrpSpPr>
          <p:grpSpPr>
            <a:xfrm rot="10800000">
              <a:off x="6490300" y="4774026"/>
              <a:ext cx="4558967" cy="134100"/>
              <a:chOff x="796100" y="3019701"/>
              <a:chExt cx="4558967" cy="134100"/>
            </a:xfrm>
          </p:grpSpPr>
          <p:sp>
            <p:nvSpPr>
              <p:cNvPr id="248" name="Google Shape;248;p5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49" name="Google Shape;249;p5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0" name="Google Shape;250;p5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8"/>
          <p:cNvSpPr txBox="1">
            <a:spLocks noGrp="1"/>
          </p:cNvSpPr>
          <p:nvPr>
            <p:ph type="title"/>
          </p:nvPr>
        </p:nvSpPr>
        <p:spPr>
          <a:xfrm>
            <a:off x="713225" y="2913400"/>
            <a:ext cx="7297500" cy="91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366" name="Google Shape;366;p8"/>
          <p:cNvGrpSpPr/>
          <p:nvPr/>
        </p:nvGrpSpPr>
        <p:grpSpPr>
          <a:xfrm>
            <a:off x="6475811" y="-1541623"/>
            <a:ext cx="2583360" cy="2409685"/>
            <a:chOff x="6475811" y="-1541623"/>
            <a:chExt cx="2583360" cy="2409685"/>
          </a:xfrm>
        </p:grpSpPr>
        <p:grpSp>
          <p:nvGrpSpPr>
            <p:cNvPr id="367" name="Google Shape;367;p8"/>
            <p:cNvGrpSpPr/>
            <p:nvPr/>
          </p:nvGrpSpPr>
          <p:grpSpPr>
            <a:xfrm rot="-5400000">
              <a:off x="5879041" y="-944853"/>
              <a:ext cx="2133442" cy="939904"/>
              <a:chOff x="-149984" y="3754784"/>
              <a:chExt cx="2133442" cy="939904"/>
            </a:xfrm>
          </p:grpSpPr>
          <p:sp>
            <p:nvSpPr>
              <p:cNvPr id="368" name="Google Shape;368;p8"/>
              <p:cNvSpPr/>
              <p:nvPr/>
            </p:nvSpPr>
            <p:spPr>
              <a:xfrm rot="5400000">
                <a:off x="707379" y="3056155"/>
                <a:ext cx="577450" cy="1974708"/>
              </a:xfrm>
              <a:custGeom>
                <a:avLst/>
                <a:gdLst/>
                <a:ahLst/>
                <a:cxnLst/>
                <a:rect l="l" t="t" r="r" b="b"/>
                <a:pathLst>
                  <a:path w="14079" h="48146" extrusionOk="0">
                    <a:moveTo>
                      <a:pt x="13866" y="0"/>
                    </a:moveTo>
                    <a:lnTo>
                      <a:pt x="5867" y="7999"/>
                    </a:lnTo>
                    <a:lnTo>
                      <a:pt x="5836" y="8045"/>
                    </a:lnTo>
                    <a:lnTo>
                      <a:pt x="5836" y="31737"/>
                    </a:lnTo>
                    <a:lnTo>
                      <a:pt x="1" y="37541"/>
                    </a:lnTo>
                    <a:lnTo>
                      <a:pt x="1" y="48146"/>
                    </a:lnTo>
                    <a:lnTo>
                      <a:pt x="306" y="48146"/>
                    </a:lnTo>
                    <a:lnTo>
                      <a:pt x="306" y="37679"/>
                    </a:lnTo>
                    <a:lnTo>
                      <a:pt x="6141" y="31874"/>
                    </a:lnTo>
                    <a:lnTo>
                      <a:pt x="6141" y="8167"/>
                    </a:lnTo>
                    <a:lnTo>
                      <a:pt x="14079" y="229"/>
                    </a:lnTo>
                    <a:lnTo>
                      <a:pt x="13866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Google Shape;369;p8"/>
              <p:cNvSpPr/>
              <p:nvPr/>
            </p:nvSpPr>
            <p:spPr>
              <a:xfrm rot="5400000">
                <a:off x="391825" y="3465468"/>
                <a:ext cx="687411" cy="1771028"/>
              </a:xfrm>
              <a:custGeom>
                <a:avLst/>
                <a:gdLst/>
                <a:ahLst/>
                <a:cxnLst/>
                <a:rect l="l" t="t" r="r" b="b"/>
                <a:pathLst>
                  <a:path w="16760" h="43180" extrusionOk="0">
                    <a:moveTo>
                      <a:pt x="16531" y="1"/>
                    </a:moveTo>
                    <a:lnTo>
                      <a:pt x="4403" y="12159"/>
                    </a:lnTo>
                    <a:lnTo>
                      <a:pt x="4342" y="12190"/>
                    </a:lnTo>
                    <a:lnTo>
                      <a:pt x="4342" y="25734"/>
                    </a:lnTo>
                    <a:lnTo>
                      <a:pt x="0" y="30077"/>
                    </a:lnTo>
                    <a:lnTo>
                      <a:pt x="8746" y="38822"/>
                    </a:lnTo>
                    <a:lnTo>
                      <a:pt x="8746" y="43180"/>
                    </a:lnTo>
                    <a:lnTo>
                      <a:pt x="9066" y="43180"/>
                    </a:lnTo>
                    <a:lnTo>
                      <a:pt x="9066" y="38700"/>
                    </a:lnTo>
                    <a:lnTo>
                      <a:pt x="442" y="30077"/>
                    </a:lnTo>
                    <a:lnTo>
                      <a:pt x="4662" y="25872"/>
                    </a:lnTo>
                    <a:lnTo>
                      <a:pt x="4662" y="12327"/>
                    </a:lnTo>
                    <a:lnTo>
                      <a:pt x="16760" y="230"/>
                    </a:lnTo>
                    <a:lnTo>
                      <a:pt x="16531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70" name="Google Shape;370;p8"/>
            <p:cNvSpPr/>
            <p:nvPr/>
          </p:nvSpPr>
          <p:spPr>
            <a:xfrm rot="5400000">
              <a:off x="7783092" y="-770470"/>
              <a:ext cx="577450" cy="1974708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8"/>
            <p:cNvSpPr/>
            <p:nvPr/>
          </p:nvSpPr>
          <p:spPr>
            <a:xfrm rot="5400000">
              <a:off x="7617537" y="-361157"/>
              <a:ext cx="687411" cy="1771028"/>
            </a:xfrm>
            <a:custGeom>
              <a:avLst/>
              <a:gdLst/>
              <a:ahLst/>
              <a:cxnLst/>
              <a:rect l="l" t="t" r="r" b="b"/>
              <a:pathLst>
                <a:path w="16760" h="43180" extrusionOk="0">
                  <a:moveTo>
                    <a:pt x="16531" y="1"/>
                  </a:moveTo>
                  <a:lnTo>
                    <a:pt x="4403" y="12159"/>
                  </a:lnTo>
                  <a:lnTo>
                    <a:pt x="4342" y="12190"/>
                  </a:lnTo>
                  <a:lnTo>
                    <a:pt x="4342" y="25734"/>
                  </a:lnTo>
                  <a:lnTo>
                    <a:pt x="0" y="30077"/>
                  </a:lnTo>
                  <a:lnTo>
                    <a:pt x="8746" y="38822"/>
                  </a:lnTo>
                  <a:lnTo>
                    <a:pt x="8746" y="43180"/>
                  </a:lnTo>
                  <a:lnTo>
                    <a:pt x="9066" y="43180"/>
                  </a:lnTo>
                  <a:lnTo>
                    <a:pt x="9066" y="38700"/>
                  </a:lnTo>
                  <a:lnTo>
                    <a:pt x="442" y="30077"/>
                  </a:lnTo>
                  <a:lnTo>
                    <a:pt x="4662" y="25872"/>
                  </a:lnTo>
                  <a:lnTo>
                    <a:pt x="4662" y="12327"/>
                  </a:lnTo>
                  <a:lnTo>
                    <a:pt x="16760" y="230"/>
                  </a:lnTo>
                  <a:lnTo>
                    <a:pt x="1653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2" name="Google Shape;372;p8"/>
            <p:cNvGrpSpPr/>
            <p:nvPr/>
          </p:nvGrpSpPr>
          <p:grpSpPr>
            <a:xfrm>
              <a:off x="7741638" y="-258450"/>
              <a:ext cx="439200" cy="439100"/>
              <a:chOff x="1101075" y="2142375"/>
              <a:chExt cx="439200" cy="439100"/>
            </a:xfrm>
          </p:grpSpPr>
          <p:sp>
            <p:nvSpPr>
              <p:cNvPr id="373" name="Google Shape;373;p8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Google Shape;374;p8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0"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15"/>
          <p:cNvSpPr txBox="1">
            <a:spLocks noGrp="1"/>
          </p:cNvSpPr>
          <p:nvPr>
            <p:ph type="title"/>
          </p:nvPr>
        </p:nvSpPr>
        <p:spPr>
          <a:xfrm>
            <a:off x="539400" y="72217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9" name="Google Shape;549;p15"/>
          <p:cNvGrpSpPr/>
          <p:nvPr/>
        </p:nvGrpSpPr>
        <p:grpSpPr>
          <a:xfrm>
            <a:off x="4967675" y="6649592"/>
            <a:ext cx="439200" cy="439100"/>
            <a:chOff x="1101075" y="2142375"/>
            <a:chExt cx="439200" cy="439100"/>
          </a:xfrm>
        </p:grpSpPr>
        <p:sp>
          <p:nvSpPr>
            <p:cNvPr id="550" name="Google Shape;550;p15"/>
            <p:cNvSpPr/>
            <p:nvPr/>
          </p:nvSpPr>
          <p:spPr>
            <a:xfrm>
              <a:off x="1101075" y="2142375"/>
              <a:ext cx="439200" cy="439100"/>
            </a:xfrm>
            <a:custGeom>
              <a:avLst/>
              <a:gdLst/>
              <a:ahLst/>
              <a:cxnLst/>
              <a:rect l="l" t="t" r="r" b="b"/>
              <a:pathLst>
                <a:path w="17568" h="17564" extrusionOk="0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15"/>
            <p:cNvSpPr/>
            <p:nvPr/>
          </p:nvSpPr>
          <p:spPr>
            <a:xfrm>
              <a:off x="1189450" y="2242350"/>
              <a:ext cx="262850" cy="239700"/>
            </a:xfrm>
            <a:custGeom>
              <a:avLst/>
              <a:gdLst/>
              <a:ahLst/>
              <a:cxnLst/>
              <a:rect l="l" t="t" r="r" b="b"/>
              <a:pathLst>
                <a:path w="10514" h="9588" extrusionOk="0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2" name="Google Shape;552;p15"/>
          <p:cNvGrpSpPr/>
          <p:nvPr/>
        </p:nvGrpSpPr>
        <p:grpSpPr>
          <a:xfrm>
            <a:off x="2176605" y="-3695660"/>
            <a:ext cx="7317722" cy="6983297"/>
            <a:chOff x="2100405" y="-3619460"/>
            <a:chExt cx="7317722" cy="6983297"/>
          </a:xfrm>
        </p:grpSpPr>
        <p:sp>
          <p:nvSpPr>
            <p:cNvPr id="553" name="Google Shape;553;p15"/>
            <p:cNvSpPr/>
            <p:nvPr/>
          </p:nvSpPr>
          <p:spPr>
            <a:xfrm rot="8100000" flipH="1">
              <a:off x="3778999" y="-2106462"/>
              <a:ext cx="4006334" cy="4749375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54" name="Google Shape;554;p15"/>
            <p:cNvGrpSpPr/>
            <p:nvPr/>
          </p:nvGrpSpPr>
          <p:grpSpPr>
            <a:xfrm rot="2700000">
              <a:off x="7787417" y="120497"/>
              <a:ext cx="582044" cy="582419"/>
              <a:chOff x="959750" y="3039275"/>
              <a:chExt cx="582050" cy="582425"/>
            </a:xfrm>
          </p:grpSpPr>
          <p:sp>
            <p:nvSpPr>
              <p:cNvPr id="555" name="Google Shape;555;p15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Google Shape;556;p15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Google Shape;557;p15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Google Shape;558;p15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Google Shape;559;p15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Google Shape;560;p15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Google Shape;561;p15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2" name="Google Shape;562;p15"/>
            <p:cNvGrpSpPr/>
            <p:nvPr/>
          </p:nvGrpSpPr>
          <p:grpSpPr>
            <a:xfrm rot="2700000">
              <a:off x="8310742" y="-75303"/>
              <a:ext cx="582044" cy="582419"/>
              <a:chOff x="959750" y="3039275"/>
              <a:chExt cx="582050" cy="582425"/>
            </a:xfrm>
          </p:grpSpPr>
          <p:sp>
            <p:nvSpPr>
              <p:cNvPr id="563" name="Google Shape;563;p15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15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Google Shape;565;p15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Google Shape;566;p15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Google Shape;567;p15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Google Shape;568;p15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Google Shape;569;p15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70" name="Google Shape;570;p15"/>
            <p:cNvSpPr/>
            <p:nvPr/>
          </p:nvSpPr>
          <p:spPr>
            <a:xfrm rot="5400000">
              <a:off x="8142048" y="-575660"/>
              <a:ext cx="577450" cy="1974708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15"/>
            <p:cNvSpPr/>
            <p:nvPr/>
          </p:nvSpPr>
          <p:spPr>
            <a:xfrm rot="10800000">
              <a:off x="8365398" y="-290023"/>
              <a:ext cx="577450" cy="1974708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15"/>
            <p:cNvSpPr/>
            <p:nvPr/>
          </p:nvSpPr>
          <p:spPr>
            <a:xfrm rot="10800000">
              <a:off x="8490148" y="2"/>
              <a:ext cx="577450" cy="1974708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15"/>
            <p:cNvSpPr/>
            <p:nvPr/>
          </p:nvSpPr>
          <p:spPr>
            <a:xfrm rot="-2700000" flipH="1">
              <a:off x="3192849" y="-2898537"/>
              <a:ext cx="4006334" cy="4749375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4" name="Google Shape;574;p15"/>
          <p:cNvGrpSpPr/>
          <p:nvPr/>
        </p:nvGrpSpPr>
        <p:grpSpPr>
          <a:xfrm>
            <a:off x="-2424242" y="3792026"/>
            <a:ext cx="6274943" cy="6257753"/>
            <a:chOff x="-2447692" y="2022396"/>
            <a:chExt cx="6274943" cy="6257753"/>
          </a:xfrm>
        </p:grpSpPr>
        <p:grpSp>
          <p:nvGrpSpPr>
            <p:cNvPr id="575" name="Google Shape;575;p15"/>
            <p:cNvGrpSpPr/>
            <p:nvPr/>
          </p:nvGrpSpPr>
          <p:grpSpPr>
            <a:xfrm rot="10800000" flipH="1">
              <a:off x="-25334" y="4406387"/>
              <a:ext cx="1538562" cy="971589"/>
              <a:chOff x="-191059" y="95963"/>
              <a:chExt cx="1538562" cy="971589"/>
            </a:xfrm>
          </p:grpSpPr>
          <p:grpSp>
            <p:nvGrpSpPr>
              <p:cNvPr id="576" name="Google Shape;576;p15"/>
              <p:cNvGrpSpPr/>
              <p:nvPr/>
            </p:nvGrpSpPr>
            <p:grpSpPr>
              <a:xfrm>
                <a:off x="-191059" y="201619"/>
                <a:ext cx="904284" cy="865933"/>
                <a:chOff x="2038491" y="-937756"/>
                <a:chExt cx="904284" cy="865933"/>
              </a:xfrm>
            </p:grpSpPr>
            <p:grpSp>
              <p:nvGrpSpPr>
                <p:cNvPr id="577" name="Google Shape;577;p15"/>
                <p:cNvGrpSpPr/>
                <p:nvPr/>
              </p:nvGrpSpPr>
              <p:grpSpPr>
                <a:xfrm>
                  <a:off x="2096570" y="-863491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578" name="Google Shape;578;p15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79" name="Google Shape;579;p15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0" name="Google Shape;580;p15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1" name="Google Shape;581;p15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15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15"/>
                <p:cNvSpPr/>
                <p:nvPr/>
              </p:nvSpPr>
              <p:spPr>
                <a:xfrm>
                  <a:off x="2038491" y="-937756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0C0A9E">
                        <a:alpha val="2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84" name="Google Shape;584;p15"/>
              <p:cNvGrpSpPr/>
              <p:nvPr/>
            </p:nvGrpSpPr>
            <p:grpSpPr>
              <a:xfrm>
                <a:off x="584533" y="95963"/>
                <a:ext cx="473483" cy="453403"/>
                <a:chOff x="2038491" y="-937756"/>
                <a:chExt cx="904284" cy="865933"/>
              </a:xfrm>
            </p:grpSpPr>
            <p:grpSp>
              <p:nvGrpSpPr>
                <p:cNvPr id="585" name="Google Shape;585;p15"/>
                <p:cNvGrpSpPr/>
                <p:nvPr/>
              </p:nvGrpSpPr>
              <p:grpSpPr>
                <a:xfrm>
                  <a:off x="2096570" y="-863491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586" name="Google Shape;586;p15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7" name="Google Shape;587;p15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8" name="Google Shape;588;p15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9" name="Google Shape;589;p15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90" name="Google Shape;590;p15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91" name="Google Shape;591;p15"/>
                <p:cNvSpPr/>
                <p:nvPr/>
              </p:nvSpPr>
              <p:spPr>
                <a:xfrm>
                  <a:off x="2038491" y="-937756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0C0A9E">
                        <a:alpha val="2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92" name="Google Shape;592;p15"/>
              <p:cNvGrpSpPr/>
              <p:nvPr/>
            </p:nvGrpSpPr>
            <p:grpSpPr>
              <a:xfrm>
                <a:off x="530445" y="481913"/>
                <a:ext cx="473483" cy="453403"/>
                <a:chOff x="2038491" y="-937756"/>
                <a:chExt cx="904284" cy="865933"/>
              </a:xfrm>
            </p:grpSpPr>
            <p:grpSp>
              <p:nvGrpSpPr>
                <p:cNvPr id="593" name="Google Shape;593;p15"/>
                <p:cNvGrpSpPr/>
                <p:nvPr/>
              </p:nvGrpSpPr>
              <p:grpSpPr>
                <a:xfrm>
                  <a:off x="2096570" y="-863491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594" name="Google Shape;594;p15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95" name="Google Shape;595;p15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96" name="Google Shape;596;p15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97" name="Google Shape;597;p15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98" name="Google Shape;598;p15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99" name="Google Shape;599;p15"/>
                <p:cNvSpPr/>
                <p:nvPr/>
              </p:nvSpPr>
              <p:spPr>
                <a:xfrm>
                  <a:off x="2038491" y="-937756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0C0A9E">
                        <a:alpha val="2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600" name="Google Shape;600;p15"/>
              <p:cNvGrpSpPr/>
              <p:nvPr/>
            </p:nvGrpSpPr>
            <p:grpSpPr>
              <a:xfrm>
                <a:off x="874020" y="312788"/>
                <a:ext cx="473483" cy="453403"/>
                <a:chOff x="2038491" y="-937756"/>
                <a:chExt cx="904284" cy="865933"/>
              </a:xfrm>
            </p:grpSpPr>
            <p:grpSp>
              <p:nvGrpSpPr>
                <p:cNvPr id="601" name="Google Shape;601;p15"/>
                <p:cNvGrpSpPr/>
                <p:nvPr/>
              </p:nvGrpSpPr>
              <p:grpSpPr>
                <a:xfrm>
                  <a:off x="2096570" y="-863491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602" name="Google Shape;602;p15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03" name="Google Shape;603;p15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04" name="Google Shape;604;p15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05" name="Google Shape;605;p15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06" name="Google Shape;606;p15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607" name="Google Shape;607;p15"/>
                <p:cNvSpPr/>
                <p:nvPr/>
              </p:nvSpPr>
              <p:spPr>
                <a:xfrm>
                  <a:off x="2038491" y="-937756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0C0A9E">
                        <a:alpha val="2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608" name="Google Shape;608;p15"/>
            <p:cNvGrpSpPr/>
            <p:nvPr/>
          </p:nvGrpSpPr>
          <p:grpSpPr>
            <a:xfrm rot="-3320950" flipH="1">
              <a:off x="-1885521" y="3185658"/>
              <a:ext cx="4889863" cy="3931229"/>
              <a:chOff x="7103825" y="-713112"/>
              <a:chExt cx="3785226" cy="3043150"/>
            </a:xfrm>
          </p:grpSpPr>
          <p:sp>
            <p:nvSpPr>
              <p:cNvPr id="609" name="Google Shape;609;p15"/>
              <p:cNvSpPr/>
              <p:nvPr/>
            </p:nvSpPr>
            <p:spPr>
              <a:xfrm rot="-3600017">
                <a:off x="7761095" y="-21"/>
                <a:ext cx="2152450" cy="1864030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610" name="Google Shape;610;p15"/>
              <p:cNvPicPr preferRelativeResize="0"/>
              <p:nvPr/>
            </p:nvPicPr>
            <p:blipFill rotWithShape="1">
              <a:blip r:embed="rId2">
                <a:alphaModFix/>
              </a:blip>
              <a:srcRect t="17657" b="17663"/>
              <a:stretch/>
            </p:blipFill>
            <p:spPr>
              <a:xfrm>
                <a:off x="7103825" y="-713112"/>
                <a:ext cx="3785226" cy="288897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611" name="Google Shape;611;p15"/>
            <p:cNvSpPr/>
            <p:nvPr/>
          </p:nvSpPr>
          <p:spPr>
            <a:xfrm rot="-2700000" flipH="1">
              <a:off x="249333" y="3270782"/>
              <a:ext cx="2925242" cy="3057723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12" name="Google Shape;612;p15"/>
            <p:cNvGrpSpPr/>
            <p:nvPr/>
          </p:nvGrpSpPr>
          <p:grpSpPr>
            <a:xfrm rot="5400000">
              <a:off x="1987130" y="4230949"/>
              <a:ext cx="88142" cy="1137387"/>
              <a:chOff x="3054755" y="4367024"/>
              <a:chExt cx="88142" cy="1137387"/>
            </a:xfrm>
          </p:grpSpPr>
          <p:sp>
            <p:nvSpPr>
              <p:cNvPr id="613" name="Google Shape;613;p15"/>
              <p:cNvSpPr/>
              <p:nvPr/>
            </p:nvSpPr>
            <p:spPr>
              <a:xfrm>
                <a:off x="3054755" y="4367024"/>
                <a:ext cx="12551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15"/>
              <p:cNvSpPr/>
              <p:nvPr/>
            </p:nvSpPr>
            <p:spPr>
              <a:xfrm>
                <a:off x="3130388" y="4367024"/>
                <a:ext cx="12510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ONE_COLUMN_TEXT_1"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0" name="Google Shape;760;p19"/>
          <p:cNvGrpSpPr/>
          <p:nvPr/>
        </p:nvGrpSpPr>
        <p:grpSpPr>
          <a:xfrm>
            <a:off x="-96329" y="6532926"/>
            <a:ext cx="1590408" cy="88125"/>
            <a:chOff x="124624" y="4953514"/>
            <a:chExt cx="1137387" cy="88142"/>
          </a:xfrm>
        </p:grpSpPr>
        <p:sp>
          <p:nvSpPr>
            <p:cNvPr id="761" name="Google Shape;761;p19"/>
            <p:cNvSpPr/>
            <p:nvPr/>
          </p:nvSpPr>
          <p:spPr>
            <a:xfrm rot="5400000">
              <a:off x="687043" y="4391096"/>
              <a:ext cx="12551" cy="1137387"/>
            </a:xfrm>
            <a:custGeom>
              <a:avLst/>
              <a:gdLst/>
              <a:ahLst/>
              <a:cxnLst/>
              <a:rect l="l" t="t" r="r" b="b"/>
              <a:pathLst>
                <a:path w="306" h="27731" extrusionOk="0">
                  <a:moveTo>
                    <a:pt x="1" y="1"/>
                  </a:moveTo>
                  <a:lnTo>
                    <a:pt x="1" y="27730"/>
                  </a:lnTo>
                  <a:lnTo>
                    <a:pt x="305" y="27730"/>
                  </a:lnTo>
                  <a:lnTo>
                    <a:pt x="305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46820"/>
                  </a:srgbClr>
                </a:gs>
                <a:gs pos="100000">
                  <a:srgbClr val="FFFFFF">
                    <a:alpha val="0"/>
                    <a:alpha val="4682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19"/>
            <p:cNvSpPr/>
            <p:nvPr/>
          </p:nvSpPr>
          <p:spPr>
            <a:xfrm rot="5400000">
              <a:off x="687063" y="4466709"/>
              <a:ext cx="12510" cy="1137387"/>
            </a:xfrm>
            <a:custGeom>
              <a:avLst/>
              <a:gdLst/>
              <a:ahLst/>
              <a:cxnLst/>
              <a:rect l="l" t="t" r="r" b="b"/>
              <a:pathLst>
                <a:path w="305" h="27731" extrusionOk="0">
                  <a:moveTo>
                    <a:pt x="0" y="1"/>
                  </a:moveTo>
                  <a:lnTo>
                    <a:pt x="0" y="27730"/>
                  </a:lnTo>
                  <a:lnTo>
                    <a:pt x="305" y="27730"/>
                  </a:lnTo>
                  <a:lnTo>
                    <a:pt x="305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46820"/>
                  </a:srgbClr>
                </a:gs>
                <a:gs pos="100000">
                  <a:srgbClr val="FFFFFF">
                    <a:alpha val="0"/>
                    <a:alpha val="4682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63" name="Google Shape;763;p19"/>
          <p:cNvSpPr txBox="1">
            <a:spLocks noGrp="1"/>
          </p:cNvSpPr>
          <p:nvPr>
            <p:ph type="title"/>
          </p:nvPr>
        </p:nvSpPr>
        <p:spPr>
          <a:xfrm>
            <a:off x="539400" y="72217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64" name="Google Shape;764;p19"/>
          <p:cNvSpPr txBox="1">
            <a:spLocks noGrp="1"/>
          </p:cNvSpPr>
          <p:nvPr>
            <p:ph type="subTitle" idx="1"/>
          </p:nvPr>
        </p:nvSpPr>
        <p:spPr>
          <a:xfrm>
            <a:off x="4895490" y="2389725"/>
            <a:ext cx="3709200" cy="18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5" name="Google Shape;765;p19"/>
          <p:cNvSpPr txBox="1">
            <a:spLocks noGrp="1"/>
          </p:cNvSpPr>
          <p:nvPr>
            <p:ph type="subTitle" idx="2"/>
          </p:nvPr>
        </p:nvSpPr>
        <p:spPr>
          <a:xfrm>
            <a:off x="539400" y="2389725"/>
            <a:ext cx="3709200" cy="18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766" name="Google Shape;766;p19"/>
          <p:cNvGrpSpPr/>
          <p:nvPr/>
        </p:nvGrpSpPr>
        <p:grpSpPr>
          <a:xfrm>
            <a:off x="6807500" y="3062125"/>
            <a:ext cx="4028179" cy="5283555"/>
            <a:chOff x="6883700" y="1385725"/>
            <a:chExt cx="4028179" cy="5283555"/>
          </a:xfrm>
        </p:grpSpPr>
        <p:sp>
          <p:nvSpPr>
            <p:cNvPr id="767" name="Google Shape;767;p19"/>
            <p:cNvSpPr/>
            <p:nvPr/>
          </p:nvSpPr>
          <p:spPr>
            <a:xfrm>
              <a:off x="6883700" y="1407586"/>
              <a:ext cx="4006263" cy="4749291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19"/>
            <p:cNvSpPr/>
            <p:nvPr/>
          </p:nvSpPr>
          <p:spPr>
            <a:xfrm>
              <a:off x="7842318" y="1385725"/>
              <a:ext cx="2925190" cy="3057668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19"/>
            <p:cNvSpPr/>
            <p:nvPr/>
          </p:nvSpPr>
          <p:spPr>
            <a:xfrm>
              <a:off x="7734200" y="2571774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19"/>
            <p:cNvSpPr/>
            <p:nvPr/>
          </p:nvSpPr>
          <p:spPr>
            <a:xfrm>
              <a:off x="7758564" y="1550075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71" name="Google Shape;771;p19"/>
          <p:cNvGrpSpPr/>
          <p:nvPr/>
        </p:nvGrpSpPr>
        <p:grpSpPr>
          <a:xfrm>
            <a:off x="4598006" y="-1622837"/>
            <a:ext cx="5579794" cy="3203424"/>
            <a:chOff x="4521806" y="-1546637"/>
            <a:chExt cx="5579794" cy="3203424"/>
          </a:xfrm>
        </p:grpSpPr>
        <p:grpSp>
          <p:nvGrpSpPr>
            <p:cNvPr id="772" name="Google Shape;772;p19"/>
            <p:cNvGrpSpPr/>
            <p:nvPr/>
          </p:nvGrpSpPr>
          <p:grpSpPr>
            <a:xfrm>
              <a:off x="4619858" y="-154439"/>
              <a:ext cx="916824" cy="700199"/>
              <a:chOff x="4619858" y="-154439"/>
              <a:chExt cx="916824" cy="700199"/>
            </a:xfrm>
          </p:grpSpPr>
          <p:sp>
            <p:nvSpPr>
              <p:cNvPr id="773" name="Google Shape;773;p19"/>
              <p:cNvSpPr/>
              <p:nvPr/>
            </p:nvSpPr>
            <p:spPr>
              <a:xfrm>
                <a:off x="4823308" y="126723"/>
                <a:ext cx="483874" cy="419037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Google Shape;774;p19"/>
              <p:cNvSpPr/>
              <p:nvPr/>
            </p:nvSpPr>
            <p:spPr>
              <a:xfrm>
                <a:off x="4619858" y="-114577"/>
                <a:ext cx="483874" cy="419037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Google Shape;775;p19"/>
              <p:cNvSpPr/>
              <p:nvPr/>
            </p:nvSpPr>
            <p:spPr>
              <a:xfrm>
                <a:off x="5052808" y="-154439"/>
                <a:ext cx="483874" cy="419037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776" name="Google Shape;776;p19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5904350" y="-1546637"/>
              <a:ext cx="4197251" cy="320342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77" name="Google Shape;777;p19"/>
            <p:cNvSpPr/>
            <p:nvPr/>
          </p:nvSpPr>
          <p:spPr>
            <a:xfrm rot="-5400000">
              <a:off x="5282845" y="-1058949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19"/>
            <p:cNvSpPr/>
            <p:nvPr/>
          </p:nvSpPr>
          <p:spPr>
            <a:xfrm rot="-5400000">
              <a:off x="5282230" y="-899603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79" name="Google Shape;779;p19"/>
            <p:cNvGrpSpPr/>
            <p:nvPr/>
          </p:nvGrpSpPr>
          <p:grpSpPr>
            <a:xfrm rot="10800000">
              <a:off x="8323180" y="210225"/>
              <a:ext cx="1493503" cy="88125"/>
              <a:chOff x="124624" y="4953514"/>
              <a:chExt cx="1137387" cy="88142"/>
            </a:xfrm>
          </p:grpSpPr>
          <p:sp>
            <p:nvSpPr>
              <p:cNvPr id="780" name="Google Shape;780;p19"/>
              <p:cNvSpPr/>
              <p:nvPr/>
            </p:nvSpPr>
            <p:spPr>
              <a:xfrm rot="5400000">
                <a:off x="687043" y="4391096"/>
                <a:ext cx="12551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Google Shape;781;p19"/>
              <p:cNvSpPr/>
              <p:nvPr/>
            </p:nvSpPr>
            <p:spPr>
              <a:xfrm rot="5400000">
                <a:off x="687063" y="4466709"/>
                <a:ext cx="12510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82" name="Google Shape;782;p19"/>
            <p:cNvGrpSpPr/>
            <p:nvPr/>
          </p:nvGrpSpPr>
          <p:grpSpPr>
            <a:xfrm>
              <a:off x="4619231" y="-32636"/>
              <a:ext cx="254987" cy="255131"/>
              <a:chOff x="3678700" y="407275"/>
              <a:chExt cx="708100" cy="708500"/>
            </a:xfrm>
          </p:grpSpPr>
          <p:sp>
            <p:nvSpPr>
              <p:cNvPr id="783" name="Google Shape;783;p19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Google Shape;784;p19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Google Shape;785;p19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Google Shape;786;p19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Google Shape;787;p19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Google Shape;788;p19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Google Shape;789;p19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90" name="Google Shape;790;p19"/>
            <p:cNvGrpSpPr/>
            <p:nvPr/>
          </p:nvGrpSpPr>
          <p:grpSpPr>
            <a:xfrm>
              <a:off x="4521806" y="126714"/>
              <a:ext cx="254987" cy="255131"/>
              <a:chOff x="3678700" y="407275"/>
              <a:chExt cx="708100" cy="708500"/>
            </a:xfrm>
          </p:grpSpPr>
          <p:sp>
            <p:nvSpPr>
              <p:cNvPr id="791" name="Google Shape;791;p19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Google Shape;792;p19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Google Shape;793;p19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Google Shape;794;p19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Google Shape;795;p19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Google Shape;796;p19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Google Shape;797;p19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p20"/>
          <p:cNvSpPr txBox="1">
            <a:spLocks noGrp="1"/>
          </p:cNvSpPr>
          <p:nvPr>
            <p:ph type="title"/>
          </p:nvPr>
        </p:nvSpPr>
        <p:spPr>
          <a:xfrm>
            <a:off x="720000" y="2485794"/>
            <a:ext cx="2799000" cy="76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00" name="Google Shape;800;p20"/>
          <p:cNvSpPr txBox="1">
            <a:spLocks noGrp="1"/>
          </p:cNvSpPr>
          <p:nvPr>
            <p:ph type="subTitle" idx="1"/>
          </p:nvPr>
        </p:nvSpPr>
        <p:spPr>
          <a:xfrm>
            <a:off x="720000" y="3246619"/>
            <a:ext cx="2799000" cy="112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801" name="Google Shape;801;p20"/>
          <p:cNvGrpSpPr/>
          <p:nvPr/>
        </p:nvGrpSpPr>
        <p:grpSpPr>
          <a:xfrm>
            <a:off x="-1623735" y="4231464"/>
            <a:ext cx="5119205" cy="4373890"/>
            <a:chOff x="-1547535" y="2499757"/>
            <a:chExt cx="5119205" cy="4373890"/>
          </a:xfrm>
        </p:grpSpPr>
        <p:pic>
          <p:nvPicPr>
            <p:cNvPr id="802" name="Google Shape;802;p20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-5400000">
              <a:off x="-1751185" y="3417285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803" name="Google Shape;803;p20"/>
            <p:cNvGrpSpPr/>
            <p:nvPr/>
          </p:nvGrpSpPr>
          <p:grpSpPr>
            <a:xfrm rot="-5400000">
              <a:off x="123777" y="4587830"/>
              <a:ext cx="480890" cy="481200"/>
              <a:chOff x="959750" y="3039275"/>
              <a:chExt cx="582050" cy="582425"/>
            </a:xfrm>
          </p:grpSpPr>
          <p:sp>
            <p:nvSpPr>
              <p:cNvPr id="804" name="Google Shape;804;p20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Google Shape;805;p20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Google Shape;806;p20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Google Shape;807;p20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Google Shape;808;p20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Google Shape;809;p20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Google Shape;810;p20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11" name="Google Shape;811;p20"/>
            <p:cNvGrpSpPr/>
            <p:nvPr/>
          </p:nvGrpSpPr>
          <p:grpSpPr>
            <a:xfrm rot="-5400000">
              <a:off x="-564590" y="2079321"/>
              <a:ext cx="3153315" cy="5119205"/>
              <a:chOff x="6643701" y="816087"/>
              <a:chExt cx="3153315" cy="5119205"/>
            </a:xfrm>
          </p:grpSpPr>
          <p:sp>
            <p:nvSpPr>
              <p:cNvPr id="812" name="Google Shape;812;p20"/>
              <p:cNvSpPr/>
              <p:nvPr/>
            </p:nvSpPr>
            <p:spPr>
              <a:xfrm>
                <a:off x="6643701" y="816087"/>
                <a:ext cx="3153315" cy="5119205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13" name="Google Shape;813;p20"/>
              <p:cNvGrpSpPr/>
              <p:nvPr/>
            </p:nvGrpSpPr>
            <p:grpSpPr>
              <a:xfrm>
                <a:off x="8062611" y="3503222"/>
                <a:ext cx="134004" cy="134004"/>
                <a:chOff x="8356813" y="1074288"/>
                <a:chExt cx="351900" cy="351900"/>
              </a:xfrm>
            </p:grpSpPr>
            <p:sp>
              <p:nvSpPr>
                <p:cNvPr id="814" name="Google Shape;814;p20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15" name="Google Shape;815;p20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16" name="Google Shape;816;p20"/>
              <p:cNvGrpSpPr/>
              <p:nvPr/>
            </p:nvGrpSpPr>
            <p:grpSpPr>
              <a:xfrm>
                <a:off x="7678536" y="3129397"/>
                <a:ext cx="134004" cy="134004"/>
                <a:chOff x="8356813" y="1074288"/>
                <a:chExt cx="351900" cy="351900"/>
              </a:xfrm>
            </p:grpSpPr>
            <p:sp>
              <p:nvSpPr>
                <p:cNvPr id="817" name="Google Shape;817;p20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18" name="Google Shape;818;p20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19" name="Google Shape;819;p20"/>
              <p:cNvGrpSpPr/>
              <p:nvPr/>
            </p:nvGrpSpPr>
            <p:grpSpPr>
              <a:xfrm>
                <a:off x="8671986" y="2443197"/>
                <a:ext cx="134004" cy="134004"/>
                <a:chOff x="8356813" y="1074288"/>
                <a:chExt cx="351900" cy="351900"/>
              </a:xfrm>
            </p:grpSpPr>
            <p:sp>
              <p:nvSpPr>
                <p:cNvPr id="820" name="Google Shape;820;p20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1" name="Google Shape;821;p20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822" name="Google Shape;822;p20"/>
            <p:cNvSpPr/>
            <p:nvPr/>
          </p:nvSpPr>
          <p:spPr>
            <a:xfrm>
              <a:off x="-630272" y="2499757"/>
              <a:ext cx="1031181" cy="275218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23" name="Google Shape;823;p20"/>
            <p:cNvGrpSpPr/>
            <p:nvPr/>
          </p:nvGrpSpPr>
          <p:grpSpPr>
            <a:xfrm rot="-5400000">
              <a:off x="99300" y="3411735"/>
              <a:ext cx="88151" cy="2151709"/>
              <a:chOff x="3054755" y="4367024"/>
              <a:chExt cx="88142" cy="1137387"/>
            </a:xfrm>
          </p:grpSpPr>
          <p:sp>
            <p:nvSpPr>
              <p:cNvPr id="824" name="Google Shape;824;p20"/>
              <p:cNvSpPr/>
              <p:nvPr/>
            </p:nvSpPr>
            <p:spPr>
              <a:xfrm>
                <a:off x="3054755" y="4367024"/>
                <a:ext cx="12551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Google Shape;825;p20"/>
              <p:cNvSpPr/>
              <p:nvPr/>
            </p:nvSpPr>
            <p:spPr>
              <a:xfrm>
                <a:off x="3130388" y="4367024"/>
                <a:ext cx="12510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26" name="Google Shape;826;p20"/>
            <p:cNvGrpSpPr/>
            <p:nvPr/>
          </p:nvGrpSpPr>
          <p:grpSpPr>
            <a:xfrm rot="-5400000">
              <a:off x="-28713" y="3651410"/>
              <a:ext cx="88151" cy="2151709"/>
              <a:chOff x="3054755" y="4367024"/>
              <a:chExt cx="88142" cy="1137387"/>
            </a:xfrm>
          </p:grpSpPr>
          <p:sp>
            <p:nvSpPr>
              <p:cNvPr id="827" name="Google Shape;827;p20"/>
              <p:cNvSpPr/>
              <p:nvPr/>
            </p:nvSpPr>
            <p:spPr>
              <a:xfrm>
                <a:off x="3054755" y="4367024"/>
                <a:ext cx="12551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40000">
                    <a:srgbClr val="FF9900">
                      <a:alpha val="40784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828;p20"/>
              <p:cNvSpPr/>
              <p:nvPr/>
            </p:nvSpPr>
            <p:spPr>
              <a:xfrm>
                <a:off x="3130388" y="4367024"/>
                <a:ext cx="12510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40000">
                    <a:srgbClr val="FF9900">
                      <a:alpha val="40784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29" name="Google Shape;829;p20"/>
          <p:cNvGrpSpPr/>
          <p:nvPr/>
        </p:nvGrpSpPr>
        <p:grpSpPr>
          <a:xfrm rot="-5400000">
            <a:off x="7274810" y="-1067450"/>
            <a:ext cx="3920501" cy="3213899"/>
            <a:chOff x="6643710" y="2822113"/>
            <a:chExt cx="3920501" cy="3213899"/>
          </a:xfrm>
        </p:grpSpPr>
        <p:pic>
          <p:nvPicPr>
            <p:cNvPr id="830" name="Google Shape;830;p20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6643710" y="3043787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31" name="Google Shape;831;p20"/>
            <p:cNvSpPr/>
            <p:nvPr/>
          </p:nvSpPr>
          <p:spPr>
            <a:xfrm rot="10800000">
              <a:off x="7869624" y="2920269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20"/>
            <p:cNvSpPr/>
            <p:nvPr/>
          </p:nvSpPr>
          <p:spPr>
            <a:xfrm rot="10800000">
              <a:off x="8028970" y="2920884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20"/>
            <p:cNvSpPr/>
            <p:nvPr/>
          </p:nvSpPr>
          <p:spPr>
            <a:xfrm>
              <a:off x="8764950" y="2822113"/>
              <a:ext cx="480893" cy="475828"/>
            </a:xfrm>
            <a:custGeom>
              <a:avLst/>
              <a:gdLst/>
              <a:ahLst/>
              <a:cxnLst/>
              <a:rect l="l" t="t" r="r" b="b"/>
              <a:pathLst>
                <a:path w="36171" h="35790" extrusionOk="0">
                  <a:moveTo>
                    <a:pt x="34030" y="1"/>
                  </a:moveTo>
                  <a:cubicBezTo>
                    <a:pt x="33531" y="1"/>
                    <a:pt x="33032" y="191"/>
                    <a:pt x="32651" y="572"/>
                  </a:cubicBezTo>
                  <a:cubicBezTo>
                    <a:pt x="31890" y="1334"/>
                    <a:pt x="31890" y="2568"/>
                    <a:pt x="32651" y="3330"/>
                  </a:cubicBezTo>
                  <a:cubicBezTo>
                    <a:pt x="33032" y="3711"/>
                    <a:pt x="33531" y="3901"/>
                    <a:pt x="34030" y="3901"/>
                  </a:cubicBezTo>
                  <a:cubicBezTo>
                    <a:pt x="34529" y="3901"/>
                    <a:pt x="35028" y="3711"/>
                    <a:pt x="35409" y="3330"/>
                  </a:cubicBezTo>
                  <a:cubicBezTo>
                    <a:pt x="36171" y="2568"/>
                    <a:pt x="36171" y="1334"/>
                    <a:pt x="35409" y="572"/>
                  </a:cubicBezTo>
                  <a:cubicBezTo>
                    <a:pt x="35028" y="191"/>
                    <a:pt x="34529" y="1"/>
                    <a:pt x="34030" y="1"/>
                  </a:cubicBezTo>
                  <a:close/>
                  <a:moveTo>
                    <a:pt x="27662" y="6385"/>
                  </a:moveTo>
                  <a:cubicBezTo>
                    <a:pt x="27163" y="6385"/>
                    <a:pt x="26664" y="6575"/>
                    <a:pt x="26283" y="6956"/>
                  </a:cubicBezTo>
                  <a:cubicBezTo>
                    <a:pt x="25521" y="7718"/>
                    <a:pt x="25521" y="8952"/>
                    <a:pt x="26283" y="9714"/>
                  </a:cubicBezTo>
                  <a:cubicBezTo>
                    <a:pt x="26664" y="10095"/>
                    <a:pt x="27163" y="10285"/>
                    <a:pt x="27662" y="10285"/>
                  </a:cubicBezTo>
                  <a:cubicBezTo>
                    <a:pt x="28161" y="10285"/>
                    <a:pt x="28660" y="10095"/>
                    <a:pt x="29040" y="9714"/>
                  </a:cubicBezTo>
                  <a:cubicBezTo>
                    <a:pt x="29802" y="8952"/>
                    <a:pt x="29802" y="7718"/>
                    <a:pt x="29040" y="6956"/>
                  </a:cubicBezTo>
                  <a:cubicBezTo>
                    <a:pt x="28660" y="6575"/>
                    <a:pt x="28161" y="6385"/>
                    <a:pt x="27662" y="6385"/>
                  </a:cubicBezTo>
                  <a:close/>
                  <a:moveTo>
                    <a:pt x="21285" y="12753"/>
                  </a:moveTo>
                  <a:cubicBezTo>
                    <a:pt x="20783" y="12753"/>
                    <a:pt x="20280" y="12944"/>
                    <a:pt x="19899" y="13325"/>
                  </a:cubicBezTo>
                  <a:cubicBezTo>
                    <a:pt x="19137" y="14086"/>
                    <a:pt x="19137" y="15336"/>
                    <a:pt x="19899" y="16097"/>
                  </a:cubicBezTo>
                  <a:cubicBezTo>
                    <a:pt x="20280" y="16478"/>
                    <a:pt x="20783" y="16669"/>
                    <a:pt x="21285" y="16669"/>
                  </a:cubicBezTo>
                  <a:cubicBezTo>
                    <a:pt x="21788" y="16669"/>
                    <a:pt x="22291" y="16478"/>
                    <a:pt x="22672" y="16097"/>
                  </a:cubicBezTo>
                  <a:cubicBezTo>
                    <a:pt x="23434" y="15336"/>
                    <a:pt x="23434" y="14086"/>
                    <a:pt x="22672" y="13325"/>
                  </a:cubicBezTo>
                  <a:cubicBezTo>
                    <a:pt x="22291" y="12944"/>
                    <a:pt x="21788" y="12753"/>
                    <a:pt x="21285" y="12753"/>
                  </a:cubicBezTo>
                  <a:close/>
                  <a:moveTo>
                    <a:pt x="14917" y="19128"/>
                  </a:moveTo>
                  <a:cubicBezTo>
                    <a:pt x="14415" y="19128"/>
                    <a:pt x="13913" y="19318"/>
                    <a:pt x="13530" y="19693"/>
                  </a:cubicBezTo>
                  <a:cubicBezTo>
                    <a:pt x="12768" y="20455"/>
                    <a:pt x="12768" y="21689"/>
                    <a:pt x="13530" y="22451"/>
                  </a:cubicBezTo>
                  <a:cubicBezTo>
                    <a:pt x="13911" y="22832"/>
                    <a:pt x="14410" y="23022"/>
                    <a:pt x="14909" y="23022"/>
                  </a:cubicBezTo>
                  <a:cubicBezTo>
                    <a:pt x="15408" y="23022"/>
                    <a:pt x="15907" y="22832"/>
                    <a:pt x="16288" y="22451"/>
                  </a:cubicBezTo>
                  <a:cubicBezTo>
                    <a:pt x="17050" y="21689"/>
                    <a:pt x="17050" y="20455"/>
                    <a:pt x="16288" y="19693"/>
                  </a:cubicBezTo>
                  <a:cubicBezTo>
                    <a:pt x="15909" y="19314"/>
                    <a:pt x="15413" y="19128"/>
                    <a:pt x="14917" y="19128"/>
                  </a:cubicBezTo>
                  <a:close/>
                  <a:moveTo>
                    <a:pt x="8525" y="25506"/>
                  </a:moveTo>
                  <a:cubicBezTo>
                    <a:pt x="8026" y="25506"/>
                    <a:pt x="7527" y="25696"/>
                    <a:pt x="7146" y="26077"/>
                  </a:cubicBezTo>
                  <a:cubicBezTo>
                    <a:pt x="6385" y="26839"/>
                    <a:pt x="6385" y="28073"/>
                    <a:pt x="7146" y="28835"/>
                  </a:cubicBezTo>
                  <a:cubicBezTo>
                    <a:pt x="7527" y="29216"/>
                    <a:pt x="8026" y="29406"/>
                    <a:pt x="8525" y="29406"/>
                  </a:cubicBezTo>
                  <a:cubicBezTo>
                    <a:pt x="9024" y="29406"/>
                    <a:pt x="9523" y="29216"/>
                    <a:pt x="9904" y="28835"/>
                  </a:cubicBezTo>
                  <a:cubicBezTo>
                    <a:pt x="10666" y="28073"/>
                    <a:pt x="10666" y="26839"/>
                    <a:pt x="9904" y="26077"/>
                  </a:cubicBezTo>
                  <a:cubicBezTo>
                    <a:pt x="9523" y="25696"/>
                    <a:pt x="9024" y="25506"/>
                    <a:pt x="8525" y="25506"/>
                  </a:cubicBezTo>
                  <a:close/>
                  <a:moveTo>
                    <a:pt x="2141" y="31874"/>
                  </a:moveTo>
                  <a:cubicBezTo>
                    <a:pt x="1642" y="31874"/>
                    <a:pt x="1143" y="32065"/>
                    <a:pt x="763" y="32446"/>
                  </a:cubicBezTo>
                  <a:cubicBezTo>
                    <a:pt x="1" y="33207"/>
                    <a:pt x="1" y="34457"/>
                    <a:pt x="763" y="35219"/>
                  </a:cubicBezTo>
                  <a:cubicBezTo>
                    <a:pt x="1143" y="35599"/>
                    <a:pt x="1642" y="35790"/>
                    <a:pt x="2141" y="35790"/>
                  </a:cubicBezTo>
                  <a:cubicBezTo>
                    <a:pt x="2640" y="35790"/>
                    <a:pt x="3139" y="35599"/>
                    <a:pt x="3520" y="35219"/>
                  </a:cubicBezTo>
                  <a:cubicBezTo>
                    <a:pt x="4282" y="34457"/>
                    <a:pt x="4282" y="33207"/>
                    <a:pt x="3520" y="32446"/>
                  </a:cubicBezTo>
                  <a:cubicBezTo>
                    <a:pt x="3139" y="32065"/>
                    <a:pt x="2640" y="31874"/>
                    <a:pt x="2141" y="31874"/>
                  </a:cubicBezTo>
                  <a:close/>
                </a:path>
              </a:pathLst>
            </a:custGeom>
            <a:gradFill>
              <a:gsLst>
                <a:gs pos="0">
                  <a:schemeClr val="lt2">
                    <a:alpha val="46820"/>
                  </a:schemeClr>
                </a:gs>
                <a:gs pos="78000">
                  <a:schemeClr val="lt1">
                    <a:alpha val="46820"/>
                  </a:schemeClr>
                </a:gs>
                <a:gs pos="100000">
                  <a:schemeClr val="lt1">
                    <a:alpha val="46820"/>
                  </a:scheme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34" name="Google Shape;834;p20"/>
            <p:cNvGrpSpPr/>
            <p:nvPr/>
          </p:nvGrpSpPr>
          <p:grpSpPr>
            <a:xfrm>
              <a:off x="8671987" y="3471620"/>
              <a:ext cx="699928" cy="1651024"/>
              <a:chOff x="8337812" y="3492483"/>
              <a:chExt cx="699928" cy="1651024"/>
            </a:xfrm>
          </p:grpSpPr>
          <p:sp>
            <p:nvSpPr>
              <p:cNvPr id="835" name="Google Shape;835;p20"/>
              <p:cNvSpPr/>
              <p:nvPr/>
            </p:nvSpPr>
            <p:spPr>
              <a:xfrm>
                <a:off x="8337812" y="3492483"/>
                <a:ext cx="483116" cy="1013645"/>
              </a:xfrm>
              <a:custGeom>
                <a:avLst/>
                <a:gdLst/>
                <a:ahLst/>
                <a:cxnLst/>
                <a:rect l="l" t="t" r="r" b="b"/>
                <a:pathLst>
                  <a:path w="11779" h="24714" extrusionOk="0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836;p20"/>
              <p:cNvSpPr/>
              <p:nvPr/>
            </p:nvSpPr>
            <p:spPr>
              <a:xfrm>
                <a:off x="8698380" y="3916789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Google Shape;837;p20"/>
              <p:cNvSpPr/>
              <p:nvPr/>
            </p:nvSpPr>
            <p:spPr>
              <a:xfrm>
                <a:off x="8790871" y="3823684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38" name="Google Shape;838;p20"/>
            <p:cNvGrpSpPr/>
            <p:nvPr/>
          </p:nvGrpSpPr>
          <p:grpSpPr>
            <a:xfrm>
              <a:off x="8279400" y="4281138"/>
              <a:ext cx="904666" cy="726121"/>
              <a:chOff x="7945225" y="4302000"/>
              <a:chExt cx="904666" cy="726121"/>
            </a:xfrm>
          </p:grpSpPr>
          <p:sp>
            <p:nvSpPr>
              <p:cNvPr id="839" name="Google Shape;839;p20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840;p20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841;p20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4" name="Google Shape;1204;p27"/>
          <p:cNvSpPr txBox="1">
            <a:spLocks noGrp="1"/>
          </p:cNvSpPr>
          <p:nvPr>
            <p:ph type="title"/>
          </p:nvPr>
        </p:nvSpPr>
        <p:spPr>
          <a:xfrm>
            <a:off x="539400" y="72217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05" name="Google Shape;1205;p27"/>
          <p:cNvSpPr txBox="1">
            <a:spLocks noGrp="1"/>
          </p:cNvSpPr>
          <p:nvPr>
            <p:ph type="subTitle" idx="1"/>
          </p:nvPr>
        </p:nvSpPr>
        <p:spPr>
          <a:xfrm>
            <a:off x="720000" y="2432984"/>
            <a:ext cx="2204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6" name="Google Shape;1206;p27"/>
          <p:cNvSpPr txBox="1">
            <a:spLocks noGrp="1"/>
          </p:cNvSpPr>
          <p:nvPr>
            <p:ph type="subTitle" idx="2"/>
          </p:nvPr>
        </p:nvSpPr>
        <p:spPr>
          <a:xfrm>
            <a:off x="3469872" y="2432984"/>
            <a:ext cx="2204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7" name="Google Shape;1207;p27"/>
          <p:cNvSpPr txBox="1">
            <a:spLocks noGrp="1"/>
          </p:cNvSpPr>
          <p:nvPr>
            <p:ph type="subTitle" idx="3"/>
          </p:nvPr>
        </p:nvSpPr>
        <p:spPr>
          <a:xfrm>
            <a:off x="720000" y="4178422"/>
            <a:ext cx="2204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8" name="Google Shape;1208;p27"/>
          <p:cNvSpPr txBox="1">
            <a:spLocks noGrp="1"/>
          </p:cNvSpPr>
          <p:nvPr>
            <p:ph type="subTitle" idx="4"/>
          </p:nvPr>
        </p:nvSpPr>
        <p:spPr>
          <a:xfrm>
            <a:off x="3469875" y="4178422"/>
            <a:ext cx="2204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9" name="Google Shape;1209;p27"/>
          <p:cNvSpPr txBox="1">
            <a:spLocks noGrp="1"/>
          </p:cNvSpPr>
          <p:nvPr>
            <p:ph type="subTitle" idx="5"/>
          </p:nvPr>
        </p:nvSpPr>
        <p:spPr>
          <a:xfrm>
            <a:off x="6219751" y="2432984"/>
            <a:ext cx="2204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0" name="Google Shape;1210;p27"/>
          <p:cNvSpPr txBox="1">
            <a:spLocks noGrp="1"/>
          </p:cNvSpPr>
          <p:nvPr>
            <p:ph type="subTitle" idx="6"/>
          </p:nvPr>
        </p:nvSpPr>
        <p:spPr>
          <a:xfrm>
            <a:off x="6219751" y="4178422"/>
            <a:ext cx="2204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1" name="Google Shape;1211;p27"/>
          <p:cNvSpPr txBox="1">
            <a:spLocks noGrp="1"/>
          </p:cNvSpPr>
          <p:nvPr>
            <p:ph type="subTitle" idx="7"/>
          </p:nvPr>
        </p:nvSpPr>
        <p:spPr>
          <a:xfrm>
            <a:off x="720000" y="2106875"/>
            <a:ext cx="22041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212" name="Google Shape;1212;p27"/>
          <p:cNvSpPr txBox="1">
            <a:spLocks noGrp="1"/>
          </p:cNvSpPr>
          <p:nvPr>
            <p:ph type="subTitle" idx="8"/>
          </p:nvPr>
        </p:nvSpPr>
        <p:spPr>
          <a:xfrm>
            <a:off x="3469873" y="2106875"/>
            <a:ext cx="22041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213" name="Google Shape;1213;p27"/>
          <p:cNvSpPr txBox="1">
            <a:spLocks noGrp="1"/>
          </p:cNvSpPr>
          <p:nvPr>
            <p:ph type="subTitle" idx="9"/>
          </p:nvPr>
        </p:nvSpPr>
        <p:spPr>
          <a:xfrm>
            <a:off x="720000" y="3852323"/>
            <a:ext cx="22041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214" name="Google Shape;1214;p27"/>
          <p:cNvSpPr txBox="1">
            <a:spLocks noGrp="1"/>
          </p:cNvSpPr>
          <p:nvPr>
            <p:ph type="subTitle" idx="13"/>
          </p:nvPr>
        </p:nvSpPr>
        <p:spPr>
          <a:xfrm>
            <a:off x="3469873" y="3852323"/>
            <a:ext cx="22041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215" name="Google Shape;1215;p27"/>
          <p:cNvSpPr txBox="1">
            <a:spLocks noGrp="1"/>
          </p:cNvSpPr>
          <p:nvPr>
            <p:ph type="subTitle" idx="14"/>
          </p:nvPr>
        </p:nvSpPr>
        <p:spPr>
          <a:xfrm>
            <a:off x="6219752" y="2106875"/>
            <a:ext cx="22041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216" name="Google Shape;1216;p27"/>
          <p:cNvSpPr txBox="1">
            <a:spLocks noGrp="1"/>
          </p:cNvSpPr>
          <p:nvPr>
            <p:ph type="subTitle" idx="15"/>
          </p:nvPr>
        </p:nvSpPr>
        <p:spPr>
          <a:xfrm>
            <a:off x="6219752" y="3852323"/>
            <a:ext cx="22041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grpSp>
        <p:nvGrpSpPr>
          <p:cNvPr id="1217" name="Google Shape;1217;p27"/>
          <p:cNvGrpSpPr/>
          <p:nvPr/>
        </p:nvGrpSpPr>
        <p:grpSpPr>
          <a:xfrm>
            <a:off x="6102850" y="-1735180"/>
            <a:ext cx="4625025" cy="4171657"/>
            <a:chOff x="6026650" y="-1658980"/>
            <a:chExt cx="4625025" cy="4171657"/>
          </a:xfrm>
        </p:grpSpPr>
        <p:pic>
          <p:nvPicPr>
            <p:cNvPr id="1218" name="Google Shape;1218;p27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7361325" y="-596625"/>
              <a:ext cx="2441950" cy="1863749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219" name="Google Shape;1219;p27"/>
            <p:cNvGrpSpPr/>
            <p:nvPr/>
          </p:nvGrpSpPr>
          <p:grpSpPr>
            <a:xfrm rot="-2700000" flipH="1">
              <a:off x="7289785" y="-1246897"/>
              <a:ext cx="2552124" cy="3347490"/>
              <a:chOff x="2976325" y="908175"/>
              <a:chExt cx="4028179" cy="5283555"/>
            </a:xfrm>
          </p:grpSpPr>
          <p:sp>
            <p:nvSpPr>
              <p:cNvPr id="1220" name="Google Shape;1220;p27"/>
              <p:cNvSpPr/>
              <p:nvPr/>
            </p:nvSpPr>
            <p:spPr>
              <a:xfrm>
                <a:off x="2976325" y="930036"/>
                <a:ext cx="4006263" cy="4749291"/>
              </a:xfrm>
              <a:custGeom>
                <a:avLst/>
                <a:gdLst/>
                <a:ahLst/>
                <a:cxnLst/>
                <a:rect l="l" t="t" r="r" b="b"/>
                <a:pathLst>
                  <a:path w="97678" h="115794" extrusionOk="0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Google Shape;1221;p27"/>
              <p:cNvSpPr/>
              <p:nvPr/>
            </p:nvSpPr>
            <p:spPr>
              <a:xfrm>
                <a:off x="3934943" y="908175"/>
                <a:ext cx="2925190" cy="3057668"/>
              </a:xfrm>
              <a:custGeom>
                <a:avLst/>
                <a:gdLst/>
                <a:ahLst/>
                <a:cxnLst/>
                <a:rect l="l" t="t" r="r" b="b"/>
                <a:pathLst>
                  <a:path w="71320" h="74550" extrusionOk="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Google Shape;1222;p27"/>
              <p:cNvSpPr/>
              <p:nvPr/>
            </p:nvSpPr>
            <p:spPr>
              <a:xfrm>
                <a:off x="3851189" y="1072525"/>
                <a:ext cx="3153315" cy="5119205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23" name="Google Shape;1223;p27"/>
            <p:cNvGrpSpPr/>
            <p:nvPr/>
          </p:nvGrpSpPr>
          <p:grpSpPr>
            <a:xfrm>
              <a:off x="6026650" y="-49075"/>
              <a:ext cx="803471" cy="494095"/>
              <a:chOff x="6394675" y="-49075"/>
              <a:chExt cx="803471" cy="494095"/>
            </a:xfrm>
          </p:grpSpPr>
          <p:sp>
            <p:nvSpPr>
              <p:cNvPr id="1224" name="Google Shape;1224;p27"/>
              <p:cNvSpPr/>
              <p:nvPr/>
            </p:nvSpPr>
            <p:spPr>
              <a:xfrm>
                <a:off x="6394675" y="0"/>
                <a:ext cx="284119" cy="246048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Google Shape;1225;p27"/>
              <p:cNvSpPr/>
              <p:nvPr/>
            </p:nvSpPr>
            <p:spPr>
              <a:xfrm>
                <a:off x="6627600" y="-49075"/>
                <a:ext cx="570546" cy="494095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26" name="Google Shape;1226;p27"/>
          <p:cNvGrpSpPr/>
          <p:nvPr/>
        </p:nvGrpSpPr>
        <p:grpSpPr>
          <a:xfrm>
            <a:off x="-1089100" y="5876725"/>
            <a:ext cx="5368850" cy="1863749"/>
            <a:chOff x="-1089100" y="4200325"/>
            <a:chExt cx="5368850" cy="1863749"/>
          </a:xfrm>
        </p:grpSpPr>
        <p:grpSp>
          <p:nvGrpSpPr>
            <p:cNvPr id="1227" name="Google Shape;1227;p27"/>
            <p:cNvGrpSpPr/>
            <p:nvPr/>
          </p:nvGrpSpPr>
          <p:grpSpPr>
            <a:xfrm>
              <a:off x="-185037" y="4598363"/>
              <a:ext cx="904666" cy="726121"/>
              <a:chOff x="7945225" y="4302000"/>
              <a:chExt cx="904666" cy="726121"/>
            </a:xfrm>
          </p:grpSpPr>
          <p:sp>
            <p:nvSpPr>
              <p:cNvPr id="1228" name="Google Shape;1228;p27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Google Shape;1229;p27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Google Shape;1230;p27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231" name="Google Shape;1231;p27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1837800" y="4200325"/>
              <a:ext cx="2441950" cy="1863749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232" name="Google Shape;1232;p27"/>
            <p:cNvGrpSpPr/>
            <p:nvPr/>
          </p:nvGrpSpPr>
          <p:grpSpPr>
            <a:xfrm rot="-2700000">
              <a:off x="390377" y="4688868"/>
              <a:ext cx="299453" cy="545119"/>
              <a:chOff x="-66426" y="1151064"/>
              <a:chExt cx="299455" cy="545125"/>
            </a:xfrm>
          </p:grpSpPr>
          <p:grpSp>
            <p:nvGrpSpPr>
              <p:cNvPr id="1233" name="Google Shape;1233;p27"/>
              <p:cNvGrpSpPr/>
              <p:nvPr/>
            </p:nvGrpSpPr>
            <p:grpSpPr>
              <a:xfrm>
                <a:off x="-66426" y="1396564"/>
                <a:ext cx="299455" cy="299625"/>
                <a:chOff x="3678700" y="407275"/>
                <a:chExt cx="708100" cy="708500"/>
              </a:xfrm>
            </p:grpSpPr>
            <p:sp>
              <p:nvSpPr>
                <p:cNvPr id="1234" name="Google Shape;1234;p27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5" name="Google Shape;1235;p27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6" name="Google Shape;1236;p27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7" name="Google Shape;1237;p27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8" name="Google Shape;1238;p27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9" name="Google Shape;1239;p27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0" name="Google Shape;1240;p27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241" name="Google Shape;1241;p27"/>
              <p:cNvGrpSpPr/>
              <p:nvPr/>
            </p:nvGrpSpPr>
            <p:grpSpPr>
              <a:xfrm>
                <a:off x="-66426" y="1151064"/>
                <a:ext cx="299455" cy="299625"/>
                <a:chOff x="3678700" y="407275"/>
                <a:chExt cx="708100" cy="708500"/>
              </a:xfrm>
            </p:grpSpPr>
            <p:sp>
              <p:nvSpPr>
                <p:cNvPr id="1242" name="Google Shape;1242;p27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3" name="Google Shape;1243;p27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4" name="Google Shape;1244;p27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5" name="Google Shape;1245;p27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6" name="Google Shape;1246;p27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7" name="Google Shape;1247;p27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8" name="Google Shape;1248;p27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249" name="Google Shape;1249;p27"/>
            <p:cNvGrpSpPr/>
            <p:nvPr/>
          </p:nvGrpSpPr>
          <p:grpSpPr>
            <a:xfrm>
              <a:off x="-1089100" y="4894376"/>
              <a:ext cx="4558967" cy="134100"/>
              <a:chOff x="796100" y="3019701"/>
              <a:chExt cx="4558967" cy="134100"/>
            </a:xfrm>
          </p:grpSpPr>
          <p:sp>
            <p:nvSpPr>
              <p:cNvPr id="1250" name="Google Shape;1250;p27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251" name="Google Shape;1251;p27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252" name="Google Shape;1252;p27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1" name="Google Shape;1331;p30"/>
          <p:cNvGrpSpPr/>
          <p:nvPr/>
        </p:nvGrpSpPr>
        <p:grpSpPr>
          <a:xfrm>
            <a:off x="-623241" y="5526087"/>
            <a:ext cx="2833357" cy="1517787"/>
            <a:chOff x="-623241" y="3849687"/>
            <a:chExt cx="2833357" cy="1517787"/>
          </a:xfrm>
        </p:grpSpPr>
        <p:grpSp>
          <p:nvGrpSpPr>
            <p:cNvPr id="1332" name="Google Shape;1332;p30"/>
            <p:cNvGrpSpPr/>
            <p:nvPr/>
          </p:nvGrpSpPr>
          <p:grpSpPr>
            <a:xfrm rot="5400000">
              <a:off x="-879113" y="4155104"/>
              <a:ext cx="1517787" cy="906953"/>
              <a:chOff x="-55500" y="4835979"/>
              <a:chExt cx="1517787" cy="906953"/>
            </a:xfrm>
          </p:grpSpPr>
          <p:sp>
            <p:nvSpPr>
              <p:cNvPr id="1333" name="Google Shape;1333;p30"/>
              <p:cNvSpPr/>
              <p:nvPr/>
            </p:nvSpPr>
            <p:spPr>
              <a:xfrm>
                <a:off x="-55500" y="4895154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F5F8FF">
                      <a:alpha val="31360"/>
                    </a:srgbClr>
                  </a:gs>
                  <a:gs pos="22000">
                    <a:srgbClr val="F5F8FF">
                      <a:alpha val="31360"/>
                    </a:srgb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0"/>
              <p:cNvSpPr/>
              <p:nvPr/>
            </p:nvSpPr>
            <p:spPr>
              <a:xfrm>
                <a:off x="522674" y="4951702"/>
                <a:ext cx="340329" cy="325895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0"/>
              <p:cNvSpPr/>
              <p:nvPr/>
            </p:nvSpPr>
            <p:spPr>
              <a:xfrm>
                <a:off x="401812" y="5185579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F5F8FF">
                      <a:alpha val="31360"/>
                    </a:srgbClr>
                  </a:gs>
                  <a:gs pos="22000">
                    <a:srgbClr val="F5F8FF">
                      <a:alpha val="31360"/>
                    </a:srgb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0"/>
              <p:cNvSpPr/>
              <p:nvPr/>
            </p:nvSpPr>
            <p:spPr>
              <a:xfrm>
                <a:off x="880250" y="4835979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37" name="Google Shape;1337;p30"/>
            <p:cNvGrpSpPr/>
            <p:nvPr/>
          </p:nvGrpSpPr>
          <p:grpSpPr>
            <a:xfrm>
              <a:off x="-623241" y="3946426"/>
              <a:ext cx="2833357" cy="1421047"/>
              <a:chOff x="-677366" y="4067276"/>
              <a:chExt cx="2833357" cy="1421047"/>
            </a:xfrm>
          </p:grpSpPr>
          <p:sp>
            <p:nvSpPr>
              <p:cNvPr id="1338" name="Google Shape;1338;p30"/>
              <p:cNvSpPr/>
              <p:nvPr/>
            </p:nvSpPr>
            <p:spPr>
              <a:xfrm rot="5400000">
                <a:off x="28789" y="3361120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339" name="Google Shape;1339;p30"/>
              <p:cNvGrpSpPr/>
              <p:nvPr/>
            </p:nvGrpSpPr>
            <p:grpSpPr>
              <a:xfrm>
                <a:off x="317735" y="4614472"/>
                <a:ext cx="161977" cy="161940"/>
                <a:chOff x="1101075" y="2142375"/>
                <a:chExt cx="439200" cy="439100"/>
              </a:xfrm>
            </p:grpSpPr>
            <p:sp>
              <p:nvSpPr>
                <p:cNvPr id="1340" name="Google Shape;1340;p30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41" name="Google Shape;1341;p30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342" name="Google Shape;1342;p30"/>
              <p:cNvGrpSpPr/>
              <p:nvPr/>
            </p:nvGrpSpPr>
            <p:grpSpPr>
              <a:xfrm rot="10800000">
                <a:off x="1700151" y="5032693"/>
                <a:ext cx="161977" cy="161940"/>
                <a:chOff x="1101075" y="2142375"/>
                <a:chExt cx="439200" cy="439100"/>
              </a:xfrm>
            </p:grpSpPr>
            <p:sp>
              <p:nvSpPr>
                <p:cNvPr id="1343" name="Google Shape;1343;p30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44" name="Google Shape;1344;p30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1345" name="Google Shape;1345;p30"/>
            <p:cNvSpPr/>
            <p:nvPr/>
          </p:nvSpPr>
          <p:spPr>
            <a:xfrm rot="-5400000">
              <a:off x="289120" y="3696219"/>
              <a:ext cx="503090" cy="2327806"/>
            </a:xfrm>
            <a:custGeom>
              <a:avLst/>
              <a:gdLst/>
              <a:ahLst/>
              <a:cxnLst/>
              <a:rect l="l" t="t" r="r" b="b"/>
              <a:pathLst>
                <a:path w="12266" h="56755" extrusionOk="0">
                  <a:moveTo>
                    <a:pt x="6811" y="1"/>
                  </a:moveTo>
                  <a:lnTo>
                    <a:pt x="2133" y="4663"/>
                  </a:lnTo>
                  <a:lnTo>
                    <a:pt x="2133" y="16836"/>
                  </a:lnTo>
                  <a:lnTo>
                    <a:pt x="2438" y="16836"/>
                  </a:lnTo>
                  <a:lnTo>
                    <a:pt x="2438" y="4800"/>
                  </a:lnTo>
                  <a:lnTo>
                    <a:pt x="6475" y="747"/>
                  </a:lnTo>
                  <a:lnTo>
                    <a:pt x="6475" y="11793"/>
                  </a:lnTo>
                  <a:lnTo>
                    <a:pt x="11534" y="11793"/>
                  </a:lnTo>
                  <a:lnTo>
                    <a:pt x="8197" y="15130"/>
                  </a:lnTo>
                  <a:lnTo>
                    <a:pt x="11640" y="18573"/>
                  </a:lnTo>
                  <a:lnTo>
                    <a:pt x="5668" y="24546"/>
                  </a:lnTo>
                  <a:lnTo>
                    <a:pt x="5668" y="41686"/>
                  </a:lnTo>
                  <a:lnTo>
                    <a:pt x="0" y="47369"/>
                  </a:lnTo>
                  <a:lnTo>
                    <a:pt x="0" y="56754"/>
                  </a:lnTo>
                  <a:lnTo>
                    <a:pt x="305" y="56754"/>
                  </a:lnTo>
                  <a:lnTo>
                    <a:pt x="305" y="47476"/>
                  </a:lnTo>
                  <a:lnTo>
                    <a:pt x="5973" y="41823"/>
                  </a:lnTo>
                  <a:lnTo>
                    <a:pt x="5973" y="24683"/>
                  </a:lnTo>
                  <a:lnTo>
                    <a:pt x="12082" y="18573"/>
                  </a:lnTo>
                  <a:lnTo>
                    <a:pt x="8639" y="15130"/>
                  </a:lnTo>
                  <a:lnTo>
                    <a:pt x="12265" y="11488"/>
                  </a:lnTo>
                  <a:lnTo>
                    <a:pt x="6811" y="11488"/>
                  </a:lnTo>
                  <a:lnTo>
                    <a:pt x="6811" y="1"/>
                  </a:lnTo>
                  <a:close/>
                </a:path>
              </a:pathLst>
            </a:custGeom>
            <a:gradFill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6" name="Google Shape;1346;p30"/>
          <p:cNvGrpSpPr/>
          <p:nvPr/>
        </p:nvGrpSpPr>
        <p:grpSpPr>
          <a:xfrm>
            <a:off x="6323925" y="-1678249"/>
            <a:ext cx="4189199" cy="3065874"/>
            <a:chOff x="6171525" y="-1678249"/>
            <a:chExt cx="4189199" cy="3065874"/>
          </a:xfrm>
        </p:grpSpPr>
        <p:sp>
          <p:nvSpPr>
            <p:cNvPr id="1347" name="Google Shape;1347;p30"/>
            <p:cNvSpPr/>
            <p:nvPr/>
          </p:nvSpPr>
          <p:spPr>
            <a:xfrm rot="-5400000">
              <a:off x="6808863" y="-808395"/>
              <a:ext cx="1558682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348" name="Google Shape;1348;p30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6587425" y="-1678249"/>
              <a:ext cx="3773299" cy="287987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49" name="Google Shape;1349;p30"/>
            <p:cNvSpPr/>
            <p:nvPr/>
          </p:nvSpPr>
          <p:spPr>
            <a:xfrm>
              <a:off x="8292929" y="-80469"/>
              <a:ext cx="904284" cy="86593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rgbClr val="F5F8FF"/>
                </a:gs>
                <a:gs pos="18000">
                  <a:srgbClr val="F5F8FF"/>
                </a:gs>
                <a:gs pos="56000">
                  <a:srgbClr val="FFFFFF">
                    <a:alpha val="0"/>
                  </a:srgbClr>
                </a:gs>
                <a:gs pos="74000">
                  <a:srgbClr val="F5F8FF"/>
                </a:gs>
                <a:gs pos="100000">
                  <a:srgbClr val="0C0A9E">
                    <a:alpha val="2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50" name="Google Shape;1350;p30"/>
            <p:cNvGrpSpPr/>
            <p:nvPr/>
          </p:nvGrpSpPr>
          <p:grpSpPr>
            <a:xfrm rot="-2700000">
              <a:off x="8302147" y="61289"/>
              <a:ext cx="582044" cy="582419"/>
              <a:chOff x="959750" y="3039275"/>
              <a:chExt cx="582050" cy="582425"/>
            </a:xfrm>
          </p:grpSpPr>
          <p:sp>
            <p:nvSpPr>
              <p:cNvPr id="1351" name="Google Shape;1351;p30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0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0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0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0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0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0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58" name="Google Shape;1358;p30"/>
            <p:cNvGrpSpPr/>
            <p:nvPr/>
          </p:nvGrpSpPr>
          <p:grpSpPr>
            <a:xfrm rot="-2700000">
              <a:off x="8551447" y="61289"/>
              <a:ext cx="582044" cy="582419"/>
              <a:chOff x="959750" y="3039275"/>
              <a:chExt cx="582050" cy="582425"/>
            </a:xfrm>
          </p:grpSpPr>
          <p:sp>
            <p:nvSpPr>
              <p:cNvPr id="1359" name="Google Shape;1359;p30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0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0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Google Shape;1362;p30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Google Shape;1363;p30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Google Shape;1364;p30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Google Shape;1365;p30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66" name="Google Shape;1366;p30"/>
          <p:cNvGrpSpPr/>
          <p:nvPr/>
        </p:nvGrpSpPr>
        <p:grpSpPr>
          <a:xfrm rot="2700000">
            <a:off x="8945322" y="2352177"/>
            <a:ext cx="439196" cy="439096"/>
            <a:chOff x="1101075" y="2142375"/>
            <a:chExt cx="439200" cy="439100"/>
          </a:xfrm>
        </p:grpSpPr>
        <p:sp>
          <p:nvSpPr>
            <p:cNvPr id="1367" name="Google Shape;1367;p30"/>
            <p:cNvSpPr/>
            <p:nvPr/>
          </p:nvSpPr>
          <p:spPr>
            <a:xfrm>
              <a:off x="1101075" y="2142375"/>
              <a:ext cx="439200" cy="439100"/>
            </a:xfrm>
            <a:custGeom>
              <a:avLst/>
              <a:gdLst/>
              <a:ahLst/>
              <a:cxnLst/>
              <a:rect l="l" t="t" r="r" b="b"/>
              <a:pathLst>
                <a:path w="17568" h="17564" extrusionOk="0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>
              <a:gsLst>
                <a:gs pos="0">
                  <a:srgbClr val="EB9109"/>
                </a:gs>
                <a:gs pos="78000">
                  <a:srgbClr val="F5F8FF"/>
                </a:gs>
                <a:gs pos="100000">
                  <a:srgbClr val="F5F8F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30"/>
            <p:cNvSpPr/>
            <p:nvPr/>
          </p:nvSpPr>
          <p:spPr>
            <a:xfrm>
              <a:off x="1189450" y="2242350"/>
              <a:ext cx="262850" cy="239700"/>
            </a:xfrm>
            <a:custGeom>
              <a:avLst/>
              <a:gdLst/>
              <a:ahLst/>
              <a:cxnLst/>
              <a:rect l="l" t="t" r="r" b="b"/>
              <a:pathLst>
                <a:path w="10514" h="9588" extrusionOk="0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>
              <a:gsLst>
                <a:gs pos="0">
                  <a:srgbClr val="EB9109"/>
                </a:gs>
                <a:gs pos="78000">
                  <a:srgbClr val="F5F8FF"/>
                </a:gs>
                <a:gs pos="100000">
                  <a:srgbClr val="F5F8F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bg>
      <p:bgPr>
        <a:solidFill>
          <a:schemeClr val="dk2"/>
        </a:solidFill>
        <a:effectLst/>
      </p:bgPr>
    </p:bg>
    <p:spTree>
      <p:nvGrpSpPr>
        <p:cNvPr id="1" name="Shape 1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0" name="Google Shape;1370;p31"/>
          <p:cNvGrpSpPr/>
          <p:nvPr/>
        </p:nvGrpSpPr>
        <p:grpSpPr>
          <a:xfrm>
            <a:off x="8332551" y="152393"/>
            <a:ext cx="2386151" cy="3293873"/>
            <a:chOff x="8256351" y="-7"/>
            <a:chExt cx="2386151" cy="3293873"/>
          </a:xfrm>
        </p:grpSpPr>
        <p:pic>
          <p:nvPicPr>
            <p:cNvPr id="1371" name="Google Shape;1371;p31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5400000">
              <a:off x="7886227" y="537590"/>
              <a:ext cx="3126400" cy="2386151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372" name="Google Shape;1372;p31"/>
            <p:cNvGrpSpPr/>
            <p:nvPr/>
          </p:nvGrpSpPr>
          <p:grpSpPr>
            <a:xfrm rot="10800000">
              <a:off x="8452444" y="-7"/>
              <a:ext cx="325154" cy="1788670"/>
              <a:chOff x="8869019" y="-622132"/>
              <a:chExt cx="325154" cy="1788670"/>
            </a:xfrm>
          </p:grpSpPr>
          <p:sp>
            <p:nvSpPr>
              <p:cNvPr id="1373" name="Google Shape;1373;p31"/>
              <p:cNvSpPr/>
              <p:nvPr/>
            </p:nvSpPr>
            <p:spPr>
              <a:xfrm rot="10800000">
                <a:off x="8869019" y="-622132"/>
                <a:ext cx="246869" cy="1703243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solidFill>
                <a:srgbClr val="F5F8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374" name="Google Shape;1374;p31"/>
              <p:cNvGrpSpPr/>
              <p:nvPr/>
            </p:nvGrpSpPr>
            <p:grpSpPr>
              <a:xfrm rot="1800062">
                <a:off x="9035610" y="1007995"/>
                <a:ext cx="134040" cy="134009"/>
                <a:chOff x="1101075" y="2142375"/>
                <a:chExt cx="439200" cy="439100"/>
              </a:xfrm>
            </p:grpSpPr>
            <p:sp>
              <p:nvSpPr>
                <p:cNvPr id="1375" name="Google Shape;1375;p31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EB9109"/>
                    </a:gs>
                    <a:gs pos="40000">
                      <a:srgbClr val="FF9900">
                        <a:alpha val="4078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2698631" scaled="0"/>
                </a:gradFill>
                <a:ln w="9525" cap="flat" cmpd="sng">
                  <a:solidFill>
                    <a:srgbClr val="F5F8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76" name="Google Shape;1376;p31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F5F8FF"/>
                    </a:gs>
                    <a:gs pos="18000">
                      <a:srgbClr val="F5F8FF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rgbClr val="F5F8FF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1377" name="Google Shape;1377;p31"/>
          <p:cNvGrpSpPr/>
          <p:nvPr/>
        </p:nvGrpSpPr>
        <p:grpSpPr>
          <a:xfrm>
            <a:off x="-213525" y="323625"/>
            <a:ext cx="439200" cy="439100"/>
            <a:chOff x="1101075" y="2142375"/>
            <a:chExt cx="439200" cy="439100"/>
          </a:xfrm>
        </p:grpSpPr>
        <p:sp>
          <p:nvSpPr>
            <p:cNvPr id="1378" name="Google Shape;1378;p31"/>
            <p:cNvSpPr/>
            <p:nvPr/>
          </p:nvSpPr>
          <p:spPr>
            <a:xfrm>
              <a:off x="1101075" y="2142375"/>
              <a:ext cx="439200" cy="439100"/>
            </a:xfrm>
            <a:custGeom>
              <a:avLst/>
              <a:gdLst/>
              <a:ahLst/>
              <a:cxnLst/>
              <a:rect l="l" t="t" r="r" b="b"/>
              <a:pathLst>
                <a:path w="17568" h="17564" extrusionOk="0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>
              <a:gsLst>
                <a:gs pos="0">
                  <a:srgbClr val="F5F8FF"/>
                </a:gs>
                <a:gs pos="18000">
                  <a:srgbClr val="F5F8FF"/>
                </a:gs>
                <a:gs pos="56000">
                  <a:srgbClr val="FFFFFF">
                    <a:alpha val="0"/>
                  </a:srgbClr>
                </a:gs>
                <a:gs pos="74000">
                  <a:srgbClr val="F5F8FF"/>
                </a:gs>
                <a:gs pos="100000">
                  <a:srgbClr val="0C0A9E">
                    <a:alpha val="2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Google Shape;1379;p31"/>
            <p:cNvSpPr/>
            <p:nvPr/>
          </p:nvSpPr>
          <p:spPr>
            <a:xfrm>
              <a:off x="1189450" y="2242350"/>
              <a:ext cx="262850" cy="239700"/>
            </a:xfrm>
            <a:custGeom>
              <a:avLst/>
              <a:gdLst/>
              <a:ahLst/>
              <a:cxnLst/>
              <a:rect l="l" t="t" r="r" b="b"/>
              <a:pathLst>
                <a:path w="10514" h="9588" extrusionOk="0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>
              <a:gsLst>
                <a:gs pos="0">
                  <a:srgbClr val="F5F8FF"/>
                </a:gs>
                <a:gs pos="18000">
                  <a:srgbClr val="F5F8FF"/>
                </a:gs>
                <a:gs pos="56000">
                  <a:srgbClr val="FFFFFF">
                    <a:alpha val="0"/>
                  </a:srgbClr>
                </a:gs>
                <a:gs pos="74000">
                  <a:srgbClr val="F5F8FF"/>
                </a:gs>
                <a:gs pos="100000">
                  <a:srgbClr val="0C0A9E">
                    <a:alpha val="2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0" name="Google Shape;1380;p31"/>
          <p:cNvGrpSpPr/>
          <p:nvPr/>
        </p:nvGrpSpPr>
        <p:grpSpPr>
          <a:xfrm>
            <a:off x="-1262974" y="4837728"/>
            <a:ext cx="4822591" cy="2934500"/>
            <a:chOff x="-1186774" y="3161328"/>
            <a:chExt cx="4822591" cy="2934500"/>
          </a:xfrm>
        </p:grpSpPr>
        <p:pic>
          <p:nvPicPr>
            <p:cNvPr id="1381" name="Google Shape;1381;p31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5400000">
              <a:off x="-1534175" y="3508728"/>
              <a:ext cx="2934500" cy="22396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82" name="Google Shape;1382;p31"/>
            <p:cNvSpPr/>
            <p:nvPr/>
          </p:nvSpPr>
          <p:spPr>
            <a:xfrm rot="-5400000">
              <a:off x="-184180" y="3596444"/>
              <a:ext cx="503090" cy="2327806"/>
            </a:xfrm>
            <a:custGeom>
              <a:avLst/>
              <a:gdLst/>
              <a:ahLst/>
              <a:cxnLst/>
              <a:rect l="l" t="t" r="r" b="b"/>
              <a:pathLst>
                <a:path w="12266" h="56755" extrusionOk="0">
                  <a:moveTo>
                    <a:pt x="6811" y="1"/>
                  </a:moveTo>
                  <a:lnTo>
                    <a:pt x="2133" y="4663"/>
                  </a:lnTo>
                  <a:lnTo>
                    <a:pt x="2133" y="16836"/>
                  </a:lnTo>
                  <a:lnTo>
                    <a:pt x="2438" y="16836"/>
                  </a:lnTo>
                  <a:lnTo>
                    <a:pt x="2438" y="4800"/>
                  </a:lnTo>
                  <a:lnTo>
                    <a:pt x="6475" y="747"/>
                  </a:lnTo>
                  <a:lnTo>
                    <a:pt x="6475" y="11793"/>
                  </a:lnTo>
                  <a:lnTo>
                    <a:pt x="11534" y="11793"/>
                  </a:lnTo>
                  <a:lnTo>
                    <a:pt x="8197" y="15130"/>
                  </a:lnTo>
                  <a:lnTo>
                    <a:pt x="11640" y="18573"/>
                  </a:lnTo>
                  <a:lnTo>
                    <a:pt x="5668" y="24546"/>
                  </a:lnTo>
                  <a:lnTo>
                    <a:pt x="5668" y="41686"/>
                  </a:lnTo>
                  <a:lnTo>
                    <a:pt x="0" y="47369"/>
                  </a:lnTo>
                  <a:lnTo>
                    <a:pt x="0" y="56754"/>
                  </a:lnTo>
                  <a:lnTo>
                    <a:pt x="305" y="56754"/>
                  </a:lnTo>
                  <a:lnTo>
                    <a:pt x="305" y="47476"/>
                  </a:lnTo>
                  <a:lnTo>
                    <a:pt x="5973" y="41823"/>
                  </a:lnTo>
                  <a:lnTo>
                    <a:pt x="5973" y="24683"/>
                  </a:lnTo>
                  <a:lnTo>
                    <a:pt x="12082" y="18573"/>
                  </a:lnTo>
                  <a:lnTo>
                    <a:pt x="8639" y="15130"/>
                  </a:lnTo>
                  <a:lnTo>
                    <a:pt x="12265" y="11488"/>
                  </a:lnTo>
                  <a:lnTo>
                    <a:pt x="6811" y="11488"/>
                  </a:lnTo>
                  <a:lnTo>
                    <a:pt x="6811" y="1"/>
                  </a:lnTo>
                  <a:close/>
                </a:path>
              </a:pathLst>
            </a:custGeom>
            <a:gradFill>
              <a:gsLst>
                <a:gs pos="0">
                  <a:srgbClr val="F5F8FF"/>
                </a:gs>
                <a:gs pos="18000">
                  <a:srgbClr val="F5F8FF"/>
                </a:gs>
                <a:gs pos="56000">
                  <a:srgbClr val="FFFFFF">
                    <a:alpha val="0"/>
                  </a:srgbClr>
                </a:gs>
                <a:gs pos="74000">
                  <a:srgbClr val="F5F8FF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83" name="Google Shape;1383;p31"/>
            <p:cNvGrpSpPr/>
            <p:nvPr/>
          </p:nvGrpSpPr>
          <p:grpSpPr>
            <a:xfrm>
              <a:off x="58899" y="4608583"/>
              <a:ext cx="604346" cy="657081"/>
              <a:chOff x="58899" y="4608583"/>
              <a:chExt cx="604346" cy="657081"/>
            </a:xfrm>
          </p:grpSpPr>
          <p:grpSp>
            <p:nvGrpSpPr>
              <p:cNvPr id="1384" name="Google Shape;1384;p31"/>
              <p:cNvGrpSpPr/>
              <p:nvPr/>
            </p:nvGrpSpPr>
            <p:grpSpPr>
              <a:xfrm rot="10800000">
                <a:off x="58899" y="4608583"/>
                <a:ext cx="328346" cy="328531"/>
                <a:chOff x="3678700" y="407275"/>
                <a:chExt cx="708100" cy="708500"/>
              </a:xfrm>
            </p:grpSpPr>
            <p:sp>
              <p:nvSpPr>
                <p:cNvPr id="1385" name="Google Shape;1385;p31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EB9109">
                        <a:alpha val="46820"/>
                      </a:srgbClr>
                    </a:gs>
                    <a:gs pos="78000">
                      <a:srgbClr val="F5F8FF">
                        <a:alpha val="46820"/>
                      </a:srgbClr>
                    </a:gs>
                    <a:gs pos="100000">
                      <a:srgbClr val="F5F8FF">
                        <a:alpha val="46820"/>
                      </a:srgb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86" name="Google Shape;1386;p31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EB9109">
                        <a:alpha val="46820"/>
                      </a:srgbClr>
                    </a:gs>
                    <a:gs pos="78000">
                      <a:srgbClr val="F5F8FF">
                        <a:alpha val="46820"/>
                      </a:srgbClr>
                    </a:gs>
                    <a:gs pos="100000">
                      <a:srgbClr val="F5F8FF">
                        <a:alpha val="46820"/>
                      </a:srgb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87" name="Google Shape;1387;p31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EB9109">
                        <a:alpha val="46820"/>
                      </a:srgbClr>
                    </a:gs>
                    <a:gs pos="78000">
                      <a:srgbClr val="F5F8FF">
                        <a:alpha val="46820"/>
                      </a:srgbClr>
                    </a:gs>
                    <a:gs pos="100000">
                      <a:srgbClr val="F5F8FF">
                        <a:alpha val="46820"/>
                      </a:srgb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88" name="Google Shape;1388;p31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EB9109">
                        <a:alpha val="46820"/>
                      </a:srgbClr>
                    </a:gs>
                    <a:gs pos="78000">
                      <a:srgbClr val="F5F8FF">
                        <a:alpha val="46820"/>
                      </a:srgbClr>
                    </a:gs>
                    <a:gs pos="100000">
                      <a:srgbClr val="F5F8FF">
                        <a:alpha val="46820"/>
                      </a:srgb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89" name="Google Shape;1389;p31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EB9109">
                        <a:alpha val="46820"/>
                      </a:srgbClr>
                    </a:gs>
                    <a:gs pos="78000">
                      <a:srgbClr val="F5F8FF">
                        <a:alpha val="46820"/>
                      </a:srgbClr>
                    </a:gs>
                    <a:gs pos="100000">
                      <a:srgbClr val="F5F8FF">
                        <a:alpha val="46820"/>
                      </a:srgb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0" name="Google Shape;1390;p31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EB9109">
                        <a:alpha val="46820"/>
                      </a:srgbClr>
                    </a:gs>
                    <a:gs pos="78000">
                      <a:srgbClr val="F5F8FF">
                        <a:alpha val="46820"/>
                      </a:srgbClr>
                    </a:gs>
                    <a:gs pos="100000">
                      <a:srgbClr val="F5F8FF">
                        <a:alpha val="46820"/>
                      </a:srgb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1" name="Google Shape;1391;p31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EB9109">
                        <a:alpha val="46820"/>
                      </a:srgbClr>
                    </a:gs>
                    <a:gs pos="78000">
                      <a:srgbClr val="F5F8FF">
                        <a:alpha val="46820"/>
                      </a:srgbClr>
                    </a:gs>
                    <a:gs pos="100000">
                      <a:srgbClr val="F5F8FF">
                        <a:alpha val="46820"/>
                      </a:srgb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392" name="Google Shape;1392;p31"/>
              <p:cNvGrpSpPr/>
              <p:nvPr/>
            </p:nvGrpSpPr>
            <p:grpSpPr>
              <a:xfrm rot="10800000">
                <a:off x="334899" y="4608583"/>
                <a:ext cx="328346" cy="328531"/>
                <a:chOff x="3678700" y="407275"/>
                <a:chExt cx="708100" cy="708500"/>
              </a:xfrm>
            </p:grpSpPr>
            <p:sp>
              <p:nvSpPr>
                <p:cNvPr id="1393" name="Google Shape;1393;p31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4" name="Google Shape;1394;p31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5" name="Google Shape;1395;p31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6" name="Google Shape;1396;p31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7" name="Google Shape;1397;p31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8" name="Google Shape;1398;p31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9" name="Google Shape;1399;p31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400" name="Google Shape;1400;p31"/>
              <p:cNvGrpSpPr/>
              <p:nvPr/>
            </p:nvGrpSpPr>
            <p:grpSpPr>
              <a:xfrm rot="10800000">
                <a:off x="282574" y="4937133"/>
                <a:ext cx="328346" cy="328531"/>
                <a:chOff x="3678700" y="407275"/>
                <a:chExt cx="708100" cy="708500"/>
              </a:xfrm>
            </p:grpSpPr>
            <p:sp>
              <p:nvSpPr>
                <p:cNvPr id="1401" name="Google Shape;1401;p31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2" name="Google Shape;1402;p31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3" name="Google Shape;1403;p31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4" name="Google Shape;1404;p31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5" name="Google Shape;1405;p31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6" name="Google Shape;1406;p31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7" name="Google Shape;1407;p31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408" name="Google Shape;1408;p31"/>
            <p:cNvGrpSpPr/>
            <p:nvPr/>
          </p:nvGrpSpPr>
          <p:grpSpPr>
            <a:xfrm>
              <a:off x="-923150" y="4796551"/>
              <a:ext cx="4558967" cy="134100"/>
              <a:chOff x="796100" y="3019701"/>
              <a:chExt cx="4558967" cy="134100"/>
            </a:xfrm>
          </p:grpSpPr>
          <p:sp>
            <p:nvSpPr>
              <p:cNvPr id="1409" name="Google Shape;1409;p31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rgbClr val="F5F8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410" name="Google Shape;1410;p31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F5F8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11" name="Google Shape;1411;p31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rgbClr val="F5F8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9"/>
          <p:cNvSpPr txBox="1">
            <a:spLocks noGrp="1"/>
          </p:cNvSpPr>
          <p:nvPr>
            <p:ph type="title"/>
          </p:nvPr>
        </p:nvSpPr>
        <p:spPr>
          <a:xfrm>
            <a:off x="720000" y="1774650"/>
            <a:ext cx="3315600" cy="140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77" name="Google Shape;377;p9"/>
          <p:cNvSpPr txBox="1">
            <a:spLocks noGrp="1"/>
          </p:cNvSpPr>
          <p:nvPr>
            <p:ph type="subTitle" idx="1"/>
          </p:nvPr>
        </p:nvSpPr>
        <p:spPr>
          <a:xfrm>
            <a:off x="720000" y="3483250"/>
            <a:ext cx="3315600" cy="159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Font typeface="Open Sans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Open Sans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Open Sans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Open Sans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Font typeface="Open Sans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Font typeface="Open Sans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Font typeface="Open Sans"/>
              <a:buChar char="■"/>
              <a:defRPr/>
            </a:lvl9pPr>
          </a:lstStyle>
          <a:p>
            <a:endParaRPr/>
          </a:p>
        </p:txBody>
      </p:sp>
      <p:sp>
        <p:nvSpPr>
          <p:cNvPr id="378" name="Google Shape;378;p9"/>
          <p:cNvSpPr>
            <a:spLocks noGrp="1"/>
          </p:cNvSpPr>
          <p:nvPr>
            <p:ph type="pic" idx="2"/>
          </p:nvPr>
        </p:nvSpPr>
        <p:spPr>
          <a:xfrm>
            <a:off x="4309500" y="716250"/>
            <a:ext cx="4295100" cy="5425500"/>
          </a:xfrm>
          <a:prstGeom prst="snip1Rect">
            <a:avLst>
              <a:gd name="adj" fmla="val 16667"/>
            </a:avLst>
          </a:prstGeom>
          <a:noFill/>
          <a:ln>
            <a:noFill/>
          </a:ln>
        </p:spPr>
      </p:sp>
      <p:grpSp>
        <p:nvGrpSpPr>
          <p:cNvPr id="379" name="Google Shape;379;p9"/>
          <p:cNvGrpSpPr/>
          <p:nvPr/>
        </p:nvGrpSpPr>
        <p:grpSpPr>
          <a:xfrm>
            <a:off x="-2393465" y="-1635538"/>
            <a:ext cx="4710415" cy="5344655"/>
            <a:chOff x="-2317265" y="-1559338"/>
            <a:chExt cx="4710415" cy="5344655"/>
          </a:xfrm>
        </p:grpSpPr>
        <p:pic>
          <p:nvPicPr>
            <p:cNvPr id="380" name="Google Shape;380;p9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-2317265" y="-1559338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381" name="Google Shape;381;p9"/>
            <p:cNvGrpSpPr/>
            <p:nvPr/>
          </p:nvGrpSpPr>
          <p:grpSpPr>
            <a:xfrm>
              <a:off x="-1322674" y="-1333888"/>
              <a:ext cx="3153315" cy="5119205"/>
              <a:chOff x="6643701" y="816087"/>
              <a:chExt cx="3153315" cy="5119205"/>
            </a:xfrm>
          </p:grpSpPr>
          <p:sp>
            <p:nvSpPr>
              <p:cNvPr id="382" name="Google Shape;382;p9"/>
              <p:cNvSpPr/>
              <p:nvPr/>
            </p:nvSpPr>
            <p:spPr>
              <a:xfrm>
                <a:off x="6643701" y="816087"/>
                <a:ext cx="3153315" cy="5119205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83" name="Google Shape;383;p9"/>
              <p:cNvGrpSpPr/>
              <p:nvPr/>
            </p:nvGrpSpPr>
            <p:grpSpPr>
              <a:xfrm>
                <a:off x="8671986" y="2443197"/>
                <a:ext cx="134004" cy="134004"/>
                <a:chOff x="8356813" y="1074288"/>
                <a:chExt cx="351900" cy="351900"/>
              </a:xfrm>
            </p:grpSpPr>
            <p:sp>
              <p:nvSpPr>
                <p:cNvPr id="384" name="Google Shape;384;p9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85" name="Google Shape;385;p9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86" name="Google Shape;386;p9"/>
              <p:cNvGrpSpPr/>
              <p:nvPr/>
            </p:nvGrpSpPr>
            <p:grpSpPr>
              <a:xfrm>
                <a:off x="7678536" y="3129397"/>
                <a:ext cx="134004" cy="134004"/>
                <a:chOff x="8356813" y="1074288"/>
                <a:chExt cx="351900" cy="351900"/>
              </a:xfrm>
            </p:grpSpPr>
            <p:sp>
              <p:nvSpPr>
                <p:cNvPr id="387" name="Google Shape;387;p9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88" name="Google Shape;388;p9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89" name="Google Shape;389;p9"/>
              <p:cNvGrpSpPr/>
              <p:nvPr/>
            </p:nvGrpSpPr>
            <p:grpSpPr>
              <a:xfrm>
                <a:off x="8062611" y="3503222"/>
                <a:ext cx="134004" cy="134004"/>
                <a:chOff x="8356813" y="1074288"/>
                <a:chExt cx="351900" cy="351900"/>
              </a:xfrm>
            </p:grpSpPr>
            <p:sp>
              <p:nvSpPr>
                <p:cNvPr id="390" name="Google Shape;390;p9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91" name="Google Shape;391;p9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92" name="Google Shape;392;p9"/>
            <p:cNvGrpSpPr/>
            <p:nvPr/>
          </p:nvGrpSpPr>
          <p:grpSpPr>
            <a:xfrm>
              <a:off x="121568" y="-846844"/>
              <a:ext cx="88151" cy="2151709"/>
              <a:chOff x="3054755" y="4367024"/>
              <a:chExt cx="88142" cy="1137387"/>
            </a:xfrm>
          </p:grpSpPr>
          <p:sp>
            <p:nvSpPr>
              <p:cNvPr id="393" name="Google Shape;393;p9"/>
              <p:cNvSpPr/>
              <p:nvPr/>
            </p:nvSpPr>
            <p:spPr>
              <a:xfrm>
                <a:off x="3054755" y="4367024"/>
                <a:ext cx="12551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40000">
                    <a:srgbClr val="FF9900">
                      <a:alpha val="40784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Google Shape;394;p9"/>
              <p:cNvSpPr/>
              <p:nvPr/>
            </p:nvSpPr>
            <p:spPr>
              <a:xfrm>
                <a:off x="3130388" y="4367024"/>
                <a:ext cx="12510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40000">
                    <a:srgbClr val="FF9900">
                      <a:alpha val="40784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5" name="Google Shape;395;p9"/>
            <p:cNvGrpSpPr/>
            <p:nvPr/>
          </p:nvGrpSpPr>
          <p:grpSpPr>
            <a:xfrm>
              <a:off x="361243" y="-718832"/>
              <a:ext cx="88151" cy="2151709"/>
              <a:chOff x="3054755" y="4367024"/>
              <a:chExt cx="88142" cy="1137387"/>
            </a:xfrm>
          </p:grpSpPr>
          <p:sp>
            <p:nvSpPr>
              <p:cNvPr id="396" name="Google Shape;396;p9"/>
              <p:cNvSpPr/>
              <p:nvPr/>
            </p:nvSpPr>
            <p:spPr>
              <a:xfrm>
                <a:off x="3054755" y="4367024"/>
                <a:ext cx="12551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9"/>
              <p:cNvSpPr/>
              <p:nvPr/>
            </p:nvSpPr>
            <p:spPr>
              <a:xfrm>
                <a:off x="3130388" y="4367024"/>
                <a:ext cx="12510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98" name="Google Shape;398;p9"/>
            <p:cNvSpPr/>
            <p:nvPr/>
          </p:nvSpPr>
          <p:spPr>
            <a:xfrm rot="5400000">
              <a:off x="501466" y="-1277128"/>
              <a:ext cx="1031181" cy="275218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99" name="Google Shape;399;p9"/>
            <p:cNvGrpSpPr/>
            <p:nvPr/>
          </p:nvGrpSpPr>
          <p:grpSpPr>
            <a:xfrm>
              <a:off x="-175967" y="337269"/>
              <a:ext cx="480890" cy="481200"/>
              <a:chOff x="959750" y="3039275"/>
              <a:chExt cx="582050" cy="582425"/>
            </a:xfrm>
          </p:grpSpPr>
          <p:sp>
            <p:nvSpPr>
              <p:cNvPr id="400" name="Google Shape;400;p9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Google Shape;401;p9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Google Shape;402;p9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9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Google Shape;404;p9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405;p9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Google Shape;406;p9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07" name="Google Shape;407;p9"/>
          <p:cNvGrpSpPr/>
          <p:nvPr/>
        </p:nvGrpSpPr>
        <p:grpSpPr>
          <a:xfrm>
            <a:off x="6719910" y="4574713"/>
            <a:ext cx="3920501" cy="3213899"/>
            <a:chOff x="6643710" y="2822113"/>
            <a:chExt cx="3920501" cy="3213899"/>
          </a:xfrm>
        </p:grpSpPr>
        <p:sp>
          <p:nvSpPr>
            <p:cNvPr id="408" name="Google Shape;408;p9"/>
            <p:cNvSpPr/>
            <p:nvPr/>
          </p:nvSpPr>
          <p:spPr>
            <a:xfrm>
              <a:off x="8764950" y="2822113"/>
              <a:ext cx="480893" cy="475828"/>
            </a:xfrm>
            <a:custGeom>
              <a:avLst/>
              <a:gdLst/>
              <a:ahLst/>
              <a:cxnLst/>
              <a:rect l="l" t="t" r="r" b="b"/>
              <a:pathLst>
                <a:path w="36171" h="35790" extrusionOk="0">
                  <a:moveTo>
                    <a:pt x="34030" y="1"/>
                  </a:moveTo>
                  <a:cubicBezTo>
                    <a:pt x="33531" y="1"/>
                    <a:pt x="33032" y="191"/>
                    <a:pt x="32651" y="572"/>
                  </a:cubicBezTo>
                  <a:cubicBezTo>
                    <a:pt x="31890" y="1334"/>
                    <a:pt x="31890" y="2568"/>
                    <a:pt x="32651" y="3330"/>
                  </a:cubicBezTo>
                  <a:cubicBezTo>
                    <a:pt x="33032" y="3711"/>
                    <a:pt x="33531" y="3901"/>
                    <a:pt x="34030" y="3901"/>
                  </a:cubicBezTo>
                  <a:cubicBezTo>
                    <a:pt x="34529" y="3901"/>
                    <a:pt x="35028" y="3711"/>
                    <a:pt x="35409" y="3330"/>
                  </a:cubicBezTo>
                  <a:cubicBezTo>
                    <a:pt x="36171" y="2568"/>
                    <a:pt x="36171" y="1334"/>
                    <a:pt x="35409" y="572"/>
                  </a:cubicBezTo>
                  <a:cubicBezTo>
                    <a:pt x="35028" y="191"/>
                    <a:pt x="34529" y="1"/>
                    <a:pt x="34030" y="1"/>
                  </a:cubicBezTo>
                  <a:close/>
                  <a:moveTo>
                    <a:pt x="27662" y="6385"/>
                  </a:moveTo>
                  <a:cubicBezTo>
                    <a:pt x="27163" y="6385"/>
                    <a:pt x="26664" y="6575"/>
                    <a:pt x="26283" y="6956"/>
                  </a:cubicBezTo>
                  <a:cubicBezTo>
                    <a:pt x="25521" y="7718"/>
                    <a:pt x="25521" y="8952"/>
                    <a:pt x="26283" y="9714"/>
                  </a:cubicBezTo>
                  <a:cubicBezTo>
                    <a:pt x="26664" y="10095"/>
                    <a:pt x="27163" y="10285"/>
                    <a:pt x="27662" y="10285"/>
                  </a:cubicBezTo>
                  <a:cubicBezTo>
                    <a:pt x="28161" y="10285"/>
                    <a:pt x="28660" y="10095"/>
                    <a:pt x="29040" y="9714"/>
                  </a:cubicBezTo>
                  <a:cubicBezTo>
                    <a:pt x="29802" y="8952"/>
                    <a:pt x="29802" y="7718"/>
                    <a:pt x="29040" y="6956"/>
                  </a:cubicBezTo>
                  <a:cubicBezTo>
                    <a:pt x="28660" y="6575"/>
                    <a:pt x="28161" y="6385"/>
                    <a:pt x="27662" y="6385"/>
                  </a:cubicBezTo>
                  <a:close/>
                  <a:moveTo>
                    <a:pt x="21285" y="12753"/>
                  </a:moveTo>
                  <a:cubicBezTo>
                    <a:pt x="20783" y="12753"/>
                    <a:pt x="20280" y="12944"/>
                    <a:pt x="19899" y="13325"/>
                  </a:cubicBezTo>
                  <a:cubicBezTo>
                    <a:pt x="19137" y="14086"/>
                    <a:pt x="19137" y="15336"/>
                    <a:pt x="19899" y="16097"/>
                  </a:cubicBezTo>
                  <a:cubicBezTo>
                    <a:pt x="20280" y="16478"/>
                    <a:pt x="20783" y="16669"/>
                    <a:pt x="21285" y="16669"/>
                  </a:cubicBezTo>
                  <a:cubicBezTo>
                    <a:pt x="21788" y="16669"/>
                    <a:pt x="22291" y="16478"/>
                    <a:pt x="22672" y="16097"/>
                  </a:cubicBezTo>
                  <a:cubicBezTo>
                    <a:pt x="23434" y="15336"/>
                    <a:pt x="23434" y="14086"/>
                    <a:pt x="22672" y="13325"/>
                  </a:cubicBezTo>
                  <a:cubicBezTo>
                    <a:pt x="22291" y="12944"/>
                    <a:pt x="21788" y="12753"/>
                    <a:pt x="21285" y="12753"/>
                  </a:cubicBezTo>
                  <a:close/>
                  <a:moveTo>
                    <a:pt x="14917" y="19128"/>
                  </a:moveTo>
                  <a:cubicBezTo>
                    <a:pt x="14415" y="19128"/>
                    <a:pt x="13913" y="19318"/>
                    <a:pt x="13530" y="19693"/>
                  </a:cubicBezTo>
                  <a:cubicBezTo>
                    <a:pt x="12768" y="20455"/>
                    <a:pt x="12768" y="21689"/>
                    <a:pt x="13530" y="22451"/>
                  </a:cubicBezTo>
                  <a:cubicBezTo>
                    <a:pt x="13911" y="22832"/>
                    <a:pt x="14410" y="23022"/>
                    <a:pt x="14909" y="23022"/>
                  </a:cubicBezTo>
                  <a:cubicBezTo>
                    <a:pt x="15408" y="23022"/>
                    <a:pt x="15907" y="22832"/>
                    <a:pt x="16288" y="22451"/>
                  </a:cubicBezTo>
                  <a:cubicBezTo>
                    <a:pt x="17050" y="21689"/>
                    <a:pt x="17050" y="20455"/>
                    <a:pt x="16288" y="19693"/>
                  </a:cubicBezTo>
                  <a:cubicBezTo>
                    <a:pt x="15909" y="19314"/>
                    <a:pt x="15413" y="19128"/>
                    <a:pt x="14917" y="19128"/>
                  </a:cubicBezTo>
                  <a:close/>
                  <a:moveTo>
                    <a:pt x="8525" y="25506"/>
                  </a:moveTo>
                  <a:cubicBezTo>
                    <a:pt x="8026" y="25506"/>
                    <a:pt x="7527" y="25696"/>
                    <a:pt x="7146" y="26077"/>
                  </a:cubicBezTo>
                  <a:cubicBezTo>
                    <a:pt x="6385" y="26839"/>
                    <a:pt x="6385" y="28073"/>
                    <a:pt x="7146" y="28835"/>
                  </a:cubicBezTo>
                  <a:cubicBezTo>
                    <a:pt x="7527" y="29216"/>
                    <a:pt x="8026" y="29406"/>
                    <a:pt x="8525" y="29406"/>
                  </a:cubicBezTo>
                  <a:cubicBezTo>
                    <a:pt x="9024" y="29406"/>
                    <a:pt x="9523" y="29216"/>
                    <a:pt x="9904" y="28835"/>
                  </a:cubicBezTo>
                  <a:cubicBezTo>
                    <a:pt x="10666" y="28073"/>
                    <a:pt x="10666" y="26839"/>
                    <a:pt x="9904" y="26077"/>
                  </a:cubicBezTo>
                  <a:cubicBezTo>
                    <a:pt x="9523" y="25696"/>
                    <a:pt x="9024" y="25506"/>
                    <a:pt x="8525" y="25506"/>
                  </a:cubicBezTo>
                  <a:close/>
                  <a:moveTo>
                    <a:pt x="2141" y="31874"/>
                  </a:moveTo>
                  <a:cubicBezTo>
                    <a:pt x="1642" y="31874"/>
                    <a:pt x="1143" y="32065"/>
                    <a:pt x="763" y="32446"/>
                  </a:cubicBezTo>
                  <a:cubicBezTo>
                    <a:pt x="1" y="33207"/>
                    <a:pt x="1" y="34457"/>
                    <a:pt x="763" y="35219"/>
                  </a:cubicBezTo>
                  <a:cubicBezTo>
                    <a:pt x="1143" y="35599"/>
                    <a:pt x="1642" y="35790"/>
                    <a:pt x="2141" y="35790"/>
                  </a:cubicBezTo>
                  <a:cubicBezTo>
                    <a:pt x="2640" y="35790"/>
                    <a:pt x="3139" y="35599"/>
                    <a:pt x="3520" y="35219"/>
                  </a:cubicBezTo>
                  <a:cubicBezTo>
                    <a:pt x="4282" y="34457"/>
                    <a:pt x="4282" y="33207"/>
                    <a:pt x="3520" y="32446"/>
                  </a:cubicBezTo>
                  <a:cubicBezTo>
                    <a:pt x="3139" y="32065"/>
                    <a:pt x="2640" y="31874"/>
                    <a:pt x="2141" y="31874"/>
                  </a:cubicBezTo>
                  <a:close/>
                </a:path>
              </a:pathLst>
            </a:custGeom>
            <a:gradFill>
              <a:gsLst>
                <a:gs pos="0">
                  <a:schemeClr val="lt2">
                    <a:alpha val="46820"/>
                  </a:schemeClr>
                </a:gs>
                <a:gs pos="78000">
                  <a:schemeClr val="lt1">
                    <a:alpha val="46820"/>
                  </a:schemeClr>
                </a:gs>
                <a:gs pos="100000">
                  <a:schemeClr val="lt1">
                    <a:alpha val="46820"/>
                  </a:scheme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409" name="Google Shape;409;p9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6643710" y="3043787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410" name="Google Shape;410;p9"/>
            <p:cNvGrpSpPr/>
            <p:nvPr/>
          </p:nvGrpSpPr>
          <p:grpSpPr>
            <a:xfrm>
              <a:off x="8671987" y="3471620"/>
              <a:ext cx="699928" cy="1651024"/>
              <a:chOff x="8337812" y="3492483"/>
              <a:chExt cx="699928" cy="1651024"/>
            </a:xfrm>
          </p:grpSpPr>
          <p:sp>
            <p:nvSpPr>
              <p:cNvPr id="411" name="Google Shape;411;p9"/>
              <p:cNvSpPr/>
              <p:nvPr/>
            </p:nvSpPr>
            <p:spPr>
              <a:xfrm>
                <a:off x="8337812" y="3492483"/>
                <a:ext cx="483116" cy="1013645"/>
              </a:xfrm>
              <a:custGeom>
                <a:avLst/>
                <a:gdLst/>
                <a:ahLst/>
                <a:cxnLst/>
                <a:rect l="l" t="t" r="r" b="b"/>
                <a:pathLst>
                  <a:path w="11779" h="24714" extrusionOk="0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9"/>
              <p:cNvSpPr/>
              <p:nvPr/>
            </p:nvSpPr>
            <p:spPr>
              <a:xfrm>
                <a:off x="8790871" y="3823684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9"/>
              <p:cNvSpPr/>
              <p:nvPr/>
            </p:nvSpPr>
            <p:spPr>
              <a:xfrm>
                <a:off x="8698380" y="3916789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14" name="Google Shape;414;p9"/>
            <p:cNvGrpSpPr/>
            <p:nvPr/>
          </p:nvGrpSpPr>
          <p:grpSpPr>
            <a:xfrm>
              <a:off x="8279400" y="4281138"/>
              <a:ext cx="904666" cy="726121"/>
              <a:chOff x="7945225" y="4302000"/>
              <a:chExt cx="904666" cy="726121"/>
            </a:xfrm>
          </p:grpSpPr>
          <p:sp>
            <p:nvSpPr>
              <p:cNvPr id="415" name="Google Shape;415;p9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9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9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18" name="Google Shape;418;p9"/>
            <p:cNvSpPr/>
            <p:nvPr/>
          </p:nvSpPr>
          <p:spPr>
            <a:xfrm rot="10800000">
              <a:off x="7869624" y="2920269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9"/>
            <p:cNvSpPr/>
            <p:nvPr/>
          </p:nvSpPr>
          <p:spPr>
            <a:xfrm rot="10800000">
              <a:off x="8028970" y="2920884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" name="Google Shape;420;p9"/>
          <p:cNvGrpSpPr/>
          <p:nvPr/>
        </p:nvGrpSpPr>
        <p:grpSpPr>
          <a:xfrm>
            <a:off x="-1953175" y="6378851"/>
            <a:ext cx="4558967" cy="134100"/>
            <a:chOff x="796100" y="3019701"/>
            <a:chExt cx="4558967" cy="134100"/>
          </a:xfrm>
        </p:grpSpPr>
        <p:sp>
          <p:nvSpPr>
            <p:cNvPr id="421" name="Google Shape;421;p9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22" name="Google Shape;422;p9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23" name="Google Shape;423;p9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671904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39350" y="713100"/>
            <a:ext cx="80652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21525" y="1536625"/>
            <a:ext cx="8065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4" r:id="rId5"/>
    <p:sldLayoutId id="2147483658" r:id="rId6"/>
    <p:sldLayoutId id="2147483661" r:id="rId7"/>
    <p:sldLayoutId id="2147483665" r:id="rId8"/>
    <p:sldLayoutId id="2147483666" r:id="rId9"/>
    <p:sldLayoutId id="2147483673" r:id="rId10"/>
    <p:sldLayoutId id="2147483676" r:id="rId11"/>
    <p:sldLayoutId id="2147483677" r:id="rId12"/>
    <p:sldLayoutId id="2147483681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34"/>
          <p:cNvSpPr txBox="1">
            <a:spLocks noGrp="1"/>
          </p:cNvSpPr>
          <p:nvPr>
            <p:ph type="subTitle" idx="1"/>
          </p:nvPr>
        </p:nvSpPr>
        <p:spPr>
          <a:xfrm>
            <a:off x="529599" y="4511062"/>
            <a:ext cx="7827132" cy="7179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sz="2800" dirty="0" smtClean="0">
                <a:latin typeface="+mn-lt"/>
              </a:rPr>
              <a:t>Разработка архитектуры</a:t>
            </a:r>
            <a:endParaRPr sz="2800" dirty="0">
              <a:latin typeface="+mn-lt"/>
            </a:endParaRPr>
          </a:p>
        </p:txBody>
      </p:sp>
      <p:sp>
        <p:nvSpPr>
          <p:cNvPr id="1421" name="Google Shape;1421;p34"/>
          <p:cNvSpPr txBox="1">
            <a:spLocks noGrp="1"/>
          </p:cNvSpPr>
          <p:nvPr>
            <p:ph type="ctrTitle"/>
          </p:nvPr>
        </p:nvSpPr>
        <p:spPr>
          <a:xfrm>
            <a:off x="596392" y="3096875"/>
            <a:ext cx="8120888" cy="109205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dirty="0" smtClean="0">
                <a:solidFill>
                  <a:schemeClr val="dk1"/>
                </a:solidFill>
              </a:rPr>
              <a:t>Итоги </a:t>
            </a:r>
            <a:r>
              <a:rPr lang="ru-RU" dirty="0" smtClean="0"/>
              <a:t>1-12 спринтов</a:t>
            </a:r>
            <a:endParaRPr dirty="0">
              <a:solidFill>
                <a:schemeClr val="dk1"/>
              </a:solidFill>
            </a:endParaRPr>
          </a:p>
        </p:txBody>
      </p:sp>
      <p:grpSp>
        <p:nvGrpSpPr>
          <p:cNvPr id="1422" name="Google Shape;1422;p34"/>
          <p:cNvGrpSpPr/>
          <p:nvPr/>
        </p:nvGrpSpPr>
        <p:grpSpPr>
          <a:xfrm>
            <a:off x="529600" y="4287315"/>
            <a:ext cx="3936683" cy="134070"/>
            <a:chOff x="1096850" y="3242811"/>
            <a:chExt cx="3936683" cy="134070"/>
          </a:xfrm>
        </p:grpSpPr>
        <p:cxnSp>
          <p:nvCxnSpPr>
            <p:cNvPr id="1423" name="Google Shape;1423;p34"/>
            <p:cNvCxnSpPr/>
            <p:nvPr/>
          </p:nvCxnSpPr>
          <p:spPr>
            <a:xfrm>
              <a:off x="1096850" y="3309850"/>
              <a:ext cx="38406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24" name="Google Shape;1424;p34"/>
            <p:cNvGrpSpPr/>
            <p:nvPr/>
          </p:nvGrpSpPr>
          <p:grpSpPr>
            <a:xfrm>
              <a:off x="4899464" y="3242811"/>
              <a:ext cx="134070" cy="134070"/>
              <a:chOff x="8382514" y="1084976"/>
              <a:chExt cx="265800" cy="265800"/>
            </a:xfrm>
          </p:grpSpPr>
          <p:sp>
            <p:nvSpPr>
              <p:cNvPr id="1425" name="Google Shape;1425;p34"/>
              <p:cNvSpPr/>
              <p:nvPr/>
            </p:nvSpPr>
            <p:spPr>
              <a:xfrm>
                <a:off x="8442213" y="1144734"/>
                <a:ext cx="146400" cy="1464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Google Shape;1426;p34"/>
              <p:cNvSpPr/>
              <p:nvPr/>
            </p:nvSpPr>
            <p:spPr>
              <a:xfrm>
                <a:off x="8382514" y="1084976"/>
                <a:ext cx="265800" cy="2658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27" name="Google Shape;1427;p34"/>
          <p:cNvGrpSpPr/>
          <p:nvPr/>
        </p:nvGrpSpPr>
        <p:grpSpPr>
          <a:xfrm>
            <a:off x="8017401" y="0"/>
            <a:ext cx="134100" cy="1891393"/>
            <a:chOff x="8017401" y="-313900"/>
            <a:chExt cx="134100" cy="1891393"/>
          </a:xfrm>
        </p:grpSpPr>
        <p:sp>
          <p:nvSpPr>
            <p:cNvPr id="1428" name="Google Shape;1428;p34"/>
            <p:cNvSpPr/>
            <p:nvPr/>
          </p:nvSpPr>
          <p:spPr>
            <a:xfrm rot="5400000">
              <a:off x="8017401" y="1443393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429" name="Google Shape;1429;p34"/>
            <p:cNvCxnSpPr/>
            <p:nvPr/>
          </p:nvCxnSpPr>
          <p:spPr>
            <a:xfrm>
              <a:off x="8084450" y="-313900"/>
              <a:ext cx="0" cy="1795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30" name="Google Shape;1430;p34"/>
            <p:cNvSpPr/>
            <p:nvPr/>
          </p:nvSpPr>
          <p:spPr>
            <a:xfrm rot="5400000">
              <a:off x="8047559" y="1473505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1" name="Google Shape;1431;p34"/>
          <p:cNvGrpSpPr/>
          <p:nvPr/>
        </p:nvGrpSpPr>
        <p:grpSpPr>
          <a:xfrm>
            <a:off x="6309526" y="1586400"/>
            <a:ext cx="3504715" cy="5119205"/>
            <a:chOff x="6309526" y="836950"/>
            <a:chExt cx="3504715" cy="5119205"/>
          </a:xfrm>
        </p:grpSpPr>
        <p:sp>
          <p:nvSpPr>
            <p:cNvPr id="1432" name="Google Shape;1432;p34"/>
            <p:cNvSpPr/>
            <p:nvPr/>
          </p:nvSpPr>
          <p:spPr>
            <a:xfrm>
              <a:off x="6309526" y="836950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33" name="Google Shape;1433;p34"/>
            <p:cNvGrpSpPr/>
            <p:nvPr/>
          </p:nvGrpSpPr>
          <p:grpSpPr>
            <a:xfrm>
              <a:off x="7728436" y="3524084"/>
              <a:ext cx="134004" cy="134004"/>
              <a:chOff x="8356813" y="1074288"/>
              <a:chExt cx="351900" cy="351900"/>
            </a:xfrm>
          </p:grpSpPr>
          <p:sp>
            <p:nvSpPr>
              <p:cNvPr id="1434" name="Google Shape;1434;p34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Google Shape;1435;p34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36" name="Google Shape;1436;p34"/>
            <p:cNvGrpSpPr/>
            <p:nvPr/>
          </p:nvGrpSpPr>
          <p:grpSpPr>
            <a:xfrm>
              <a:off x="7344361" y="3150259"/>
              <a:ext cx="134004" cy="134004"/>
              <a:chOff x="8356813" y="1074288"/>
              <a:chExt cx="351900" cy="351900"/>
            </a:xfrm>
          </p:grpSpPr>
          <p:sp>
            <p:nvSpPr>
              <p:cNvPr id="1437" name="Google Shape;1437;p34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Google Shape;1438;p34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39" name="Google Shape;1439;p34"/>
            <p:cNvGrpSpPr/>
            <p:nvPr/>
          </p:nvGrpSpPr>
          <p:grpSpPr>
            <a:xfrm>
              <a:off x="8337811" y="2464059"/>
              <a:ext cx="134004" cy="134004"/>
              <a:chOff x="8356813" y="1074288"/>
              <a:chExt cx="351900" cy="351900"/>
            </a:xfrm>
          </p:grpSpPr>
          <p:sp>
            <p:nvSpPr>
              <p:cNvPr id="1440" name="Google Shape;1440;p34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Google Shape;1441;p34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42" name="Google Shape;1442;p34"/>
            <p:cNvSpPr/>
            <p:nvPr/>
          </p:nvSpPr>
          <p:spPr>
            <a:xfrm rot="5400000">
              <a:off x="7687039" y="1023058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2" name="Google Shape;13663;p81"/>
          <p:cNvSpPr>
            <a:spLocks noChangeAspect="1"/>
          </p:cNvSpPr>
          <p:nvPr/>
        </p:nvSpPr>
        <p:spPr>
          <a:xfrm>
            <a:off x="4857735" y="4461087"/>
            <a:ext cx="691361" cy="692108"/>
          </a:xfrm>
          <a:custGeom>
            <a:avLst/>
            <a:gdLst/>
            <a:ahLst/>
            <a:cxnLst/>
            <a:rect l="l" t="t" r="r" b="b"/>
            <a:pathLst>
              <a:path w="10193" h="10204" extrusionOk="0">
                <a:moveTo>
                  <a:pt x="5096" y="286"/>
                </a:moveTo>
                <a:lnTo>
                  <a:pt x="8668" y="2369"/>
                </a:lnTo>
                <a:lnTo>
                  <a:pt x="8061" y="2369"/>
                </a:lnTo>
                <a:lnTo>
                  <a:pt x="5215" y="726"/>
                </a:lnTo>
                <a:cubicBezTo>
                  <a:pt x="5180" y="703"/>
                  <a:pt x="5138" y="691"/>
                  <a:pt x="5096" y="691"/>
                </a:cubicBezTo>
                <a:cubicBezTo>
                  <a:pt x="5054" y="691"/>
                  <a:pt x="5013" y="703"/>
                  <a:pt x="4977" y="726"/>
                </a:cubicBezTo>
                <a:lnTo>
                  <a:pt x="4215" y="1155"/>
                </a:lnTo>
                <a:cubicBezTo>
                  <a:pt x="4144" y="1191"/>
                  <a:pt x="4132" y="1286"/>
                  <a:pt x="4156" y="1357"/>
                </a:cubicBezTo>
                <a:cubicBezTo>
                  <a:pt x="4188" y="1407"/>
                  <a:pt x="4238" y="1433"/>
                  <a:pt x="4294" y="1433"/>
                </a:cubicBezTo>
                <a:cubicBezTo>
                  <a:pt x="4318" y="1433"/>
                  <a:pt x="4344" y="1428"/>
                  <a:pt x="4370" y="1417"/>
                </a:cubicBezTo>
                <a:lnTo>
                  <a:pt x="5096" y="1000"/>
                </a:lnTo>
                <a:lnTo>
                  <a:pt x="7466" y="2381"/>
                </a:lnTo>
                <a:lnTo>
                  <a:pt x="2715" y="2381"/>
                </a:lnTo>
                <a:lnTo>
                  <a:pt x="3775" y="1774"/>
                </a:lnTo>
                <a:cubicBezTo>
                  <a:pt x="3846" y="1727"/>
                  <a:pt x="3858" y="1643"/>
                  <a:pt x="3834" y="1572"/>
                </a:cubicBezTo>
                <a:cubicBezTo>
                  <a:pt x="3803" y="1517"/>
                  <a:pt x="3751" y="1493"/>
                  <a:pt x="3699" y="1493"/>
                </a:cubicBezTo>
                <a:cubicBezTo>
                  <a:pt x="3672" y="1493"/>
                  <a:pt x="3644" y="1500"/>
                  <a:pt x="3620" y="1512"/>
                </a:cubicBezTo>
                <a:lnTo>
                  <a:pt x="2132" y="2369"/>
                </a:lnTo>
                <a:lnTo>
                  <a:pt x="1524" y="2369"/>
                </a:lnTo>
                <a:lnTo>
                  <a:pt x="5096" y="286"/>
                </a:lnTo>
                <a:close/>
                <a:moveTo>
                  <a:pt x="9156" y="2667"/>
                </a:moveTo>
                <a:lnTo>
                  <a:pt x="9156" y="3382"/>
                </a:lnTo>
                <a:lnTo>
                  <a:pt x="1000" y="3382"/>
                </a:lnTo>
                <a:lnTo>
                  <a:pt x="1000" y="2667"/>
                </a:lnTo>
                <a:close/>
                <a:moveTo>
                  <a:pt x="5894" y="3679"/>
                </a:moveTo>
                <a:cubicBezTo>
                  <a:pt x="5918" y="3679"/>
                  <a:pt x="5953" y="3703"/>
                  <a:pt x="5989" y="3727"/>
                </a:cubicBezTo>
                <a:cubicBezTo>
                  <a:pt x="6013" y="3763"/>
                  <a:pt x="6025" y="3798"/>
                  <a:pt x="6025" y="3834"/>
                </a:cubicBezTo>
                <a:cubicBezTo>
                  <a:pt x="6025" y="3905"/>
                  <a:pt x="5953" y="3965"/>
                  <a:pt x="5882" y="3965"/>
                </a:cubicBezTo>
                <a:cubicBezTo>
                  <a:pt x="5834" y="3965"/>
                  <a:pt x="5811" y="3953"/>
                  <a:pt x="5775" y="3917"/>
                </a:cubicBezTo>
                <a:cubicBezTo>
                  <a:pt x="5738" y="3880"/>
                  <a:pt x="5696" y="3861"/>
                  <a:pt x="5652" y="3861"/>
                </a:cubicBezTo>
                <a:cubicBezTo>
                  <a:pt x="5626" y="3861"/>
                  <a:pt x="5599" y="3868"/>
                  <a:pt x="5572" y="3882"/>
                </a:cubicBezTo>
                <a:cubicBezTo>
                  <a:pt x="5489" y="3905"/>
                  <a:pt x="5453" y="3977"/>
                  <a:pt x="5453" y="4060"/>
                </a:cubicBezTo>
                <a:lnTo>
                  <a:pt x="5453" y="8192"/>
                </a:lnTo>
                <a:lnTo>
                  <a:pt x="4870" y="8192"/>
                </a:lnTo>
                <a:lnTo>
                  <a:pt x="4870" y="4060"/>
                </a:lnTo>
                <a:cubicBezTo>
                  <a:pt x="4870" y="3977"/>
                  <a:pt x="4822" y="3905"/>
                  <a:pt x="4751" y="3882"/>
                </a:cubicBezTo>
                <a:cubicBezTo>
                  <a:pt x="4724" y="3868"/>
                  <a:pt x="4694" y="3861"/>
                  <a:pt x="4664" y="3861"/>
                </a:cubicBezTo>
                <a:cubicBezTo>
                  <a:pt x="4615" y="3861"/>
                  <a:pt x="4566" y="3880"/>
                  <a:pt x="4537" y="3917"/>
                </a:cubicBezTo>
                <a:cubicBezTo>
                  <a:pt x="4513" y="3953"/>
                  <a:pt x="4477" y="3965"/>
                  <a:pt x="4441" y="3965"/>
                </a:cubicBezTo>
                <a:cubicBezTo>
                  <a:pt x="4394" y="3965"/>
                  <a:pt x="4358" y="3953"/>
                  <a:pt x="4334" y="3917"/>
                </a:cubicBezTo>
                <a:cubicBezTo>
                  <a:pt x="4298" y="3893"/>
                  <a:pt x="4287" y="3846"/>
                  <a:pt x="4287" y="3822"/>
                </a:cubicBezTo>
                <a:cubicBezTo>
                  <a:pt x="4287" y="3739"/>
                  <a:pt x="4358" y="3679"/>
                  <a:pt x="4441" y="3679"/>
                </a:cubicBezTo>
                <a:close/>
                <a:moveTo>
                  <a:pt x="2798" y="3703"/>
                </a:moveTo>
                <a:cubicBezTo>
                  <a:pt x="2846" y="3703"/>
                  <a:pt x="2870" y="3715"/>
                  <a:pt x="2905" y="3739"/>
                </a:cubicBezTo>
                <a:cubicBezTo>
                  <a:pt x="2941" y="3774"/>
                  <a:pt x="2953" y="3810"/>
                  <a:pt x="2953" y="3846"/>
                </a:cubicBezTo>
                <a:cubicBezTo>
                  <a:pt x="2953" y="3917"/>
                  <a:pt x="2870" y="3977"/>
                  <a:pt x="2798" y="3977"/>
                </a:cubicBezTo>
                <a:cubicBezTo>
                  <a:pt x="2751" y="3977"/>
                  <a:pt x="2727" y="3965"/>
                  <a:pt x="2691" y="3941"/>
                </a:cubicBezTo>
                <a:cubicBezTo>
                  <a:pt x="2651" y="3901"/>
                  <a:pt x="2605" y="3877"/>
                  <a:pt x="2557" y="3877"/>
                </a:cubicBezTo>
                <a:cubicBezTo>
                  <a:pt x="2534" y="3877"/>
                  <a:pt x="2512" y="3882"/>
                  <a:pt x="2489" y="3893"/>
                </a:cubicBezTo>
                <a:cubicBezTo>
                  <a:pt x="2417" y="3917"/>
                  <a:pt x="2370" y="4001"/>
                  <a:pt x="2370" y="4072"/>
                </a:cubicBezTo>
                <a:lnTo>
                  <a:pt x="2370" y="8204"/>
                </a:lnTo>
                <a:lnTo>
                  <a:pt x="1786" y="8204"/>
                </a:lnTo>
                <a:lnTo>
                  <a:pt x="1786" y="4072"/>
                </a:lnTo>
                <a:cubicBezTo>
                  <a:pt x="1786" y="4001"/>
                  <a:pt x="1739" y="3917"/>
                  <a:pt x="1667" y="3893"/>
                </a:cubicBezTo>
                <a:cubicBezTo>
                  <a:pt x="1644" y="3882"/>
                  <a:pt x="1620" y="3877"/>
                  <a:pt x="1596" y="3877"/>
                </a:cubicBezTo>
                <a:cubicBezTo>
                  <a:pt x="1545" y="3877"/>
                  <a:pt x="1493" y="3901"/>
                  <a:pt x="1453" y="3941"/>
                </a:cubicBezTo>
                <a:cubicBezTo>
                  <a:pt x="1417" y="3965"/>
                  <a:pt x="1381" y="3977"/>
                  <a:pt x="1346" y="3977"/>
                </a:cubicBezTo>
                <a:cubicBezTo>
                  <a:pt x="1298" y="3977"/>
                  <a:pt x="1262" y="3965"/>
                  <a:pt x="1239" y="3941"/>
                </a:cubicBezTo>
                <a:cubicBezTo>
                  <a:pt x="1203" y="3905"/>
                  <a:pt x="1191" y="3858"/>
                  <a:pt x="1191" y="3834"/>
                </a:cubicBezTo>
                <a:cubicBezTo>
                  <a:pt x="1191" y="3763"/>
                  <a:pt x="1262" y="3703"/>
                  <a:pt x="1346" y="3703"/>
                </a:cubicBezTo>
                <a:close/>
                <a:moveTo>
                  <a:pt x="2501" y="8501"/>
                </a:moveTo>
                <a:lnTo>
                  <a:pt x="2501" y="8668"/>
                </a:lnTo>
                <a:lnTo>
                  <a:pt x="1655" y="8668"/>
                </a:lnTo>
                <a:lnTo>
                  <a:pt x="1655" y="8501"/>
                </a:lnTo>
                <a:close/>
                <a:moveTo>
                  <a:pt x="3965" y="3703"/>
                </a:moveTo>
                <a:cubicBezTo>
                  <a:pt x="3953" y="3739"/>
                  <a:pt x="3953" y="3774"/>
                  <a:pt x="3929" y="3822"/>
                </a:cubicBezTo>
                <a:cubicBezTo>
                  <a:pt x="3929" y="3941"/>
                  <a:pt x="3977" y="4060"/>
                  <a:pt x="4048" y="4144"/>
                </a:cubicBezTo>
                <a:cubicBezTo>
                  <a:pt x="4144" y="4239"/>
                  <a:pt x="4239" y="4274"/>
                  <a:pt x="4382" y="4274"/>
                </a:cubicBezTo>
                <a:cubicBezTo>
                  <a:pt x="4429" y="4274"/>
                  <a:pt x="4489" y="4263"/>
                  <a:pt x="4525" y="4251"/>
                </a:cubicBezTo>
                <a:lnTo>
                  <a:pt x="4525" y="8239"/>
                </a:lnTo>
                <a:cubicBezTo>
                  <a:pt x="4453" y="8275"/>
                  <a:pt x="4394" y="8370"/>
                  <a:pt x="4394" y="8465"/>
                </a:cubicBezTo>
                <a:lnTo>
                  <a:pt x="4394" y="8668"/>
                </a:lnTo>
                <a:lnTo>
                  <a:pt x="2786" y="8668"/>
                </a:lnTo>
                <a:lnTo>
                  <a:pt x="2786" y="8465"/>
                </a:lnTo>
                <a:cubicBezTo>
                  <a:pt x="2798" y="8370"/>
                  <a:pt x="2751" y="8287"/>
                  <a:pt x="2667" y="8239"/>
                </a:cubicBezTo>
                <a:lnTo>
                  <a:pt x="2667" y="4251"/>
                </a:lnTo>
                <a:cubicBezTo>
                  <a:pt x="2715" y="4263"/>
                  <a:pt x="2774" y="4274"/>
                  <a:pt x="2822" y="4274"/>
                </a:cubicBezTo>
                <a:cubicBezTo>
                  <a:pt x="3048" y="4274"/>
                  <a:pt x="3251" y="4084"/>
                  <a:pt x="3251" y="3858"/>
                </a:cubicBezTo>
                <a:cubicBezTo>
                  <a:pt x="3251" y="3798"/>
                  <a:pt x="3251" y="3739"/>
                  <a:pt x="3215" y="3703"/>
                </a:cubicBezTo>
                <a:close/>
                <a:moveTo>
                  <a:pt x="5572" y="8501"/>
                </a:moveTo>
                <a:lnTo>
                  <a:pt x="5572" y="8668"/>
                </a:lnTo>
                <a:lnTo>
                  <a:pt x="4727" y="8668"/>
                </a:lnTo>
                <a:lnTo>
                  <a:pt x="4727" y="8501"/>
                </a:lnTo>
                <a:close/>
                <a:moveTo>
                  <a:pt x="8620" y="8501"/>
                </a:moveTo>
                <a:lnTo>
                  <a:pt x="8620" y="8668"/>
                </a:lnTo>
                <a:lnTo>
                  <a:pt x="7775" y="8668"/>
                </a:lnTo>
                <a:lnTo>
                  <a:pt x="7775" y="8501"/>
                </a:lnTo>
                <a:close/>
                <a:moveTo>
                  <a:pt x="8930" y="3703"/>
                </a:moveTo>
                <a:cubicBezTo>
                  <a:pt x="8978" y="3703"/>
                  <a:pt x="9001" y="3715"/>
                  <a:pt x="9037" y="3739"/>
                </a:cubicBezTo>
                <a:cubicBezTo>
                  <a:pt x="9061" y="3774"/>
                  <a:pt x="9085" y="3822"/>
                  <a:pt x="9085" y="3846"/>
                </a:cubicBezTo>
                <a:cubicBezTo>
                  <a:pt x="9073" y="3917"/>
                  <a:pt x="9001" y="3977"/>
                  <a:pt x="8930" y="3977"/>
                </a:cubicBezTo>
                <a:cubicBezTo>
                  <a:pt x="8894" y="3977"/>
                  <a:pt x="8859" y="3965"/>
                  <a:pt x="8823" y="3941"/>
                </a:cubicBezTo>
                <a:cubicBezTo>
                  <a:pt x="8782" y="3901"/>
                  <a:pt x="8736" y="3877"/>
                  <a:pt x="8689" y="3877"/>
                </a:cubicBezTo>
                <a:cubicBezTo>
                  <a:pt x="8666" y="3877"/>
                  <a:pt x="8643" y="3882"/>
                  <a:pt x="8620" y="3893"/>
                </a:cubicBezTo>
                <a:cubicBezTo>
                  <a:pt x="8549" y="3917"/>
                  <a:pt x="8501" y="4001"/>
                  <a:pt x="8501" y="4072"/>
                </a:cubicBezTo>
                <a:lnTo>
                  <a:pt x="8501" y="8204"/>
                </a:lnTo>
                <a:lnTo>
                  <a:pt x="7918" y="8204"/>
                </a:lnTo>
                <a:lnTo>
                  <a:pt x="7918" y="6715"/>
                </a:lnTo>
                <a:cubicBezTo>
                  <a:pt x="7918" y="6632"/>
                  <a:pt x="7858" y="6572"/>
                  <a:pt x="7775" y="6572"/>
                </a:cubicBezTo>
                <a:cubicBezTo>
                  <a:pt x="7680" y="6572"/>
                  <a:pt x="7620" y="6632"/>
                  <a:pt x="7620" y="6715"/>
                </a:cubicBezTo>
                <a:lnTo>
                  <a:pt x="7620" y="8251"/>
                </a:lnTo>
                <a:cubicBezTo>
                  <a:pt x="7549" y="8299"/>
                  <a:pt x="7489" y="8382"/>
                  <a:pt x="7489" y="8477"/>
                </a:cubicBezTo>
                <a:lnTo>
                  <a:pt x="7489" y="8680"/>
                </a:lnTo>
                <a:lnTo>
                  <a:pt x="5882" y="8680"/>
                </a:lnTo>
                <a:lnTo>
                  <a:pt x="5882" y="8477"/>
                </a:lnTo>
                <a:cubicBezTo>
                  <a:pt x="5882" y="8370"/>
                  <a:pt x="5822" y="8299"/>
                  <a:pt x="5751" y="8251"/>
                </a:cubicBezTo>
                <a:lnTo>
                  <a:pt x="5751" y="4263"/>
                </a:lnTo>
                <a:cubicBezTo>
                  <a:pt x="5787" y="4274"/>
                  <a:pt x="5846" y="4298"/>
                  <a:pt x="5894" y="4298"/>
                </a:cubicBezTo>
                <a:cubicBezTo>
                  <a:pt x="6132" y="4298"/>
                  <a:pt x="6323" y="4096"/>
                  <a:pt x="6323" y="3882"/>
                </a:cubicBezTo>
                <a:cubicBezTo>
                  <a:pt x="6323" y="3822"/>
                  <a:pt x="6323" y="3763"/>
                  <a:pt x="6299" y="3715"/>
                </a:cubicBezTo>
                <a:lnTo>
                  <a:pt x="7037" y="3715"/>
                </a:lnTo>
                <a:cubicBezTo>
                  <a:pt x="7025" y="3763"/>
                  <a:pt x="7025" y="3786"/>
                  <a:pt x="7013" y="3834"/>
                </a:cubicBezTo>
                <a:cubicBezTo>
                  <a:pt x="7013" y="3953"/>
                  <a:pt x="7061" y="4072"/>
                  <a:pt x="7132" y="4155"/>
                </a:cubicBezTo>
                <a:cubicBezTo>
                  <a:pt x="7215" y="4251"/>
                  <a:pt x="7323" y="4298"/>
                  <a:pt x="7454" y="4298"/>
                </a:cubicBezTo>
                <a:cubicBezTo>
                  <a:pt x="7501" y="4298"/>
                  <a:pt x="7561" y="4274"/>
                  <a:pt x="7608" y="4263"/>
                </a:cubicBezTo>
                <a:lnTo>
                  <a:pt x="7608" y="5989"/>
                </a:lnTo>
                <a:cubicBezTo>
                  <a:pt x="7608" y="6084"/>
                  <a:pt x="7668" y="6144"/>
                  <a:pt x="7751" y="6144"/>
                </a:cubicBezTo>
                <a:cubicBezTo>
                  <a:pt x="7847" y="6144"/>
                  <a:pt x="7906" y="6084"/>
                  <a:pt x="7906" y="5989"/>
                </a:cubicBezTo>
                <a:lnTo>
                  <a:pt x="7906" y="4072"/>
                </a:lnTo>
                <a:cubicBezTo>
                  <a:pt x="7906" y="4001"/>
                  <a:pt x="7858" y="3917"/>
                  <a:pt x="7787" y="3893"/>
                </a:cubicBezTo>
                <a:cubicBezTo>
                  <a:pt x="7764" y="3882"/>
                  <a:pt x="7739" y="3877"/>
                  <a:pt x="7713" y="3877"/>
                </a:cubicBezTo>
                <a:cubicBezTo>
                  <a:pt x="7659" y="3877"/>
                  <a:pt x="7605" y="3901"/>
                  <a:pt x="7573" y="3941"/>
                </a:cubicBezTo>
                <a:cubicBezTo>
                  <a:pt x="7549" y="3965"/>
                  <a:pt x="7513" y="3977"/>
                  <a:pt x="7477" y="3977"/>
                </a:cubicBezTo>
                <a:cubicBezTo>
                  <a:pt x="7430" y="3977"/>
                  <a:pt x="7394" y="3965"/>
                  <a:pt x="7370" y="3941"/>
                </a:cubicBezTo>
                <a:cubicBezTo>
                  <a:pt x="7335" y="3905"/>
                  <a:pt x="7323" y="3858"/>
                  <a:pt x="7323" y="3834"/>
                </a:cubicBezTo>
                <a:cubicBezTo>
                  <a:pt x="7323" y="3763"/>
                  <a:pt x="7394" y="3703"/>
                  <a:pt x="7477" y="3703"/>
                </a:cubicBezTo>
                <a:close/>
                <a:moveTo>
                  <a:pt x="8990" y="8954"/>
                </a:moveTo>
                <a:cubicBezTo>
                  <a:pt x="9073" y="8954"/>
                  <a:pt x="9132" y="9013"/>
                  <a:pt x="9132" y="9085"/>
                </a:cubicBezTo>
                <a:lnTo>
                  <a:pt x="9132" y="9263"/>
                </a:lnTo>
                <a:lnTo>
                  <a:pt x="4263" y="9263"/>
                </a:lnTo>
                <a:cubicBezTo>
                  <a:pt x="4167" y="9263"/>
                  <a:pt x="4108" y="9323"/>
                  <a:pt x="4108" y="9418"/>
                </a:cubicBezTo>
                <a:cubicBezTo>
                  <a:pt x="4108" y="9501"/>
                  <a:pt x="4167" y="9561"/>
                  <a:pt x="4263" y="9561"/>
                </a:cubicBezTo>
                <a:lnTo>
                  <a:pt x="9311" y="9561"/>
                </a:lnTo>
                <a:cubicBezTo>
                  <a:pt x="9382" y="9561"/>
                  <a:pt x="9454" y="9620"/>
                  <a:pt x="9454" y="9716"/>
                </a:cubicBezTo>
                <a:lnTo>
                  <a:pt x="9454" y="9870"/>
                </a:lnTo>
                <a:lnTo>
                  <a:pt x="738" y="9870"/>
                </a:lnTo>
                <a:lnTo>
                  <a:pt x="738" y="9716"/>
                </a:lnTo>
                <a:cubicBezTo>
                  <a:pt x="738" y="9632"/>
                  <a:pt x="798" y="9561"/>
                  <a:pt x="881" y="9561"/>
                </a:cubicBezTo>
                <a:lnTo>
                  <a:pt x="3513" y="9561"/>
                </a:lnTo>
                <a:cubicBezTo>
                  <a:pt x="3608" y="9561"/>
                  <a:pt x="3667" y="9501"/>
                  <a:pt x="3667" y="9418"/>
                </a:cubicBezTo>
                <a:cubicBezTo>
                  <a:pt x="3667" y="9323"/>
                  <a:pt x="3608" y="9263"/>
                  <a:pt x="3513" y="9263"/>
                </a:cubicBezTo>
                <a:lnTo>
                  <a:pt x="1048" y="9263"/>
                </a:lnTo>
                <a:lnTo>
                  <a:pt x="1048" y="9085"/>
                </a:lnTo>
                <a:cubicBezTo>
                  <a:pt x="1048" y="9013"/>
                  <a:pt x="1108" y="8954"/>
                  <a:pt x="1179" y="8954"/>
                </a:cubicBezTo>
                <a:close/>
                <a:moveTo>
                  <a:pt x="5096" y="0"/>
                </a:moveTo>
                <a:cubicBezTo>
                  <a:pt x="5052" y="0"/>
                  <a:pt x="5007" y="12"/>
                  <a:pt x="4965" y="36"/>
                </a:cubicBezTo>
                <a:lnTo>
                  <a:pt x="858" y="2429"/>
                </a:lnTo>
                <a:cubicBezTo>
                  <a:pt x="834" y="2453"/>
                  <a:pt x="822" y="2453"/>
                  <a:pt x="822" y="2465"/>
                </a:cubicBezTo>
                <a:cubicBezTo>
                  <a:pt x="762" y="2524"/>
                  <a:pt x="715" y="2596"/>
                  <a:pt x="715" y="2691"/>
                </a:cubicBezTo>
                <a:lnTo>
                  <a:pt x="715" y="3429"/>
                </a:lnTo>
                <a:cubicBezTo>
                  <a:pt x="715" y="3560"/>
                  <a:pt x="822" y="3679"/>
                  <a:pt x="941" y="3715"/>
                </a:cubicBezTo>
                <a:cubicBezTo>
                  <a:pt x="929" y="3763"/>
                  <a:pt x="917" y="3798"/>
                  <a:pt x="917" y="3846"/>
                </a:cubicBezTo>
                <a:cubicBezTo>
                  <a:pt x="917" y="3965"/>
                  <a:pt x="953" y="4084"/>
                  <a:pt x="1036" y="4179"/>
                </a:cubicBezTo>
                <a:cubicBezTo>
                  <a:pt x="1119" y="4263"/>
                  <a:pt x="1227" y="4310"/>
                  <a:pt x="1358" y="4310"/>
                </a:cubicBezTo>
                <a:cubicBezTo>
                  <a:pt x="1405" y="4310"/>
                  <a:pt x="1465" y="4298"/>
                  <a:pt x="1512" y="4274"/>
                </a:cubicBezTo>
                <a:lnTo>
                  <a:pt x="1512" y="8263"/>
                </a:lnTo>
                <a:cubicBezTo>
                  <a:pt x="1429" y="8311"/>
                  <a:pt x="1370" y="8406"/>
                  <a:pt x="1370" y="8489"/>
                </a:cubicBezTo>
                <a:lnTo>
                  <a:pt x="1370" y="8704"/>
                </a:lnTo>
                <a:lnTo>
                  <a:pt x="1191" y="8704"/>
                </a:lnTo>
                <a:cubicBezTo>
                  <a:pt x="953" y="8704"/>
                  <a:pt x="762" y="8894"/>
                  <a:pt x="762" y="9132"/>
                </a:cubicBezTo>
                <a:lnTo>
                  <a:pt x="762" y="9323"/>
                </a:lnTo>
                <a:cubicBezTo>
                  <a:pt x="584" y="9382"/>
                  <a:pt x="453" y="9549"/>
                  <a:pt x="453" y="9739"/>
                </a:cubicBezTo>
                <a:lnTo>
                  <a:pt x="453" y="9906"/>
                </a:lnTo>
                <a:lnTo>
                  <a:pt x="155" y="9906"/>
                </a:lnTo>
                <a:cubicBezTo>
                  <a:pt x="60" y="9906"/>
                  <a:pt x="0" y="9966"/>
                  <a:pt x="0" y="10049"/>
                </a:cubicBezTo>
                <a:cubicBezTo>
                  <a:pt x="0" y="10144"/>
                  <a:pt x="60" y="10204"/>
                  <a:pt x="155" y="10204"/>
                </a:cubicBezTo>
                <a:lnTo>
                  <a:pt x="10049" y="10204"/>
                </a:lnTo>
                <a:cubicBezTo>
                  <a:pt x="10133" y="10204"/>
                  <a:pt x="10192" y="10144"/>
                  <a:pt x="10192" y="10049"/>
                </a:cubicBezTo>
                <a:cubicBezTo>
                  <a:pt x="10180" y="9954"/>
                  <a:pt x="10109" y="9870"/>
                  <a:pt x="10037" y="9870"/>
                </a:cubicBezTo>
                <a:lnTo>
                  <a:pt x="9740" y="9870"/>
                </a:lnTo>
                <a:lnTo>
                  <a:pt x="9740" y="9716"/>
                </a:lnTo>
                <a:cubicBezTo>
                  <a:pt x="9740" y="9513"/>
                  <a:pt x="9597" y="9335"/>
                  <a:pt x="9430" y="9299"/>
                </a:cubicBezTo>
                <a:lnTo>
                  <a:pt x="9430" y="9097"/>
                </a:lnTo>
                <a:cubicBezTo>
                  <a:pt x="9430" y="8858"/>
                  <a:pt x="9228" y="8668"/>
                  <a:pt x="8990" y="8668"/>
                </a:cubicBezTo>
                <a:lnTo>
                  <a:pt x="8918" y="8668"/>
                </a:lnTo>
                <a:lnTo>
                  <a:pt x="8918" y="8465"/>
                </a:lnTo>
                <a:cubicBezTo>
                  <a:pt x="8918" y="8358"/>
                  <a:pt x="8859" y="8287"/>
                  <a:pt x="8787" y="8239"/>
                </a:cubicBezTo>
                <a:lnTo>
                  <a:pt x="8787" y="4251"/>
                </a:lnTo>
                <a:cubicBezTo>
                  <a:pt x="8823" y="4263"/>
                  <a:pt x="8894" y="4274"/>
                  <a:pt x="8930" y="4274"/>
                </a:cubicBezTo>
                <a:cubicBezTo>
                  <a:pt x="9168" y="4274"/>
                  <a:pt x="9371" y="4084"/>
                  <a:pt x="9371" y="3858"/>
                </a:cubicBezTo>
                <a:cubicBezTo>
                  <a:pt x="9371" y="3786"/>
                  <a:pt x="9347" y="3715"/>
                  <a:pt x="9323" y="3655"/>
                </a:cubicBezTo>
                <a:cubicBezTo>
                  <a:pt x="9394" y="3608"/>
                  <a:pt x="9454" y="3524"/>
                  <a:pt x="9454" y="3417"/>
                </a:cubicBezTo>
                <a:lnTo>
                  <a:pt x="9454" y="2667"/>
                </a:lnTo>
                <a:cubicBezTo>
                  <a:pt x="9454" y="2572"/>
                  <a:pt x="9394" y="2465"/>
                  <a:pt x="9311" y="2417"/>
                </a:cubicBezTo>
                <a:lnTo>
                  <a:pt x="5227" y="36"/>
                </a:lnTo>
                <a:cubicBezTo>
                  <a:pt x="5185" y="12"/>
                  <a:pt x="5141" y="0"/>
                  <a:pt x="5096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8" name="Google Shape;2148;p58"/>
          <p:cNvSpPr txBox="1">
            <a:spLocks noGrp="1"/>
          </p:cNvSpPr>
          <p:nvPr>
            <p:ph type="title"/>
          </p:nvPr>
        </p:nvSpPr>
        <p:spPr>
          <a:xfrm>
            <a:off x="562287" y="363740"/>
            <a:ext cx="3481286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Наша команда</a:t>
            </a:r>
            <a:endParaRPr dirty="0"/>
          </a:p>
        </p:txBody>
      </p:sp>
      <p:grpSp>
        <p:nvGrpSpPr>
          <p:cNvPr id="5" name="Группа 4"/>
          <p:cNvGrpSpPr/>
          <p:nvPr/>
        </p:nvGrpSpPr>
        <p:grpSpPr>
          <a:xfrm>
            <a:off x="94081" y="1633987"/>
            <a:ext cx="1573206" cy="3943422"/>
            <a:chOff x="124046" y="1633987"/>
            <a:chExt cx="1573206" cy="3943422"/>
          </a:xfrm>
        </p:grpSpPr>
        <p:sp>
          <p:nvSpPr>
            <p:cNvPr id="2150" name="Google Shape;2150;p58"/>
            <p:cNvSpPr/>
            <p:nvPr/>
          </p:nvSpPr>
          <p:spPr>
            <a:xfrm>
              <a:off x="380956" y="2583115"/>
              <a:ext cx="1075725" cy="932894"/>
            </a:xfrm>
            <a:prstGeom prst="rect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58"/>
            <p:cNvSpPr txBox="1"/>
            <p:nvPr/>
          </p:nvSpPr>
          <p:spPr>
            <a:xfrm>
              <a:off x="124046" y="4308959"/>
              <a:ext cx="1573200" cy="47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lvl="0" algn="ctr">
                <a:lnSpc>
                  <a:spcPct val="115000"/>
                </a:lnSpc>
              </a:pPr>
              <a:r>
                <a:rPr lang="en-US" sz="2000" b="1" dirty="0">
                  <a:solidFill>
                    <a:schemeClr val="dk1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Product Owner</a:t>
              </a:r>
              <a:endParaRPr sz="2000" b="1" dirty="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endParaRPr>
            </a:p>
          </p:txBody>
        </p:sp>
        <p:sp>
          <p:nvSpPr>
            <p:cNvPr id="2182" name="Google Shape;2182;p58"/>
            <p:cNvSpPr txBox="1"/>
            <p:nvPr/>
          </p:nvSpPr>
          <p:spPr>
            <a:xfrm>
              <a:off x="124052" y="4708309"/>
              <a:ext cx="1573200" cy="86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800" dirty="0" smtClean="0">
                  <a:solidFill>
                    <a:schemeClr val="dk1"/>
                  </a:solidFill>
                  <a:latin typeface="Arial" panose="020B0604020202020204" pitchFamily="34" charset="0"/>
                  <a:ea typeface="Poppins"/>
                  <a:cs typeface="Arial" panose="020B0604020202020204" pitchFamily="34" charset="0"/>
                  <a:sym typeface="Poppins"/>
                </a:rPr>
                <a:t>Ромов </a:t>
              </a:r>
              <a:r>
                <a:rPr lang="ru-RU" sz="1800" dirty="0">
                  <a:solidFill>
                    <a:schemeClr val="dk1"/>
                  </a:solidFill>
                  <a:latin typeface="Arial" panose="020B0604020202020204" pitchFamily="34" charset="0"/>
                  <a:ea typeface="Poppins"/>
                  <a:cs typeface="Arial" panose="020B0604020202020204" pitchFamily="34" charset="0"/>
                  <a:sym typeface="Poppins"/>
                </a:rPr>
                <a:t>Даниил</a:t>
              </a:r>
              <a:endParaRPr sz="1800" dirty="0">
                <a:solidFill>
                  <a:schemeClr val="dk1"/>
                </a:solidFill>
                <a:latin typeface="Arial" panose="020B0604020202020204" pitchFamily="34" charset="0"/>
                <a:ea typeface="Poppins"/>
                <a:cs typeface="Arial" panose="020B0604020202020204" pitchFamily="34" charset="0"/>
                <a:sym typeface="Poppins"/>
              </a:endParaRPr>
            </a:p>
          </p:txBody>
        </p:sp>
        <p:sp>
          <p:nvSpPr>
            <p:cNvPr id="2185" name="Google Shape;2185;p58"/>
            <p:cNvSpPr txBox="1"/>
            <p:nvPr/>
          </p:nvSpPr>
          <p:spPr>
            <a:xfrm>
              <a:off x="124046" y="1633987"/>
              <a:ext cx="1573200" cy="48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 b="1">
                  <a:solidFill>
                    <a:schemeClr val="lt2"/>
                  </a:solidFill>
                  <a:latin typeface="Poppins"/>
                  <a:ea typeface="Poppins"/>
                  <a:cs typeface="Poppins"/>
                  <a:sym typeface="Poppins"/>
                </a:rPr>
                <a:t>01</a:t>
              </a:r>
              <a:endParaRPr sz="3000" b="1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cxnSp>
          <p:nvCxnSpPr>
            <p:cNvPr id="2195" name="Google Shape;2195;p58"/>
            <p:cNvCxnSpPr>
              <a:endCxn id="2150" idx="0"/>
            </p:cNvCxnSpPr>
            <p:nvPr/>
          </p:nvCxnSpPr>
          <p:spPr>
            <a:xfrm rot="-5400000" flipH="1">
              <a:off x="673209" y="2345190"/>
              <a:ext cx="475500" cy="600"/>
            </a:xfrm>
            <a:prstGeom prst="bentConnector3">
              <a:avLst>
                <a:gd name="adj1" fmla="val 4998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96" name="Google Shape;2196;p58"/>
            <p:cNvCxnSpPr/>
            <p:nvPr/>
          </p:nvCxnSpPr>
          <p:spPr>
            <a:xfrm rot="-5400000" flipH="1">
              <a:off x="676497" y="3744288"/>
              <a:ext cx="468900" cy="600"/>
            </a:xfrm>
            <a:prstGeom prst="bentConnector3">
              <a:avLst>
                <a:gd name="adj1" fmla="val 50011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grpSp>
          <p:nvGrpSpPr>
            <p:cNvPr id="182" name="Google Shape;11807;p79"/>
            <p:cNvGrpSpPr/>
            <p:nvPr/>
          </p:nvGrpSpPr>
          <p:grpSpPr>
            <a:xfrm>
              <a:off x="473064" y="2666295"/>
              <a:ext cx="910361" cy="787559"/>
              <a:chOff x="854261" y="2908813"/>
              <a:chExt cx="377474" cy="335748"/>
            </a:xfrm>
            <a:solidFill>
              <a:schemeClr val="tx2"/>
            </a:solidFill>
          </p:grpSpPr>
          <p:sp>
            <p:nvSpPr>
              <p:cNvPr id="183" name="Google Shape;11808;p79"/>
              <p:cNvSpPr/>
              <p:nvPr/>
            </p:nvSpPr>
            <p:spPr>
              <a:xfrm>
                <a:off x="896337" y="3079695"/>
                <a:ext cx="47391" cy="17091"/>
              </a:xfrm>
              <a:custGeom>
                <a:avLst/>
                <a:gdLst/>
                <a:ahLst/>
                <a:cxnLst/>
                <a:rect l="l" t="t" r="r" b="b"/>
                <a:pathLst>
                  <a:path w="1489" h="537" extrusionOk="0">
                    <a:moveTo>
                      <a:pt x="179" y="1"/>
                    </a:moveTo>
                    <a:cubicBezTo>
                      <a:pt x="96" y="1"/>
                      <a:pt x="0" y="72"/>
                      <a:pt x="0" y="179"/>
                    </a:cubicBezTo>
                    <a:cubicBezTo>
                      <a:pt x="0" y="263"/>
                      <a:pt x="84" y="358"/>
                      <a:pt x="179" y="358"/>
                    </a:cubicBezTo>
                    <a:cubicBezTo>
                      <a:pt x="381" y="358"/>
                      <a:pt x="941" y="382"/>
                      <a:pt x="1227" y="525"/>
                    </a:cubicBezTo>
                    <a:cubicBezTo>
                      <a:pt x="1251" y="537"/>
                      <a:pt x="1274" y="537"/>
                      <a:pt x="1298" y="537"/>
                    </a:cubicBezTo>
                    <a:cubicBezTo>
                      <a:pt x="1358" y="537"/>
                      <a:pt x="1417" y="501"/>
                      <a:pt x="1453" y="441"/>
                    </a:cubicBezTo>
                    <a:cubicBezTo>
                      <a:pt x="1489" y="358"/>
                      <a:pt x="1465" y="251"/>
                      <a:pt x="1370" y="203"/>
                    </a:cubicBezTo>
                    <a:cubicBezTo>
                      <a:pt x="977" y="1"/>
                      <a:pt x="215" y="1"/>
                      <a:pt x="17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Google Shape;11809;p79"/>
              <p:cNvSpPr/>
              <p:nvPr/>
            </p:nvSpPr>
            <p:spPr>
              <a:xfrm>
                <a:off x="878514" y="3191855"/>
                <a:ext cx="11426" cy="52706"/>
              </a:xfrm>
              <a:custGeom>
                <a:avLst/>
                <a:gdLst/>
                <a:ahLst/>
                <a:cxnLst/>
                <a:rect l="l" t="t" r="r" b="b"/>
                <a:pathLst>
                  <a:path w="359" h="1656" extrusionOk="0">
                    <a:moveTo>
                      <a:pt x="179" y="1"/>
                    </a:moveTo>
                    <a:cubicBezTo>
                      <a:pt x="84" y="1"/>
                      <a:pt x="1" y="72"/>
                      <a:pt x="1" y="180"/>
                    </a:cubicBezTo>
                    <a:lnTo>
                      <a:pt x="1" y="1477"/>
                    </a:lnTo>
                    <a:cubicBezTo>
                      <a:pt x="1" y="1561"/>
                      <a:pt x="72" y="1656"/>
                      <a:pt x="179" y="1656"/>
                    </a:cubicBezTo>
                    <a:cubicBezTo>
                      <a:pt x="287" y="1656"/>
                      <a:pt x="358" y="1585"/>
                      <a:pt x="358" y="1477"/>
                    </a:cubicBezTo>
                    <a:lnTo>
                      <a:pt x="358" y="180"/>
                    </a:lnTo>
                    <a:cubicBezTo>
                      <a:pt x="358" y="72"/>
                      <a:pt x="287" y="1"/>
                      <a:pt x="17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Google Shape;11810;p79"/>
              <p:cNvSpPr/>
              <p:nvPr/>
            </p:nvSpPr>
            <p:spPr>
              <a:xfrm>
                <a:off x="854261" y="3050159"/>
                <a:ext cx="219451" cy="194052"/>
              </a:xfrm>
              <a:custGeom>
                <a:avLst/>
                <a:gdLst/>
                <a:ahLst/>
                <a:cxnLst/>
                <a:rect l="l" t="t" r="r" b="b"/>
                <a:pathLst>
                  <a:path w="6895" h="6097" extrusionOk="0">
                    <a:moveTo>
                      <a:pt x="6406" y="679"/>
                    </a:moveTo>
                    <a:lnTo>
                      <a:pt x="6466" y="929"/>
                    </a:lnTo>
                    <a:cubicBezTo>
                      <a:pt x="6490" y="1000"/>
                      <a:pt x="6478" y="1072"/>
                      <a:pt x="6418" y="1119"/>
                    </a:cubicBezTo>
                    <a:lnTo>
                      <a:pt x="6311" y="1226"/>
                    </a:lnTo>
                    <a:lnTo>
                      <a:pt x="6073" y="988"/>
                    </a:lnTo>
                    <a:lnTo>
                      <a:pt x="6406" y="679"/>
                    </a:lnTo>
                    <a:close/>
                    <a:moveTo>
                      <a:pt x="3192" y="345"/>
                    </a:moveTo>
                    <a:lnTo>
                      <a:pt x="3192" y="1060"/>
                    </a:lnTo>
                    <a:cubicBezTo>
                      <a:pt x="3192" y="1179"/>
                      <a:pt x="3156" y="1298"/>
                      <a:pt x="3108" y="1405"/>
                    </a:cubicBezTo>
                    <a:lnTo>
                      <a:pt x="3025" y="1584"/>
                    </a:lnTo>
                    <a:cubicBezTo>
                      <a:pt x="3013" y="1607"/>
                      <a:pt x="3013" y="1619"/>
                      <a:pt x="3013" y="1655"/>
                    </a:cubicBezTo>
                    <a:lnTo>
                      <a:pt x="3013" y="2024"/>
                    </a:lnTo>
                    <a:cubicBezTo>
                      <a:pt x="2989" y="2286"/>
                      <a:pt x="2894" y="2524"/>
                      <a:pt x="2715" y="2703"/>
                    </a:cubicBezTo>
                    <a:cubicBezTo>
                      <a:pt x="2537" y="2881"/>
                      <a:pt x="2275" y="2965"/>
                      <a:pt x="2025" y="2965"/>
                    </a:cubicBezTo>
                    <a:cubicBezTo>
                      <a:pt x="1525" y="2953"/>
                      <a:pt x="1120" y="2500"/>
                      <a:pt x="1120" y="1988"/>
                    </a:cubicBezTo>
                    <a:lnTo>
                      <a:pt x="1120" y="1655"/>
                    </a:lnTo>
                    <a:cubicBezTo>
                      <a:pt x="1120" y="1619"/>
                      <a:pt x="1120" y="1596"/>
                      <a:pt x="1108" y="1584"/>
                    </a:cubicBezTo>
                    <a:lnTo>
                      <a:pt x="1001" y="1369"/>
                    </a:lnTo>
                    <a:cubicBezTo>
                      <a:pt x="953" y="1298"/>
                      <a:pt x="941" y="1203"/>
                      <a:pt x="941" y="1119"/>
                    </a:cubicBezTo>
                    <a:lnTo>
                      <a:pt x="941" y="1107"/>
                    </a:lnTo>
                    <a:cubicBezTo>
                      <a:pt x="941" y="691"/>
                      <a:pt x="1287" y="345"/>
                      <a:pt x="1703" y="345"/>
                    </a:cubicBezTo>
                    <a:close/>
                    <a:moveTo>
                      <a:pt x="2442" y="3227"/>
                    </a:moveTo>
                    <a:cubicBezTo>
                      <a:pt x="2454" y="3298"/>
                      <a:pt x="2477" y="3334"/>
                      <a:pt x="2489" y="3381"/>
                    </a:cubicBezTo>
                    <a:lnTo>
                      <a:pt x="2323" y="3548"/>
                    </a:lnTo>
                    <a:cubicBezTo>
                      <a:pt x="2251" y="3620"/>
                      <a:pt x="2156" y="3655"/>
                      <a:pt x="2059" y="3655"/>
                    </a:cubicBezTo>
                    <a:cubicBezTo>
                      <a:pt x="1962" y="3655"/>
                      <a:pt x="1864" y="3620"/>
                      <a:pt x="1787" y="3548"/>
                    </a:cubicBezTo>
                    <a:lnTo>
                      <a:pt x="1644" y="3393"/>
                    </a:lnTo>
                    <a:cubicBezTo>
                      <a:pt x="1656" y="3358"/>
                      <a:pt x="1668" y="3286"/>
                      <a:pt x="1668" y="3227"/>
                    </a:cubicBezTo>
                    <a:cubicBezTo>
                      <a:pt x="1775" y="3262"/>
                      <a:pt x="1894" y="3286"/>
                      <a:pt x="2013" y="3286"/>
                    </a:cubicBezTo>
                    <a:lnTo>
                      <a:pt x="2061" y="3286"/>
                    </a:lnTo>
                    <a:cubicBezTo>
                      <a:pt x="2192" y="3286"/>
                      <a:pt x="2323" y="3274"/>
                      <a:pt x="2442" y="3227"/>
                    </a:cubicBezTo>
                    <a:close/>
                    <a:moveTo>
                      <a:pt x="1680" y="0"/>
                    </a:moveTo>
                    <a:cubicBezTo>
                      <a:pt x="1072" y="0"/>
                      <a:pt x="584" y="500"/>
                      <a:pt x="584" y="1107"/>
                    </a:cubicBezTo>
                    <a:lnTo>
                      <a:pt x="584" y="1119"/>
                    </a:lnTo>
                    <a:cubicBezTo>
                      <a:pt x="584" y="1250"/>
                      <a:pt x="608" y="1405"/>
                      <a:pt x="668" y="1524"/>
                    </a:cubicBezTo>
                    <a:lnTo>
                      <a:pt x="763" y="1703"/>
                    </a:lnTo>
                    <a:lnTo>
                      <a:pt x="763" y="1988"/>
                    </a:lnTo>
                    <a:cubicBezTo>
                      <a:pt x="763" y="2429"/>
                      <a:pt x="977" y="2834"/>
                      <a:pt x="1311" y="3072"/>
                    </a:cubicBezTo>
                    <a:lnTo>
                      <a:pt x="1311" y="3215"/>
                    </a:lnTo>
                    <a:cubicBezTo>
                      <a:pt x="1311" y="3310"/>
                      <a:pt x="1251" y="3381"/>
                      <a:pt x="1156" y="3417"/>
                    </a:cubicBezTo>
                    <a:lnTo>
                      <a:pt x="537" y="3596"/>
                    </a:lnTo>
                    <a:cubicBezTo>
                      <a:pt x="227" y="3679"/>
                      <a:pt x="1" y="3965"/>
                      <a:pt x="1" y="4286"/>
                    </a:cubicBezTo>
                    <a:lnTo>
                      <a:pt x="1" y="5917"/>
                    </a:lnTo>
                    <a:cubicBezTo>
                      <a:pt x="1" y="6001"/>
                      <a:pt x="72" y="6096"/>
                      <a:pt x="179" y="6096"/>
                    </a:cubicBezTo>
                    <a:cubicBezTo>
                      <a:pt x="287" y="6096"/>
                      <a:pt x="358" y="6013"/>
                      <a:pt x="358" y="5917"/>
                    </a:cubicBezTo>
                    <a:lnTo>
                      <a:pt x="358" y="4310"/>
                    </a:lnTo>
                    <a:cubicBezTo>
                      <a:pt x="358" y="4143"/>
                      <a:pt x="477" y="3977"/>
                      <a:pt x="644" y="3929"/>
                    </a:cubicBezTo>
                    <a:lnTo>
                      <a:pt x="1263" y="3751"/>
                    </a:lnTo>
                    <a:cubicBezTo>
                      <a:pt x="1322" y="3739"/>
                      <a:pt x="1370" y="3715"/>
                      <a:pt x="1418" y="3679"/>
                    </a:cubicBezTo>
                    <a:lnTo>
                      <a:pt x="1513" y="3786"/>
                    </a:lnTo>
                    <a:cubicBezTo>
                      <a:pt x="1668" y="3929"/>
                      <a:pt x="1846" y="3989"/>
                      <a:pt x="2037" y="3989"/>
                    </a:cubicBezTo>
                    <a:cubicBezTo>
                      <a:pt x="2227" y="3989"/>
                      <a:pt x="2406" y="3917"/>
                      <a:pt x="2561" y="3786"/>
                    </a:cubicBezTo>
                    <a:lnTo>
                      <a:pt x="2727" y="3620"/>
                    </a:lnTo>
                    <a:cubicBezTo>
                      <a:pt x="2799" y="3655"/>
                      <a:pt x="2870" y="3679"/>
                      <a:pt x="2966" y="3679"/>
                    </a:cubicBezTo>
                    <a:lnTo>
                      <a:pt x="3001" y="3679"/>
                    </a:lnTo>
                    <a:cubicBezTo>
                      <a:pt x="3144" y="3679"/>
                      <a:pt x="3275" y="3620"/>
                      <a:pt x="3382" y="3524"/>
                    </a:cubicBezTo>
                    <a:lnTo>
                      <a:pt x="5823" y="1226"/>
                    </a:lnTo>
                    <a:lnTo>
                      <a:pt x="6061" y="1465"/>
                    </a:lnTo>
                    <a:lnTo>
                      <a:pt x="3239" y="4274"/>
                    </a:lnTo>
                    <a:cubicBezTo>
                      <a:pt x="3061" y="4453"/>
                      <a:pt x="2977" y="4679"/>
                      <a:pt x="2977" y="4917"/>
                    </a:cubicBezTo>
                    <a:lnTo>
                      <a:pt x="2977" y="5906"/>
                    </a:lnTo>
                    <a:cubicBezTo>
                      <a:pt x="2977" y="6001"/>
                      <a:pt x="3049" y="6096"/>
                      <a:pt x="3156" y="6096"/>
                    </a:cubicBezTo>
                    <a:cubicBezTo>
                      <a:pt x="3239" y="6096"/>
                      <a:pt x="3335" y="6013"/>
                      <a:pt x="3335" y="5906"/>
                    </a:cubicBezTo>
                    <a:lnTo>
                      <a:pt x="3335" y="4917"/>
                    </a:lnTo>
                    <a:cubicBezTo>
                      <a:pt x="3335" y="4763"/>
                      <a:pt x="3394" y="4620"/>
                      <a:pt x="3501" y="4513"/>
                    </a:cubicBezTo>
                    <a:lnTo>
                      <a:pt x="6656" y="1357"/>
                    </a:lnTo>
                    <a:cubicBezTo>
                      <a:pt x="6787" y="1226"/>
                      <a:pt x="6847" y="1024"/>
                      <a:pt x="6799" y="834"/>
                    </a:cubicBezTo>
                    <a:lnTo>
                      <a:pt x="6704" y="405"/>
                    </a:lnTo>
                    <a:lnTo>
                      <a:pt x="6823" y="298"/>
                    </a:lnTo>
                    <a:cubicBezTo>
                      <a:pt x="6895" y="238"/>
                      <a:pt x="6895" y="119"/>
                      <a:pt x="6823" y="60"/>
                    </a:cubicBezTo>
                    <a:cubicBezTo>
                      <a:pt x="6793" y="24"/>
                      <a:pt x="6749" y="6"/>
                      <a:pt x="6704" y="6"/>
                    </a:cubicBezTo>
                    <a:cubicBezTo>
                      <a:pt x="6659" y="6"/>
                      <a:pt x="6615" y="24"/>
                      <a:pt x="6585" y="60"/>
                    </a:cubicBezTo>
                    <a:lnTo>
                      <a:pt x="3156" y="3274"/>
                    </a:lnTo>
                    <a:cubicBezTo>
                      <a:pt x="3132" y="3310"/>
                      <a:pt x="3073" y="3334"/>
                      <a:pt x="3025" y="3334"/>
                    </a:cubicBezTo>
                    <a:lnTo>
                      <a:pt x="2977" y="3334"/>
                    </a:lnTo>
                    <a:cubicBezTo>
                      <a:pt x="2870" y="3334"/>
                      <a:pt x="2787" y="3250"/>
                      <a:pt x="2787" y="3143"/>
                    </a:cubicBezTo>
                    <a:lnTo>
                      <a:pt x="2787" y="3084"/>
                    </a:lnTo>
                    <a:cubicBezTo>
                      <a:pt x="2846" y="3036"/>
                      <a:pt x="2906" y="3000"/>
                      <a:pt x="2942" y="2953"/>
                    </a:cubicBezTo>
                    <a:cubicBezTo>
                      <a:pt x="3204" y="2715"/>
                      <a:pt x="3335" y="2381"/>
                      <a:pt x="3335" y="2024"/>
                    </a:cubicBezTo>
                    <a:lnTo>
                      <a:pt x="3335" y="1703"/>
                    </a:lnTo>
                    <a:lnTo>
                      <a:pt x="3406" y="1572"/>
                    </a:lnTo>
                    <a:cubicBezTo>
                      <a:pt x="3477" y="1417"/>
                      <a:pt x="3525" y="1238"/>
                      <a:pt x="3525" y="1072"/>
                    </a:cubicBezTo>
                    <a:lnTo>
                      <a:pt x="3525" y="179"/>
                    </a:lnTo>
                    <a:cubicBezTo>
                      <a:pt x="3525" y="95"/>
                      <a:pt x="3454" y="0"/>
                      <a:pt x="334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Google Shape;11811;p79"/>
              <p:cNvSpPr/>
              <p:nvPr/>
            </p:nvSpPr>
            <p:spPr>
              <a:xfrm>
                <a:off x="1008115" y="2908813"/>
                <a:ext cx="223620" cy="188355"/>
              </a:xfrm>
              <a:custGeom>
                <a:avLst/>
                <a:gdLst/>
                <a:ahLst/>
                <a:cxnLst/>
                <a:rect l="l" t="t" r="r" b="b"/>
                <a:pathLst>
                  <a:path w="7026" h="5918" extrusionOk="0">
                    <a:moveTo>
                      <a:pt x="560" y="0"/>
                    </a:moveTo>
                    <a:cubicBezTo>
                      <a:pt x="263" y="0"/>
                      <a:pt x="1" y="238"/>
                      <a:pt x="1" y="548"/>
                    </a:cubicBezTo>
                    <a:lnTo>
                      <a:pt x="1" y="5251"/>
                    </a:lnTo>
                    <a:cubicBezTo>
                      <a:pt x="1" y="5334"/>
                      <a:pt x="84" y="5429"/>
                      <a:pt x="179" y="5429"/>
                    </a:cubicBezTo>
                    <a:cubicBezTo>
                      <a:pt x="287" y="5429"/>
                      <a:pt x="358" y="5358"/>
                      <a:pt x="358" y="5251"/>
                    </a:cubicBezTo>
                    <a:lnTo>
                      <a:pt x="358" y="548"/>
                    </a:lnTo>
                    <a:cubicBezTo>
                      <a:pt x="358" y="441"/>
                      <a:pt x="453" y="357"/>
                      <a:pt x="560" y="357"/>
                    </a:cubicBezTo>
                    <a:lnTo>
                      <a:pt x="6478" y="357"/>
                    </a:lnTo>
                    <a:cubicBezTo>
                      <a:pt x="6585" y="357"/>
                      <a:pt x="6668" y="441"/>
                      <a:pt x="6668" y="548"/>
                    </a:cubicBezTo>
                    <a:lnTo>
                      <a:pt x="6668" y="5370"/>
                    </a:lnTo>
                    <a:cubicBezTo>
                      <a:pt x="6668" y="5477"/>
                      <a:pt x="6585" y="5560"/>
                      <a:pt x="6478" y="5560"/>
                    </a:cubicBezTo>
                    <a:lnTo>
                      <a:pt x="2525" y="5560"/>
                    </a:lnTo>
                    <a:cubicBezTo>
                      <a:pt x="2430" y="5560"/>
                      <a:pt x="2346" y="5632"/>
                      <a:pt x="2346" y="5739"/>
                    </a:cubicBezTo>
                    <a:cubicBezTo>
                      <a:pt x="2346" y="5846"/>
                      <a:pt x="2418" y="5917"/>
                      <a:pt x="2525" y="5917"/>
                    </a:cubicBezTo>
                    <a:lnTo>
                      <a:pt x="6478" y="5917"/>
                    </a:lnTo>
                    <a:cubicBezTo>
                      <a:pt x="6775" y="5917"/>
                      <a:pt x="7025" y="5679"/>
                      <a:pt x="7025" y="5370"/>
                    </a:cubicBezTo>
                    <a:lnTo>
                      <a:pt x="7025" y="548"/>
                    </a:lnTo>
                    <a:cubicBezTo>
                      <a:pt x="7025" y="226"/>
                      <a:pt x="6787" y="0"/>
                      <a:pt x="649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1812;p79"/>
              <p:cNvSpPr/>
              <p:nvPr/>
            </p:nvSpPr>
            <p:spPr>
              <a:xfrm>
                <a:off x="1037301" y="2944046"/>
                <a:ext cx="165248" cy="105763"/>
              </a:xfrm>
              <a:custGeom>
                <a:avLst/>
                <a:gdLst/>
                <a:ahLst/>
                <a:cxnLst/>
                <a:rect l="l" t="t" r="r" b="b"/>
                <a:pathLst>
                  <a:path w="5192" h="3323" extrusionOk="0">
                    <a:moveTo>
                      <a:pt x="4084" y="0"/>
                    </a:moveTo>
                    <a:cubicBezTo>
                      <a:pt x="4001" y="0"/>
                      <a:pt x="3906" y="84"/>
                      <a:pt x="3906" y="179"/>
                    </a:cubicBezTo>
                    <a:cubicBezTo>
                      <a:pt x="3906" y="286"/>
                      <a:pt x="3989" y="358"/>
                      <a:pt x="4084" y="358"/>
                    </a:cubicBezTo>
                    <a:lnTo>
                      <a:pt x="4596" y="358"/>
                    </a:lnTo>
                    <a:lnTo>
                      <a:pt x="2691" y="2263"/>
                    </a:lnTo>
                    <a:lnTo>
                      <a:pt x="1882" y="1465"/>
                    </a:lnTo>
                    <a:cubicBezTo>
                      <a:pt x="1846" y="1429"/>
                      <a:pt x="1801" y="1411"/>
                      <a:pt x="1758" y="1411"/>
                    </a:cubicBezTo>
                    <a:cubicBezTo>
                      <a:pt x="1715" y="1411"/>
                      <a:pt x="1673" y="1429"/>
                      <a:pt x="1644" y="1465"/>
                    </a:cubicBezTo>
                    <a:lnTo>
                      <a:pt x="72" y="3036"/>
                    </a:lnTo>
                    <a:cubicBezTo>
                      <a:pt x="1" y="3120"/>
                      <a:pt x="1" y="3215"/>
                      <a:pt x="72" y="3275"/>
                    </a:cubicBezTo>
                    <a:cubicBezTo>
                      <a:pt x="96" y="3310"/>
                      <a:pt x="143" y="3322"/>
                      <a:pt x="191" y="3322"/>
                    </a:cubicBezTo>
                    <a:cubicBezTo>
                      <a:pt x="239" y="3322"/>
                      <a:pt x="274" y="3310"/>
                      <a:pt x="310" y="3275"/>
                    </a:cubicBezTo>
                    <a:lnTo>
                      <a:pt x="1763" y="1822"/>
                    </a:lnTo>
                    <a:lnTo>
                      <a:pt x="2572" y="2620"/>
                    </a:lnTo>
                    <a:cubicBezTo>
                      <a:pt x="2608" y="2661"/>
                      <a:pt x="2653" y="2682"/>
                      <a:pt x="2696" y="2682"/>
                    </a:cubicBezTo>
                    <a:cubicBezTo>
                      <a:pt x="2739" y="2682"/>
                      <a:pt x="2781" y="2661"/>
                      <a:pt x="2810" y="2620"/>
                    </a:cubicBezTo>
                    <a:lnTo>
                      <a:pt x="4835" y="596"/>
                    </a:lnTo>
                    <a:lnTo>
                      <a:pt x="4835" y="1108"/>
                    </a:lnTo>
                    <a:cubicBezTo>
                      <a:pt x="4835" y="1191"/>
                      <a:pt x="4906" y="1286"/>
                      <a:pt x="5013" y="1286"/>
                    </a:cubicBezTo>
                    <a:cubicBezTo>
                      <a:pt x="5120" y="1286"/>
                      <a:pt x="5192" y="1215"/>
                      <a:pt x="5192" y="1108"/>
                    </a:cubicBezTo>
                    <a:lnTo>
                      <a:pt x="5192" y="179"/>
                    </a:lnTo>
                    <a:cubicBezTo>
                      <a:pt x="5192" y="84"/>
                      <a:pt x="5120" y="0"/>
                      <a:pt x="501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" name="Группа 3"/>
          <p:cNvGrpSpPr/>
          <p:nvPr/>
        </p:nvGrpSpPr>
        <p:grpSpPr>
          <a:xfrm>
            <a:off x="1537856" y="1633987"/>
            <a:ext cx="1573217" cy="3943422"/>
            <a:chOff x="1567821" y="1633987"/>
            <a:chExt cx="1573217" cy="3943422"/>
          </a:xfrm>
        </p:grpSpPr>
        <p:sp>
          <p:nvSpPr>
            <p:cNvPr id="2183" name="Google Shape;2183;p58"/>
            <p:cNvSpPr txBox="1"/>
            <p:nvPr/>
          </p:nvSpPr>
          <p:spPr>
            <a:xfrm>
              <a:off x="1567834" y="4308959"/>
              <a:ext cx="1573200" cy="47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lvl="0" algn="ctr">
                <a:lnSpc>
                  <a:spcPct val="115000"/>
                </a:lnSpc>
              </a:pPr>
              <a:r>
                <a:rPr lang="en-US" sz="2000" b="1" dirty="0">
                  <a:solidFill>
                    <a:schemeClr val="dk1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Scrum Master</a:t>
              </a:r>
              <a:endParaRPr sz="2000" b="1" dirty="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endParaRPr>
            </a:p>
          </p:txBody>
        </p:sp>
        <p:sp>
          <p:nvSpPr>
            <p:cNvPr id="2184" name="Google Shape;2184;p58"/>
            <p:cNvSpPr txBox="1"/>
            <p:nvPr/>
          </p:nvSpPr>
          <p:spPr>
            <a:xfrm>
              <a:off x="1567838" y="4708309"/>
              <a:ext cx="1573200" cy="86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ru-RU" sz="1800" dirty="0">
                  <a:solidFill>
                    <a:schemeClr val="dk1"/>
                  </a:solidFill>
                  <a:latin typeface="Arial" panose="020B0604020202020204" pitchFamily="34" charset="0"/>
                  <a:ea typeface="Poppins"/>
                  <a:cs typeface="Arial" panose="020B0604020202020204" pitchFamily="34" charset="0"/>
                  <a:sym typeface="Poppins"/>
                </a:rPr>
                <a:t>Ивличев </a:t>
              </a:r>
              <a:r>
                <a:rPr lang="ru-RU" sz="1800" dirty="0" smtClean="0">
                  <a:solidFill>
                    <a:schemeClr val="dk1"/>
                  </a:solidFill>
                  <a:latin typeface="Arial" panose="020B0604020202020204" pitchFamily="34" charset="0"/>
                  <a:ea typeface="Poppins"/>
                  <a:cs typeface="Arial" panose="020B0604020202020204" pitchFamily="34" charset="0"/>
                  <a:sym typeface="Poppins"/>
                </a:rPr>
                <a:t>Дмитрий</a:t>
              </a:r>
            </a:p>
          </p:txBody>
        </p:sp>
        <p:sp>
          <p:nvSpPr>
            <p:cNvPr id="2190" name="Google Shape;2190;p58"/>
            <p:cNvSpPr txBox="1"/>
            <p:nvPr/>
          </p:nvSpPr>
          <p:spPr>
            <a:xfrm>
              <a:off x="1567821" y="1633987"/>
              <a:ext cx="1573200" cy="48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 b="1">
                  <a:solidFill>
                    <a:schemeClr val="lt2"/>
                  </a:solidFill>
                  <a:latin typeface="Poppins"/>
                  <a:ea typeface="Poppins"/>
                  <a:cs typeface="Poppins"/>
                  <a:sym typeface="Poppins"/>
                </a:rPr>
                <a:t>02</a:t>
              </a:r>
              <a:endParaRPr sz="3000" b="1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cxnSp>
          <p:nvCxnSpPr>
            <p:cNvPr id="2197" name="Google Shape;2197;p58"/>
            <p:cNvCxnSpPr/>
            <p:nvPr/>
          </p:nvCxnSpPr>
          <p:spPr>
            <a:xfrm rot="-5400000" flipH="1">
              <a:off x="2120285" y="3744288"/>
              <a:ext cx="468900" cy="600"/>
            </a:xfrm>
            <a:prstGeom prst="bentConnector3">
              <a:avLst>
                <a:gd name="adj1" fmla="val 50011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2200" name="Google Shape;2200;p58"/>
            <p:cNvCxnSpPr/>
            <p:nvPr/>
          </p:nvCxnSpPr>
          <p:spPr>
            <a:xfrm rot="-5400000" flipH="1">
              <a:off x="2116984" y="2345190"/>
              <a:ext cx="475500" cy="600"/>
            </a:xfrm>
            <a:prstGeom prst="bentConnector3">
              <a:avLst>
                <a:gd name="adj1" fmla="val 4998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25" name="Google Shape;2150;p58"/>
            <p:cNvSpPr/>
            <p:nvPr/>
          </p:nvSpPr>
          <p:spPr>
            <a:xfrm>
              <a:off x="1796710" y="2578108"/>
              <a:ext cx="1075725" cy="932894"/>
            </a:xfrm>
            <a:prstGeom prst="rect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07" name="Google Shape;14178;p83"/>
            <p:cNvGrpSpPr/>
            <p:nvPr/>
          </p:nvGrpSpPr>
          <p:grpSpPr>
            <a:xfrm>
              <a:off x="1880522" y="2645949"/>
              <a:ext cx="917025" cy="805434"/>
              <a:chOff x="3214972" y="3359188"/>
              <a:chExt cx="346406" cy="347552"/>
            </a:xfrm>
            <a:solidFill>
              <a:schemeClr val="tx2"/>
            </a:solidFill>
          </p:grpSpPr>
          <p:sp>
            <p:nvSpPr>
              <p:cNvPr id="208" name="Google Shape;14179;p83"/>
              <p:cNvSpPr/>
              <p:nvPr/>
            </p:nvSpPr>
            <p:spPr>
              <a:xfrm>
                <a:off x="3301772" y="3386084"/>
                <a:ext cx="71649" cy="11395"/>
              </a:xfrm>
              <a:custGeom>
                <a:avLst/>
                <a:gdLst/>
                <a:ahLst/>
                <a:cxnLst/>
                <a:rect l="l" t="t" r="r" b="b"/>
                <a:pathLst>
                  <a:path w="2251" h="358" extrusionOk="0">
                    <a:moveTo>
                      <a:pt x="179" y="0"/>
                    </a:moveTo>
                    <a:cubicBezTo>
                      <a:pt x="95" y="0"/>
                      <a:pt x="0" y="72"/>
                      <a:pt x="0" y="179"/>
                    </a:cubicBezTo>
                    <a:cubicBezTo>
                      <a:pt x="24" y="286"/>
                      <a:pt x="95" y="358"/>
                      <a:pt x="179" y="358"/>
                    </a:cubicBezTo>
                    <a:lnTo>
                      <a:pt x="2072" y="358"/>
                    </a:lnTo>
                    <a:cubicBezTo>
                      <a:pt x="2167" y="358"/>
                      <a:pt x="2250" y="286"/>
                      <a:pt x="2250" y="179"/>
                    </a:cubicBezTo>
                    <a:cubicBezTo>
                      <a:pt x="2250" y="84"/>
                      <a:pt x="2179" y="0"/>
                      <a:pt x="2072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Google Shape;14180;p83"/>
              <p:cNvSpPr/>
              <p:nvPr/>
            </p:nvSpPr>
            <p:spPr>
              <a:xfrm>
                <a:off x="3301772" y="3410339"/>
                <a:ext cx="131904" cy="11395"/>
              </a:xfrm>
              <a:custGeom>
                <a:avLst/>
                <a:gdLst/>
                <a:ahLst/>
                <a:cxnLst/>
                <a:rect l="l" t="t" r="r" b="b"/>
                <a:pathLst>
                  <a:path w="4144" h="358" extrusionOk="0">
                    <a:moveTo>
                      <a:pt x="179" y="0"/>
                    </a:moveTo>
                    <a:cubicBezTo>
                      <a:pt x="95" y="0"/>
                      <a:pt x="0" y="72"/>
                      <a:pt x="0" y="179"/>
                    </a:cubicBezTo>
                    <a:cubicBezTo>
                      <a:pt x="0" y="286"/>
                      <a:pt x="95" y="358"/>
                      <a:pt x="179" y="358"/>
                    </a:cubicBezTo>
                    <a:lnTo>
                      <a:pt x="3965" y="358"/>
                    </a:lnTo>
                    <a:cubicBezTo>
                      <a:pt x="4048" y="358"/>
                      <a:pt x="4144" y="286"/>
                      <a:pt x="4144" y="179"/>
                    </a:cubicBezTo>
                    <a:cubicBezTo>
                      <a:pt x="4144" y="72"/>
                      <a:pt x="4072" y="0"/>
                      <a:pt x="39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Google Shape;14181;p83"/>
              <p:cNvSpPr/>
              <p:nvPr/>
            </p:nvSpPr>
            <p:spPr>
              <a:xfrm>
                <a:off x="3301772" y="3484980"/>
                <a:ext cx="71649" cy="11427"/>
              </a:xfrm>
              <a:custGeom>
                <a:avLst/>
                <a:gdLst/>
                <a:ahLst/>
                <a:cxnLst/>
                <a:rect l="l" t="t" r="r" b="b"/>
                <a:pathLst>
                  <a:path w="2251" h="359" extrusionOk="0">
                    <a:moveTo>
                      <a:pt x="179" y="1"/>
                    </a:moveTo>
                    <a:cubicBezTo>
                      <a:pt x="95" y="1"/>
                      <a:pt x="0" y="72"/>
                      <a:pt x="0" y="180"/>
                    </a:cubicBezTo>
                    <a:cubicBezTo>
                      <a:pt x="24" y="287"/>
                      <a:pt x="95" y="358"/>
                      <a:pt x="179" y="358"/>
                    </a:cubicBezTo>
                    <a:lnTo>
                      <a:pt x="2072" y="358"/>
                    </a:lnTo>
                    <a:cubicBezTo>
                      <a:pt x="2167" y="358"/>
                      <a:pt x="2250" y="287"/>
                      <a:pt x="2250" y="180"/>
                    </a:cubicBezTo>
                    <a:cubicBezTo>
                      <a:pt x="2250" y="96"/>
                      <a:pt x="2179" y="1"/>
                      <a:pt x="2072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14182;p83"/>
              <p:cNvSpPr/>
              <p:nvPr/>
            </p:nvSpPr>
            <p:spPr>
              <a:xfrm>
                <a:off x="3301772" y="3509234"/>
                <a:ext cx="130758" cy="11427"/>
              </a:xfrm>
              <a:custGeom>
                <a:avLst/>
                <a:gdLst/>
                <a:ahLst/>
                <a:cxnLst/>
                <a:rect l="l" t="t" r="r" b="b"/>
                <a:pathLst>
                  <a:path w="4108" h="359" extrusionOk="0">
                    <a:moveTo>
                      <a:pt x="179" y="1"/>
                    </a:moveTo>
                    <a:cubicBezTo>
                      <a:pt x="95" y="1"/>
                      <a:pt x="0" y="72"/>
                      <a:pt x="0" y="180"/>
                    </a:cubicBezTo>
                    <a:cubicBezTo>
                      <a:pt x="24" y="287"/>
                      <a:pt x="95" y="358"/>
                      <a:pt x="179" y="358"/>
                    </a:cubicBezTo>
                    <a:lnTo>
                      <a:pt x="3929" y="358"/>
                    </a:lnTo>
                    <a:cubicBezTo>
                      <a:pt x="4024" y="358"/>
                      <a:pt x="4108" y="287"/>
                      <a:pt x="4108" y="180"/>
                    </a:cubicBezTo>
                    <a:cubicBezTo>
                      <a:pt x="4108" y="84"/>
                      <a:pt x="4036" y="1"/>
                      <a:pt x="392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14183;p83"/>
              <p:cNvSpPr/>
              <p:nvPr/>
            </p:nvSpPr>
            <p:spPr>
              <a:xfrm>
                <a:off x="3301772" y="3584671"/>
                <a:ext cx="71649" cy="11395"/>
              </a:xfrm>
              <a:custGeom>
                <a:avLst/>
                <a:gdLst/>
                <a:ahLst/>
                <a:cxnLst/>
                <a:rect l="l" t="t" r="r" b="b"/>
                <a:pathLst>
                  <a:path w="2251" h="358" extrusionOk="0">
                    <a:moveTo>
                      <a:pt x="179" y="0"/>
                    </a:moveTo>
                    <a:cubicBezTo>
                      <a:pt x="95" y="0"/>
                      <a:pt x="0" y="72"/>
                      <a:pt x="0" y="179"/>
                    </a:cubicBezTo>
                    <a:cubicBezTo>
                      <a:pt x="24" y="286"/>
                      <a:pt x="95" y="358"/>
                      <a:pt x="179" y="358"/>
                    </a:cubicBezTo>
                    <a:lnTo>
                      <a:pt x="2072" y="358"/>
                    </a:lnTo>
                    <a:cubicBezTo>
                      <a:pt x="2167" y="358"/>
                      <a:pt x="2250" y="286"/>
                      <a:pt x="2250" y="179"/>
                    </a:cubicBezTo>
                    <a:cubicBezTo>
                      <a:pt x="2250" y="84"/>
                      <a:pt x="2179" y="0"/>
                      <a:pt x="2072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14184;p83"/>
              <p:cNvSpPr/>
              <p:nvPr/>
            </p:nvSpPr>
            <p:spPr>
              <a:xfrm>
                <a:off x="3301772" y="3609308"/>
                <a:ext cx="129994" cy="11395"/>
              </a:xfrm>
              <a:custGeom>
                <a:avLst/>
                <a:gdLst/>
                <a:ahLst/>
                <a:cxnLst/>
                <a:rect l="l" t="t" r="r" b="b"/>
                <a:pathLst>
                  <a:path w="4084" h="358" extrusionOk="0">
                    <a:moveTo>
                      <a:pt x="179" y="0"/>
                    </a:moveTo>
                    <a:cubicBezTo>
                      <a:pt x="95" y="0"/>
                      <a:pt x="0" y="72"/>
                      <a:pt x="0" y="179"/>
                    </a:cubicBezTo>
                    <a:cubicBezTo>
                      <a:pt x="0" y="262"/>
                      <a:pt x="83" y="357"/>
                      <a:pt x="179" y="357"/>
                    </a:cubicBezTo>
                    <a:lnTo>
                      <a:pt x="3905" y="357"/>
                    </a:lnTo>
                    <a:cubicBezTo>
                      <a:pt x="3989" y="357"/>
                      <a:pt x="4084" y="286"/>
                      <a:pt x="4084" y="179"/>
                    </a:cubicBezTo>
                    <a:cubicBezTo>
                      <a:pt x="4084" y="72"/>
                      <a:pt x="3989" y="0"/>
                      <a:pt x="390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14185;p83"/>
              <p:cNvSpPr/>
              <p:nvPr/>
            </p:nvSpPr>
            <p:spPr>
              <a:xfrm>
                <a:off x="3214972" y="3458466"/>
                <a:ext cx="346406" cy="248274"/>
              </a:xfrm>
              <a:custGeom>
                <a:avLst/>
                <a:gdLst/>
                <a:ahLst/>
                <a:cxnLst/>
                <a:rect l="l" t="t" r="r" b="b"/>
                <a:pathLst>
                  <a:path w="10883" h="7800" extrusionOk="0">
                    <a:moveTo>
                      <a:pt x="8466" y="1417"/>
                    </a:moveTo>
                    <a:cubicBezTo>
                      <a:pt x="9109" y="1417"/>
                      <a:pt x="9657" y="1953"/>
                      <a:pt x="9657" y="2608"/>
                    </a:cubicBezTo>
                    <a:lnTo>
                      <a:pt x="9657" y="2894"/>
                    </a:lnTo>
                    <a:lnTo>
                      <a:pt x="9585" y="2894"/>
                    </a:lnTo>
                    <a:cubicBezTo>
                      <a:pt x="9216" y="2799"/>
                      <a:pt x="9097" y="2322"/>
                      <a:pt x="9097" y="2322"/>
                    </a:cubicBezTo>
                    <a:cubicBezTo>
                      <a:pt x="9085" y="2263"/>
                      <a:pt x="9037" y="2203"/>
                      <a:pt x="8966" y="2191"/>
                    </a:cubicBezTo>
                    <a:cubicBezTo>
                      <a:pt x="8956" y="2189"/>
                      <a:pt x="8946" y="2188"/>
                      <a:pt x="8935" y="2188"/>
                    </a:cubicBezTo>
                    <a:cubicBezTo>
                      <a:pt x="8883" y="2188"/>
                      <a:pt x="8827" y="2213"/>
                      <a:pt x="8787" y="2263"/>
                    </a:cubicBezTo>
                    <a:cubicBezTo>
                      <a:pt x="8335" y="2894"/>
                      <a:pt x="7347" y="2894"/>
                      <a:pt x="7323" y="2894"/>
                    </a:cubicBezTo>
                    <a:lnTo>
                      <a:pt x="7204" y="2894"/>
                    </a:lnTo>
                    <a:lnTo>
                      <a:pt x="7156" y="2608"/>
                    </a:lnTo>
                    <a:cubicBezTo>
                      <a:pt x="7156" y="1953"/>
                      <a:pt x="7692" y="1417"/>
                      <a:pt x="8347" y="1417"/>
                    </a:cubicBezTo>
                    <a:close/>
                    <a:moveTo>
                      <a:pt x="9692" y="3299"/>
                    </a:moveTo>
                    <a:cubicBezTo>
                      <a:pt x="9811" y="3322"/>
                      <a:pt x="9919" y="3430"/>
                      <a:pt x="9919" y="3549"/>
                    </a:cubicBezTo>
                    <a:cubicBezTo>
                      <a:pt x="9919" y="3680"/>
                      <a:pt x="9835" y="3787"/>
                      <a:pt x="9692" y="3799"/>
                    </a:cubicBezTo>
                    <a:lnTo>
                      <a:pt x="9692" y="3299"/>
                    </a:lnTo>
                    <a:close/>
                    <a:moveTo>
                      <a:pt x="7132" y="3299"/>
                    </a:moveTo>
                    <a:lnTo>
                      <a:pt x="7132" y="3811"/>
                    </a:lnTo>
                    <a:cubicBezTo>
                      <a:pt x="7001" y="3799"/>
                      <a:pt x="6918" y="3680"/>
                      <a:pt x="6918" y="3561"/>
                    </a:cubicBezTo>
                    <a:cubicBezTo>
                      <a:pt x="6894" y="3418"/>
                      <a:pt x="7001" y="3310"/>
                      <a:pt x="7132" y="3299"/>
                    </a:cubicBezTo>
                    <a:close/>
                    <a:moveTo>
                      <a:pt x="8835" y="2608"/>
                    </a:moveTo>
                    <a:cubicBezTo>
                      <a:pt x="8918" y="2787"/>
                      <a:pt x="9085" y="3013"/>
                      <a:pt x="9335" y="3120"/>
                    </a:cubicBezTo>
                    <a:lnTo>
                      <a:pt x="9335" y="3846"/>
                    </a:lnTo>
                    <a:cubicBezTo>
                      <a:pt x="9359" y="4287"/>
                      <a:pt x="8978" y="4668"/>
                      <a:pt x="8525" y="4668"/>
                    </a:cubicBezTo>
                    <a:lnTo>
                      <a:pt x="8299" y="4668"/>
                    </a:lnTo>
                    <a:cubicBezTo>
                      <a:pt x="7835" y="4668"/>
                      <a:pt x="7466" y="4287"/>
                      <a:pt x="7466" y="3834"/>
                    </a:cubicBezTo>
                    <a:lnTo>
                      <a:pt x="7466" y="3144"/>
                    </a:lnTo>
                    <a:cubicBezTo>
                      <a:pt x="7763" y="3120"/>
                      <a:pt x="8383" y="3013"/>
                      <a:pt x="8835" y="2608"/>
                    </a:cubicBezTo>
                    <a:close/>
                    <a:moveTo>
                      <a:pt x="8728" y="4989"/>
                    </a:moveTo>
                    <a:lnTo>
                      <a:pt x="8728" y="5215"/>
                    </a:lnTo>
                    <a:lnTo>
                      <a:pt x="8728" y="5227"/>
                    </a:lnTo>
                    <a:lnTo>
                      <a:pt x="8406" y="5573"/>
                    </a:lnTo>
                    <a:lnTo>
                      <a:pt x="8085" y="5251"/>
                    </a:lnTo>
                    <a:lnTo>
                      <a:pt x="8085" y="4989"/>
                    </a:lnTo>
                    <a:cubicBezTo>
                      <a:pt x="8168" y="5001"/>
                      <a:pt x="8240" y="5001"/>
                      <a:pt x="8299" y="5001"/>
                    </a:cubicBezTo>
                    <a:lnTo>
                      <a:pt x="8514" y="5001"/>
                    </a:lnTo>
                    <a:cubicBezTo>
                      <a:pt x="8597" y="5001"/>
                      <a:pt x="8668" y="5001"/>
                      <a:pt x="8728" y="4989"/>
                    </a:cubicBezTo>
                    <a:close/>
                    <a:moveTo>
                      <a:pt x="6573" y="3477"/>
                    </a:moveTo>
                    <a:lnTo>
                      <a:pt x="6573" y="3549"/>
                    </a:lnTo>
                    <a:cubicBezTo>
                      <a:pt x="6573" y="3870"/>
                      <a:pt x="6835" y="4156"/>
                      <a:pt x="7180" y="4156"/>
                    </a:cubicBezTo>
                    <a:cubicBezTo>
                      <a:pt x="7275" y="4465"/>
                      <a:pt x="7478" y="4727"/>
                      <a:pt x="7752" y="4870"/>
                    </a:cubicBezTo>
                    <a:lnTo>
                      <a:pt x="7752" y="5096"/>
                    </a:lnTo>
                    <a:lnTo>
                      <a:pt x="6716" y="5501"/>
                    </a:lnTo>
                    <a:cubicBezTo>
                      <a:pt x="6656" y="5513"/>
                      <a:pt x="6597" y="5537"/>
                      <a:pt x="6525" y="5585"/>
                    </a:cubicBezTo>
                    <a:lnTo>
                      <a:pt x="370" y="5585"/>
                    </a:lnTo>
                    <a:lnTo>
                      <a:pt x="370" y="3477"/>
                    </a:lnTo>
                    <a:close/>
                    <a:moveTo>
                      <a:pt x="179" y="1"/>
                    </a:moveTo>
                    <a:cubicBezTo>
                      <a:pt x="96" y="1"/>
                      <a:pt x="1" y="84"/>
                      <a:pt x="1" y="179"/>
                    </a:cubicBezTo>
                    <a:lnTo>
                      <a:pt x="1" y="2644"/>
                    </a:lnTo>
                    <a:cubicBezTo>
                      <a:pt x="1" y="2727"/>
                      <a:pt x="84" y="2822"/>
                      <a:pt x="179" y="2822"/>
                    </a:cubicBezTo>
                    <a:lnTo>
                      <a:pt x="6811" y="2822"/>
                    </a:lnTo>
                    <a:lnTo>
                      <a:pt x="6811" y="3072"/>
                    </a:lnTo>
                    <a:cubicBezTo>
                      <a:pt x="6775" y="3084"/>
                      <a:pt x="6751" y="3120"/>
                      <a:pt x="6728" y="3144"/>
                    </a:cubicBezTo>
                    <a:lnTo>
                      <a:pt x="179" y="3144"/>
                    </a:lnTo>
                    <a:cubicBezTo>
                      <a:pt x="96" y="3144"/>
                      <a:pt x="1" y="3215"/>
                      <a:pt x="1" y="3322"/>
                    </a:cubicBezTo>
                    <a:lnTo>
                      <a:pt x="1" y="5775"/>
                    </a:lnTo>
                    <a:cubicBezTo>
                      <a:pt x="1" y="5870"/>
                      <a:pt x="84" y="5954"/>
                      <a:pt x="179" y="5954"/>
                    </a:cubicBezTo>
                    <a:lnTo>
                      <a:pt x="6156" y="5954"/>
                    </a:lnTo>
                    <a:cubicBezTo>
                      <a:pt x="6001" y="6156"/>
                      <a:pt x="5894" y="6418"/>
                      <a:pt x="5894" y="6775"/>
                    </a:cubicBezTo>
                    <a:lnTo>
                      <a:pt x="5894" y="7621"/>
                    </a:lnTo>
                    <a:cubicBezTo>
                      <a:pt x="5894" y="7716"/>
                      <a:pt x="5978" y="7799"/>
                      <a:pt x="6085" y="7799"/>
                    </a:cubicBezTo>
                    <a:lnTo>
                      <a:pt x="6728" y="7799"/>
                    </a:lnTo>
                    <a:cubicBezTo>
                      <a:pt x="6823" y="7799"/>
                      <a:pt x="6918" y="7728"/>
                      <a:pt x="6918" y="7621"/>
                    </a:cubicBezTo>
                    <a:cubicBezTo>
                      <a:pt x="6918" y="7537"/>
                      <a:pt x="6835" y="7442"/>
                      <a:pt x="6728" y="7442"/>
                    </a:cubicBezTo>
                    <a:lnTo>
                      <a:pt x="6251" y="7442"/>
                    </a:lnTo>
                    <a:lnTo>
                      <a:pt x="6251" y="6763"/>
                    </a:lnTo>
                    <a:cubicBezTo>
                      <a:pt x="6251" y="6049"/>
                      <a:pt x="6823" y="5835"/>
                      <a:pt x="6835" y="5835"/>
                    </a:cubicBezTo>
                    <a:lnTo>
                      <a:pt x="6847" y="5835"/>
                    </a:lnTo>
                    <a:lnTo>
                      <a:pt x="7787" y="5466"/>
                    </a:lnTo>
                    <a:lnTo>
                      <a:pt x="7799" y="5477"/>
                    </a:lnTo>
                    <a:lnTo>
                      <a:pt x="8299" y="5954"/>
                    </a:lnTo>
                    <a:cubicBezTo>
                      <a:pt x="8323" y="5989"/>
                      <a:pt x="8371" y="6001"/>
                      <a:pt x="8418" y="6001"/>
                    </a:cubicBezTo>
                    <a:cubicBezTo>
                      <a:pt x="8454" y="6001"/>
                      <a:pt x="8502" y="5989"/>
                      <a:pt x="8537" y="5942"/>
                    </a:cubicBezTo>
                    <a:lnTo>
                      <a:pt x="9014" y="5442"/>
                    </a:lnTo>
                    <a:lnTo>
                      <a:pt x="9942" y="5811"/>
                    </a:lnTo>
                    <a:lnTo>
                      <a:pt x="9966" y="5811"/>
                    </a:lnTo>
                    <a:cubicBezTo>
                      <a:pt x="9990" y="5823"/>
                      <a:pt x="10538" y="6013"/>
                      <a:pt x="10538" y="6728"/>
                    </a:cubicBezTo>
                    <a:lnTo>
                      <a:pt x="10538" y="7418"/>
                    </a:lnTo>
                    <a:lnTo>
                      <a:pt x="7263" y="7418"/>
                    </a:lnTo>
                    <a:cubicBezTo>
                      <a:pt x="7180" y="7418"/>
                      <a:pt x="7085" y="7490"/>
                      <a:pt x="7085" y="7597"/>
                    </a:cubicBezTo>
                    <a:cubicBezTo>
                      <a:pt x="7085" y="7680"/>
                      <a:pt x="7168" y="7775"/>
                      <a:pt x="7263" y="7775"/>
                    </a:cubicBezTo>
                    <a:lnTo>
                      <a:pt x="10704" y="7775"/>
                    </a:lnTo>
                    <a:cubicBezTo>
                      <a:pt x="10800" y="7775"/>
                      <a:pt x="10883" y="7704"/>
                      <a:pt x="10883" y="7597"/>
                    </a:cubicBezTo>
                    <a:lnTo>
                      <a:pt x="10883" y="6751"/>
                    </a:lnTo>
                    <a:cubicBezTo>
                      <a:pt x="10883" y="5977"/>
                      <a:pt x="10371" y="5585"/>
                      <a:pt x="10073" y="5477"/>
                    </a:cubicBezTo>
                    <a:lnTo>
                      <a:pt x="9073" y="5085"/>
                    </a:lnTo>
                    <a:lnTo>
                      <a:pt x="9073" y="4870"/>
                    </a:lnTo>
                    <a:cubicBezTo>
                      <a:pt x="9335" y="4727"/>
                      <a:pt x="9549" y="4465"/>
                      <a:pt x="9633" y="4156"/>
                    </a:cubicBezTo>
                    <a:cubicBezTo>
                      <a:pt x="9966" y="4156"/>
                      <a:pt x="10252" y="3894"/>
                      <a:pt x="10252" y="3549"/>
                    </a:cubicBezTo>
                    <a:cubicBezTo>
                      <a:pt x="10252" y="3358"/>
                      <a:pt x="10145" y="3180"/>
                      <a:pt x="9990" y="3060"/>
                    </a:cubicBezTo>
                    <a:lnTo>
                      <a:pt x="9990" y="2596"/>
                    </a:lnTo>
                    <a:cubicBezTo>
                      <a:pt x="9990" y="1751"/>
                      <a:pt x="9311" y="1060"/>
                      <a:pt x="8466" y="1060"/>
                    </a:cubicBezTo>
                    <a:lnTo>
                      <a:pt x="8347" y="1060"/>
                    </a:lnTo>
                    <a:cubicBezTo>
                      <a:pt x="8204" y="1060"/>
                      <a:pt x="8085" y="1072"/>
                      <a:pt x="7966" y="1108"/>
                    </a:cubicBezTo>
                    <a:lnTo>
                      <a:pt x="7966" y="179"/>
                    </a:lnTo>
                    <a:cubicBezTo>
                      <a:pt x="7966" y="96"/>
                      <a:pt x="7894" y="1"/>
                      <a:pt x="7787" y="1"/>
                    </a:cubicBezTo>
                    <a:lnTo>
                      <a:pt x="7287" y="1"/>
                    </a:lnTo>
                    <a:cubicBezTo>
                      <a:pt x="7192" y="1"/>
                      <a:pt x="7109" y="84"/>
                      <a:pt x="7109" y="179"/>
                    </a:cubicBezTo>
                    <a:cubicBezTo>
                      <a:pt x="7109" y="286"/>
                      <a:pt x="7180" y="358"/>
                      <a:pt x="7287" y="358"/>
                    </a:cubicBezTo>
                    <a:lnTo>
                      <a:pt x="7621" y="358"/>
                    </a:lnTo>
                    <a:lnTo>
                      <a:pt x="7621" y="1251"/>
                    </a:lnTo>
                    <a:cubicBezTo>
                      <a:pt x="7180" y="1489"/>
                      <a:pt x="6847" y="1941"/>
                      <a:pt x="6811" y="2477"/>
                    </a:cubicBezTo>
                    <a:lnTo>
                      <a:pt x="346" y="2477"/>
                    </a:lnTo>
                    <a:lnTo>
                      <a:pt x="346" y="358"/>
                    </a:lnTo>
                    <a:lnTo>
                      <a:pt x="6716" y="358"/>
                    </a:lnTo>
                    <a:cubicBezTo>
                      <a:pt x="6811" y="358"/>
                      <a:pt x="6894" y="286"/>
                      <a:pt x="6894" y="179"/>
                    </a:cubicBezTo>
                    <a:cubicBezTo>
                      <a:pt x="6894" y="96"/>
                      <a:pt x="6823" y="1"/>
                      <a:pt x="671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Google Shape;14186;p83"/>
              <p:cNvSpPr/>
              <p:nvPr/>
            </p:nvSpPr>
            <p:spPr>
              <a:xfrm>
                <a:off x="3238462" y="3380005"/>
                <a:ext cx="49305" cy="47427"/>
              </a:xfrm>
              <a:custGeom>
                <a:avLst/>
                <a:gdLst/>
                <a:ahLst/>
                <a:cxnLst/>
                <a:rect l="l" t="t" r="r" b="b"/>
                <a:pathLst>
                  <a:path w="1549" h="1490" extrusionOk="0">
                    <a:moveTo>
                      <a:pt x="179" y="1"/>
                    </a:moveTo>
                    <a:cubicBezTo>
                      <a:pt x="84" y="1"/>
                      <a:pt x="1" y="72"/>
                      <a:pt x="1" y="180"/>
                    </a:cubicBezTo>
                    <a:lnTo>
                      <a:pt x="1" y="1311"/>
                    </a:lnTo>
                    <a:cubicBezTo>
                      <a:pt x="1" y="1394"/>
                      <a:pt x="72" y="1489"/>
                      <a:pt x="179" y="1489"/>
                    </a:cubicBezTo>
                    <a:lnTo>
                      <a:pt x="1370" y="1489"/>
                    </a:lnTo>
                    <a:cubicBezTo>
                      <a:pt x="1453" y="1489"/>
                      <a:pt x="1549" y="1418"/>
                      <a:pt x="1549" y="1311"/>
                    </a:cubicBezTo>
                    <a:lnTo>
                      <a:pt x="1549" y="1001"/>
                    </a:lnTo>
                    <a:cubicBezTo>
                      <a:pt x="1549" y="906"/>
                      <a:pt x="1477" y="811"/>
                      <a:pt x="1370" y="811"/>
                    </a:cubicBezTo>
                    <a:cubicBezTo>
                      <a:pt x="1275" y="811"/>
                      <a:pt x="1191" y="894"/>
                      <a:pt x="1191" y="1001"/>
                    </a:cubicBezTo>
                    <a:lnTo>
                      <a:pt x="1191" y="1132"/>
                    </a:lnTo>
                    <a:lnTo>
                      <a:pt x="334" y="1132"/>
                    </a:lnTo>
                    <a:lnTo>
                      <a:pt x="334" y="346"/>
                    </a:lnTo>
                    <a:lnTo>
                      <a:pt x="1037" y="346"/>
                    </a:lnTo>
                    <a:lnTo>
                      <a:pt x="1037" y="358"/>
                    </a:lnTo>
                    <a:cubicBezTo>
                      <a:pt x="1132" y="358"/>
                      <a:pt x="1215" y="287"/>
                      <a:pt x="1215" y="180"/>
                    </a:cubicBezTo>
                    <a:cubicBezTo>
                      <a:pt x="1215" y="84"/>
                      <a:pt x="1144" y="1"/>
                      <a:pt x="103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14187;p83"/>
              <p:cNvSpPr/>
              <p:nvPr/>
            </p:nvSpPr>
            <p:spPr>
              <a:xfrm>
                <a:off x="3251353" y="3380482"/>
                <a:ext cx="43607" cy="34058"/>
              </a:xfrm>
              <a:custGeom>
                <a:avLst/>
                <a:gdLst/>
                <a:ahLst/>
                <a:cxnLst/>
                <a:rect l="l" t="t" r="r" b="b"/>
                <a:pathLst>
                  <a:path w="1370" h="1070" extrusionOk="0">
                    <a:moveTo>
                      <a:pt x="1163" y="1"/>
                    </a:moveTo>
                    <a:cubicBezTo>
                      <a:pt x="1120" y="1"/>
                      <a:pt x="1078" y="16"/>
                      <a:pt x="1048" y="45"/>
                    </a:cubicBezTo>
                    <a:lnTo>
                      <a:pt x="489" y="653"/>
                    </a:lnTo>
                    <a:lnTo>
                      <a:pt x="310" y="462"/>
                    </a:lnTo>
                    <a:cubicBezTo>
                      <a:pt x="279" y="425"/>
                      <a:pt x="232" y="407"/>
                      <a:pt x="185" y="407"/>
                    </a:cubicBezTo>
                    <a:cubicBezTo>
                      <a:pt x="142" y="407"/>
                      <a:pt x="100" y="422"/>
                      <a:pt x="72" y="450"/>
                    </a:cubicBezTo>
                    <a:cubicBezTo>
                      <a:pt x="1" y="510"/>
                      <a:pt x="1" y="629"/>
                      <a:pt x="60" y="688"/>
                    </a:cubicBezTo>
                    <a:lnTo>
                      <a:pt x="358" y="1010"/>
                    </a:lnTo>
                    <a:cubicBezTo>
                      <a:pt x="382" y="1046"/>
                      <a:pt x="429" y="1069"/>
                      <a:pt x="477" y="1069"/>
                    </a:cubicBezTo>
                    <a:cubicBezTo>
                      <a:pt x="513" y="1069"/>
                      <a:pt x="560" y="1058"/>
                      <a:pt x="584" y="1010"/>
                    </a:cubicBezTo>
                    <a:lnTo>
                      <a:pt x="1286" y="272"/>
                    </a:lnTo>
                    <a:cubicBezTo>
                      <a:pt x="1370" y="224"/>
                      <a:pt x="1370" y="117"/>
                      <a:pt x="1286" y="45"/>
                    </a:cubicBezTo>
                    <a:cubicBezTo>
                      <a:pt x="1251" y="16"/>
                      <a:pt x="1206" y="1"/>
                      <a:pt x="11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14188;p83"/>
              <p:cNvSpPr/>
              <p:nvPr/>
            </p:nvSpPr>
            <p:spPr>
              <a:xfrm>
                <a:off x="3238462" y="3479314"/>
                <a:ext cx="49305" cy="47395"/>
              </a:xfrm>
              <a:custGeom>
                <a:avLst/>
                <a:gdLst/>
                <a:ahLst/>
                <a:cxnLst/>
                <a:rect l="l" t="t" r="r" b="b"/>
                <a:pathLst>
                  <a:path w="1549" h="1489" extrusionOk="0">
                    <a:moveTo>
                      <a:pt x="179" y="0"/>
                    </a:moveTo>
                    <a:cubicBezTo>
                      <a:pt x="84" y="0"/>
                      <a:pt x="1" y="84"/>
                      <a:pt x="1" y="179"/>
                    </a:cubicBezTo>
                    <a:lnTo>
                      <a:pt x="1" y="1310"/>
                    </a:lnTo>
                    <a:cubicBezTo>
                      <a:pt x="1" y="1405"/>
                      <a:pt x="72" y="1489"/>
                      <a:pt x="179" y="1489"/>
                    </a:cubicBezTo>
                    <a:lnTo>
                      <a:pt x="1370" y="1489"/>
                    </a:lnTo>
                    <a:cubicBezTo>
                      <a:pt x="1453" y="1489"/>
                      <a:pt x="1549" y="1417"/>
                      <a:pt x="1549" y="1310"/>
                    </a:cubicBezTo>
                    <a:lnTo>
                      <a:pt x="1549" y="1001"/>
                    </a:lnTo>
                    <a:cubicBezTo>
                      <a:pt x="1549" y="917"/>
                      <a:pt x="1477" y="822"/>
                      <a:pt x="1370" y="822"/>
                    </a:cubicBezTo>
                    <a:cubicBezTo>
                      <a:pt x="1275" y="822"/>
                      <a:pt x="1191" y="893"/>
                      <a:pt x="1191" y="1001"/>
                    </a:cubicBezTo>
                    <a:lnTo>
                      <a:pt x="1191" y="1131"/>
                    </a:lnTo>
                    <a:lnTo>
                      <a:pt x="334" y="1131"/>
                    </a:lnTo>
                    <a:lnTo>
                      <a:pt x="334" y="346"/>
                    </a:lnTo>
                    <a:lnTo>
                      <a:pt x="1037" y="358"/>
                    </a:lnTo>
                    <a:cubicBezTo>
                      <a:pt x="1132" y="358"/>
                      <a:pt x="1215" y="286"/>
                      <a:pt x="1215" y="179"/>
                    </a:cubicBezTo>
                    <a:cubicBezTo>
                      <a:pt x="1215" y="96"/>
                      <a:pt x="1144" y="0"/>
                      <a:pt x="103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14189;p83"/>
              <p:cNvSpPr/>
              <p:nvPr/>
            </p:nvSpPr>
            <p:spPr>
              <a:xfrm>
                <a:off x="3251353" y="3479792"/>
                <a:ext cx="43607" cy="34408"/>
              </a:xfrm>
              <a:custGeom>
                <a:avLst/>
                <a:gdLst/>
                <a:ahLst/>
                <a:cxnLst/>
                <a:rect l="l" t="t" r="r" b="b"/>
                <a:pathLst>
                  <a:path w="1370" h="1081" extrusionOk="0">
                    <a:moveTo>
                      <a:pt x="1163" y="0"/>
                    </a:moveTo>
                    <a:cubicBezTo>
                      <a:pt x="1120" y="0"/>
                      <a:pt x="1078" y="15"/>
                      <a:pt x="1048" y="45"/>
                    </a:cubicBezTo>
                    <a:lnTo>
                      <a:pt x="489" y="664"/>
                    </a:lnTo>
                    <a:lnTo>
                      <a:pt x="310" y="462"/>
                    </a:lnTo>
                    <a:cubicBezTo>
                      <a:pt x="279" y="424"/>
                      <a:pt x="232" y="406"/>
                      <a:pt x="185" y="406"/>
                    </a:cubicBezTo>
                    <a:cubicBezTo>
                      <a:pt x="142" y="406"/>
                      <a:pt x="100" y="421"/>
                      <a:pt x="72" y="450"/>
                    </a:cubicBezTo>
                    <a:cubicBezTo>
                      <a:pt x="1" y="509"/>
                      <a:pt x="1" y="628"/>
                      <a:pt x="60" y="688"/>
                    </a:cubicBezTo>
                    <a:lnTo>
                      <a:pt x="358" y="1021"/>
                    </a:lnTo>
                    <a:cubicBezTo>
                      <a:pt x="382" y="1045"/>
                      <a:pt x="429" y="1081"/>
                      <a:pt x="477" y="1081"/>
                    </a:cubicBezTo>
                    <a:cubicBezTo>
                      <a:pt x="513" y="1081"/>
                      <a:pt x="560" y="1057"/>
                      <a:pt x="584" y="1021"/>
                    </a:cubicBezTo>
                    <a:lnTo>
                      <a:pt x="1286" y="271"/>
                    </a:lnTo>
                    <a:cubicBezTo>
                      <a:pt x="1370" y="212"/>
                      <a:pt x="1370" y="104"/>
                      <a:pt x="1286" y="45"/>
                    </a:cubicBezTo>
                    <a:cubicBezTo>
                      <a:pt x="1251" y="15"/>
                      <a:pt x="1206" y="0"/>
                      <a:pt x="11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14190;p83"/>
              <p:cNvSpPr/>
              <p:nvPr/>
            </p:nvSpPr>
            <p:spPr>
              <a:xfrm>
                <a:off x="3238462" y="3578210"/>
                <a:ext cx="49305" cy="47809"/>
              </a:xfrm>
              <a:custGeom>
                <a:avLst/>
                <a:gdLst/>
                <a:ahLst/>
                <a:cxnLst/>
                <a:rect l="l" t="t" r="r" b="b"/>
                <a:pathLst>
                  <a:path w="1549" h="1502" extrusionOk="0">
                    <a:moveTo>
                      <a:pt x="179" y="1"/>
                    </a:moveTo>
                    <a:cubicBezTo>
                      <a:pt x="84" y="1"/>
                      <a:pt x="1" y="84"/>
                      <a:pt x="1" y="191"/>
                    </a:cubicBezTo>
                    <a:lnTo>
                      <a:pt x="1" y="1323"/>
                    </a:lnTo>
                    <a:cubicBezTo>
                      <a:pt x="1" y="1406"/>
                      <a:pt x="72" y="1501"/>
                      <a:pt x="179" y="1501"/>
                    </a:cubicBezTo>
                    <a:lnTo>
                      <a:pt x="1370" y="1501"/>
                    </a:lnTo>
                    <a:cubicBezTo>
                      <a:pt x="1453" y="1501"/>
                      <a:pt x="1549" y="1418"/>
                      <a:pt x="1549" y="1323"/>
                    </a:cubicBezTo>
                    <a:lnTo>
                      <a:pt x="1549" y="1001"/>
                    </a:lnTo>
                    <a:cubicBezTo>
                      <a:pt x="1537" y="930"/>
                      <a:pt x="1453" y="858"/>
                      <a:pt x="1370" y="858"/>
                    </a:cubicBezTo>
                    <a:cubicBezTo>
                      <a:pt x="1275" y="858"/>
                      <a:pt x="1191" y="930"/>
                      <a:pt x="1191" y="1037"/>
                    </a:cubicBezTo>
                    <a:lnTo>
                      <a:pt x="1191" y="1168"/>
                    </a:lnTo>
                    <a:lnTo>
                      <a:pt x="334" y="1168"/>
                    </a:lnTo>
                    <a:lnTo>
                      <a:pt x="334" y="370"/>
                    </a:lnTo>
                    <a:lnTo>
                      <a:pt x="1037" y="370"/>
                    </a:lnTo>
                    <a:cubicBezTo>
                      <a:pt x="1132" y="370"/>
                      <a:pt x="1215" y="287"/>
                      <a:pt x="1215" y="191"/>
                    </a:cubicBezTo>
                    <a:cubicBezTo>
                      <a:pt x="1215" y="96"/>
                      <a:pt x="1144" y="1"/>
                      <a:pt x="103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Google Shape;14191;p83"/>
              <p:cNvSpPr/>
              <p:nvPr/>
            </p:nvSpPr>
            <p:spPr>
              <a:xfrm>
                <a:off x="3251353" y="3579133"/>
                <a:ext cx="42843" cy="34376"/>
              </a:xfrm>
              <a:custGeom>
                <a:avLst/>
                <a:gdLst/>
                <a:ahLst/>
                <a:cxnLst/>
                <a:rect l="l" t="t" r="r" b="b"/>
                <a:pathLst>
                  <a:path w="1346" h="1080" extrusionOk="0">
                    <a:moveTo>
                      <a:pt x="1169" y="0"/>
                    </a:moveTo>
                    <a:cubicBezTo>
                      <a:pt x="1124" y="0"/>
                      <a:pt x="1079" y="18"/>
                      <a:pt x="1048" y="55"/>
                    </a:cubicBezTo>
                    <a:lnTo>
                      <a:pt x="489" y="662"/>
                    </a:lnTo>
                    <a:lnTo>
                      <a:pt x="310" y="472"/>
                    </a:lnTo>
                    <a:cubicBezTo>
                      <a:pt x="279" y="435"/>
                      <a:pt x="232" y="417"/>
                      <a:pt x="185" y="417"/>
                    </a:cubicBezTo>
                    <a:cubicBezTo>
                      <a:pt x="142" y="417"/>
                      <a:pt x="100" y="432"/>
                      <a:pt x="72" y="460"/>
                    </a:cubicBezTo>
                    <a:cubicBezTo>
                      <a:pt x="1" y="520"/>
                      <a:pt x="1" y="639"/>
                      <a:pt x="60" y="698"/>
                    </a:cubicBezTo>
                    <a:lnTo>
                      <a:pt x="358" y="1020"/>
                    </a:lnTo>
                    <a:cubicBezTo>
                      <a:pt x="382" y="1055"/>
                      <a:pt x="429" y="1079"/>
                      <a:pt x="477" y="1079"/>
                    </a:cubicBezTo>
                    <a:cubicBezTo>
                      <a:pt x="513" y="1079"/>
                      <a:pt x="560" y="1067"/>
                      <a:pt x="584" y="1020"/>
                    </a:cubicBezTo>
                    <a:lnTo>
                      <a:pt x="1286" y="281"/>
                    </a:lnTo>
                    <a:cubicBezTo>
                      <a:pt x="1346" y="198"/>
                      <a:pt x="1346" y="103"/>
                      <a:pt x="1286" y="43"/>
                    </a:cubicBezTo>
                    <a:cubicBezTo>
                      <a:pt x="1252" y="15"/>
                      <a:pt x="1210" y="0"/>
                      <a:pt x="1169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14192;p83"/>
              <p:cNvSpPr/>
              <p:nvPr/>
            </p:nvSpPr>
            <p:spPr>
              <a:xfrm>
                <a:off x="3215736" y="3359188"/>
                <a:ext cx="253558" cy="89442"/>
              </a:xfrm>
              <a:custGeom>
                <a:avLst/>
                <a:gdLst/>
                <a:ahLst/>
                <a:cxnLst/>
                <a:rect l="l" t="t" r="r" b="b"/>
                <a:pathLst>
                  <a:path w="7966" h="2810" extrusionOk="0">
                    <a:moveTo>
                      <a:pt x="179" y="0"/>
                    </a:moveTo>
                    <a:cubicBezTo>
                      <a:pt x="84" y="0"/>
                      <a:pt x="0" y="72"/>
                      <a:pt x="0" y="179"/>
                    </a:cubicBezTo>
                    <a:lnTo>
                      <a:pt x="0" y="2631"/>
                    </a:lnTo>
                    <a:cubicBezTo>
                      <a:pt x="0" y="2739"/>
                      <a:pt x="72" y="2810"/>
                      <a:pt x="167" y="2810"/>
                    </a:cubicBezTo>
                    <a:lnTo>
                      <a:pt x="7787" y="2810"/>
                    </a:lnTo>
                    <a:cubicBezTo>
                      <a:pt x="7870" y="2810"/>
                      <a:pt x="7966" y="2739"/>
                      <a:pt x="7966" y="2631"/>
                    </a:cubicBezTo>
                    <a:lnTo>
                      <a:pt x="7966" y="179"/>
                    </a:lnTo>
                    <a:cubicBezTo>
                      <a:pt x="7966" y="83"/>
                      <a:pt x="7882" y="0"/>
                      <a:pt x="7787" y="0"/>
                    </a:cubicBezTo>
                    <a:lnTo>
                      <a:pt x="7275" y="0"/>
                    </a:lnTo>
                    <a:cubicBezTo>
                      <a:pt x="7192" y="0"/>
                      <a:pt x="7097" y="72"/>
                      <a:pt x="7097" y="179"/>
                    </a:cubicBezTo>
                    <a:cubicBezTo>
                      <a:pt x="7097" y="262"/>
                      <a:pt x="7168" y="357"/>
                      <a:pt x="7275" y="357"/>
                    </a:cubicBezTo>
                    <a:lnTo>
                      <a:pt x="7620" y="357"/>
                    </a:lnTo>
                    <a:lnTo>
                      <a:pt x="7620" y="2465"/>
                    </a:lnTo>
                    <a:lnTo>
                      <a:pt x="346" y="2465"/>
                    </a:lnTo>
                    <a:lnTo>
                      <a:pt x="346" y="357"/>
                    </a:lnTo>
                    <a:lnTo>
                      <a:pt x="6716" y="357"/>
                    </a:lnTo>
                    <a:cubicBezTo>
                      <a:pt x="6799" y="357"/>
                      <a:pt x="6894" y="286"/>
                      <a:pt x="6894" y="179"/>
                    </a:cubicBezTo>
                    <a:cubicBezTo>
                      <a:pt x="6894" y="83"/>
                      <a:pt x="6811" y="0"/>
                      <a:pt x="671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" name="Группа 5"/>
          <p:cNvGrpSpPr/>
          <p:nvPr/>
        </p:nvGrpSpPr>
        <p:grpSpPr>
          <a:xfrm>
            <a:off x="4418505" y="1632609"/>
            <a:ext cx="1573246" cy="3943422"/>
            <a:chOff x="5983959" y="1633987"/>
            <a:chExt cx="1573246" cy="3943422"/>
          </a:xfrm>
        </p:grpSpPr>
        <p:sp>
          <p:nvSpPr>
            <p:cNvPr id="2188" name="Google Shape;2188;p58"/>
            <p:cNvSpPr txBox="1"/>
            <p:nvPr/>
          </p:nvSpPr>
          <p:spPr>
            <a:xfrm>
              <a:off x="5983959" y="4129148"/>
              <a:ext cx="1573200" cy="47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lvl="0" algn="ctr">
                <a:lnSpc>
                  <a:spcPct val="115000"/>
                </a:lnSpc>
              </a:pPr>
              <a:r>
                <a:rPr lang="en-US" sz="2000" b="1" dirty="0">
                  <a:solidFill>
                    <a:schemeClr val="dk1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Developer</a:t>
              </a:r>
            </a:p>
          </p:txBody>
        </p:sp>
        <p:sp>
          <p:nvSpPr>
            <p:cNvPr id="2189" name="Google Shape;2189;p58"/>
            <p:cNvSpPr txBox="1"/>
            <p:nvPr/>
          </p:nvSpPr>
          <p:spPr>
            <a:xfrm>
              <a:off x="5984005" y="4708309"/>
              <a:ext cx="1573200" cy="86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800" dirty="0" err="1">
                  <a:solidFill>
                    <a:schemeClr val="dk1"/>
                  </a:solidFill>
                  <a:latin typeface="Arial" panose="020B0604020202020204" pitchFamily="34" charset="0"/>
                  <a:ea typeface="Poppins"/>
                  <a:cs typeface="Arial" panose="020B0604020202020204" pitchFamily="34" charset="0"/>
                  <a:sym typeface="Poppins"/>
                </a:rPr>
                <a:t>Дадочкина</a:t>
              </a:r>
              <a:r>
                <a:rPr lang="ru-RU" sz="1800" dirty="0" smtClean="0">
                  <a:solidFill>
                    <a:schemeClr val="dk1"/>
                  </a:solidFill>
                  <a:latin typeface="Arial" panose="020B0604020202020204" pitchFamily="34" charset="0"/>
                  <a:ea typeface="Poppins"/>
                  <a:cs typeface="Arial" panose="020B0604020202020204" pitchFamily="34" charset="0"/>
                  <a:sym typeface="Poppins"/>
                </a:rPr>
                <a:t> </a:t>
              </a:r>
              <a:r>
                <a:rPr lang="ru-RU" sz="1800" dirty="0">
                  <a:solidFill>
                    <a:schemeClr val="dk1"/>
                  </a:solidFill>
                  <a:latin typeface="Arial" panose="020B0604020202020204" pitchFamily="34" charset="0"/>
                  <a:ea typeface="Poppins"/>
                  <a:cs typeface="Arial" panose="020B0604020202020204" pitchFamily="34" charset="0"/>
                  <a:sym typeface="Poppins"/>
                </a:rPr>
                <a:t>Анастасия</a:t>
              </a:r>
              <a:endParaRPr sz="1800" dirty="0">
                <a:solidFill>
                  <a:schemeClr val="dk1"/>
                </a:solidFill>
                <a:latin typeface="Arial" panose="020B0604020202020204" pitchFamily="34" charset="0"/>
                <a:ea typeface="Poppins"/>
                <a:cs typeface="Arial" panose="020B0604020202020204" pitchFamily="34" charset="0"/>
                <a:sym typeface="Poppins"/>
              </a:endParaRPr>
            </a:p>
          </p:txBody>
        </p:sp>
        <p:sp>
          <p:nvSpPr>
            <p:cNvPr id="2192" name="Google Shape;2192;p58"/>
            <p:cNvSpPr txBox="1"/>
            <p:nvPr/>
          </p:nvSpPr>
          <p:spPr>
            <a:xfrm>
              <a:off x="5983987" y="1633987"/>
              <a:ext cx="1573200" cy="48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 b="1">
                  <a:solidFill>
                    <a:schemeClr val="lt2"/>
                  </a:solidFill>
                  <a:latin typeface="Poppins"/>
                  <a:ea typeface="Poppins"/>
                  <a:cs typeface="Poppins"/>
                  <a:sym typeface="Poppins"/>
                </a:rPr>
                <a:t>04</a:t>
              </a:r>
              <a:endParaRPr sz="3000" b="1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cxnSp>
          <p:nvCxnSpPr>
            <p:cNvPr id="2199" name="Google Shape;2199;p58"/>
            <p:cNvCxnSpPr/>
            <p:nvPr/>
          </p:nvCxnSpPr>
          <p:spPr>
            <a:xfrm rot="-5400000" flipH="1">
              <a:off x="6536456" y="3744288"/>
              <a:ext cx="468900" cy="600"/>
            </a:xfrm>
            <a:prstGeom prst="bentConnector3">
              <a:avLst>
                <a:gd name="adj1" fmla="val 50011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2202" name="Google Shape;2202;p58"/>
            <p:cNvCxnSpPr/>
            <p:nvPr/>
          </p:nvCxnSpPr>
          <p:spPr>
            <a:xfrm rot="-5400000" flipH="1">
              <a:off x="6533150" y="2345190"/>
              <a:ext cx="475500" cy="600"/>
            </a:xfrm>
            <a:prstGeom prst="bentConnector3">
              <a:avLst>
                <a:gd name="adj1" fmla="val 4998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28" name="Google Shape;2150;p58"/>
            <p:cNvSpPr/>
            <p:nvPr/>
          </p:nvSpPr>
          <p:spPr>
            <a:xfrm>
              <a:off x="6232724" y="2578108"/>
              <a:ext cx="1075725" cy="932894"/>
            </a:xfrm>
            <a:prstGeom prst="rect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2" name="Google Shape;2397;p64"/>
            <p:cNvGrpSpPr/>
            <p:nvPr/>
          </p:nvGrpSpPr>
          <p:grpSpPr>
            <a:xfrm>
              <a:off x="6314809" y="2666295"/>
              <a:ext cx="936046" cy="785088"/>
              <a:chOff x="713167" y="740543"/>
              <a:chExt cx="476707" cy="422153"/>
            </a:xfrm>
          </p:grpSpPr>
          <p:sp>
            <p:nvSpPr>
              <p:cNvPr id="133" name="Google Shape;2398;p64"/>
              <p:cNvSpPr/>
              <p:nvPr/>
            </p:nvSpPr>
            <p:spPr>
              <a:xfrm>
                <a:off x="713167" y="740543"/>
                <a:ext cx="476707" cy="422153"/>
              </a:xfrm>
              <a:custGeom>
                <a:avLst/>
                <a:gdLst/>
                <a:ahLst/>
                <a:cxnLst/>
                <a:rect l="l" t="t" r="r" b="b"/>
                <a:pathLst>
                  <a:path w="12583" h="11143" extrusionOk="0">
                    <a:moveTo>
                      <a:pt x="3671" y="1967"/>
                    </a:moveTo>
                    <a:lnTo>
                      <a:pt x="3671" y="4501"/>
                    </a:lnTo>
                    <a:cubicBezTo>
                      <a:pt x="3671" y="4596"/>
                      <a:pt x="3740" y="4681"/>
                      <a:pt x="3835" y="4691"/>
                    </a:cubicBezTo>
                    <a:cubicBezTo>
                      <a:pt x="3840" y="4691"/>
                      <a:pt x="3846" y="4691"/>
                      <a:pt x="3851" y="4691"/>
                    </a:cubicBezTo>
                    <a:cubicBezTo>
                      <a:pt x="3951" y="4691"/>
                      <a:pt x="4032" y="4609"/>
                      <a:pt x="4032" y="4507"/>
                    </a:cubicBezTo>
                    <a:lnTo>
                      <a:pt x="4032" y="1968"/>
                    </a:lnTo>
                    <a:lnTo>
                      <a:pt x="12223" y="1968"/>
                    </a:lnTo>
                    <a:lnTo>
                      <a:pt x="12223" y="10529"/>
                    </a:lnTo>
                    <a:lnTo>
                      <a:pt x="12222" y="10529"/>
                    </a:lnTo>
                    <a:cubicBezTo>
                      <a:pt x="12222" y="10667"/>
                      <a:pt x="12109" y="10780"/>
                      <a:pt x="11971" y="10780"/>
                    </a:cubicBezTo>
                    <a:lnTo>
                      <a:pt x="4030" y="10780"/>
                    </a:lnTo>
                    <a:lnTo>
                      <a:pt x="4030" y="5342"/>
                    </a:lnTo>
                    <a:cubicBezTo>
                      <a:pt x="4030" y="5254"/>
                      <a:pt x="3973" y="5174"/>
                      <a:pt x="3886" y="5157"/>
                    </a:cubicBezTo>
                    <a:cubicBezTo>
                      <a:pt x="3873" y="5154"/>
                      <a:pt x="3861" y="5153"/>
                      <a:pt x="3849" y="5153"/>
                    </a:cubicBezTo>
                    <a:cubicBezTo>
                      <a:pt x="3750" y="5153"/>
                      <a:pt x="3670" y="5236"/>
                      <a:pt x="3670" y="5337"/>
                    </a:cubicBezTo>
                    <a:lnTo>
                      <a:pt x="3670" y="10780"/>
                    </a:lnTo>
                    <a:lnTo>
                      <a:pt x="614" y="10780"/>
                    </a:lnTo>
                    <a:cubicBezTo>
                      <a:pt x="475" y="10780"/>
                      <a:pt x="362" y="10667"/>
                      <a:pt x="362" y="10529"/>
                    </a:cubicBezTo>
                    <a:lnTo>
                      <a:pt x="362" y="1967"/>
                    </a:lnTo>
                    <a:close/>
                    <a:moveTo>
                      <a:pt x="8476" y="1"/>
                    </a:moveTo>
                    <a:cubicBezTo>
                      <a:pt x="8476" y="1"/>
                      <a:pt x="8475" y="1"/>
                      <a:pt x="8474" y="1"/>
                    </a:cubicBezTo>
                    <a:lnTo>
                      <a:pt x="637" y="1"/>
                    </a:lnTo>
                    <a:cubicBezTo>
                      <a:pt x="295" y="1"/>
                      <a:pt x="16" y="278"/>
                      <a:pt x="0" y="622"/>
                    </a:cubicBezTo>
                    <a:lnTo>
                      <a:pt x="33" y="10521"/>
                    </a:lnTo>
                    <a:cubicBezTo>
                      <a:pt x="33" y="10865"/>
                      <a:pt x="310" y="11142"/>
                      <a:pt x="654" y="11142"/>
                    </a:cubicBezTo>
                    <a:lnTo>
                      <a:pt x="11961" y="11142"/>
                    </a:lnTo>
                    <a:cubicBezTo>
                      <a:pt x="12305" y="11142"/>
                      <a:pt x="12582" y="10865"/>
                      <a:pt x="12582" y="10521"/>
                    </a:cubicBezTo>
                    <a:lnTo>
                      <a:pt x="12582" y="623"/>
                    </a:lnTo>
                    <a:cubicBezTo>
                      <a:pt x="12582" y="278"/>
                      <a:pt x="12305" y="1"/>
                      <a:pt x="11964" y="1"/>
                    </a:cubicBezTo>
                    <a:lnTo>
                      <a:pt x="9348" y="1"/>
                    </a:lnTo>
                    <a:cubicBezTo>
                      <a:pt x="9253" y="1"/>
                      <a:pt x="9168" y="71"/>
                      <a:pt x="9159" y="165"/>
                    </a:cubicBezTo>
                    <a:cubicBezTo>
                      <a:pt x="9150" y="272"/>
                      <a:pt x="9234" y="361"/>
                      <a:pt x="9339" y="361"/>
                    </a:cubicBezTo>
                    <a:lnTo>
                      <a:pt x="11969" y="361"/>
                    </a:lnTo>
                    <a:cubicBezTo>
                      <a:pt x="12108" y="361"/>
                      <a:pt x="12221" y="474"/>
                      <a:pt x="12221" y="612"/>
                    </a:cubicBezTo>
                    <a:lnTo>
                      <a:pt x="12221" y="1574"/>
                    </a:lnTo>
                    <a:lnTo>
                      <a:pt x="360" y="1571"/>
                    </a:lnTo>
                    <a:lnTo>
                      <a:pt x="360" y="612"/>
                    </a:lnTo>
                    <a:cubicBezTo>
                      <a:pt x="360" y="474"/>
                      <a:pt x="472" y="361"/>
                      <a:pt x="611" y="361"/>
                    </a:cubicBezTo>
                    <a:lnTo>
                      <a:pt x="8474" y="361"/>
                    </a:lnTo>
                    <a:cubicBezTo>
                      <a:pt x="8474" y="361"/>
                      <a:pt x="8660" y="287"/>
                      <a:pt x="8660" y="184"/>
                    </a:cubicBezTo>
                    <a:cubicBezTo>
                      <a:pt x="8660" y="83"/>
                      <a:pt x="8578" y="1"/>
                      <a:pt x="847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2399;p64"/>
              <p:cNvSpPr/>
              <p:nvPr/>
            </p:nvSpPr>
            <p:spPr>
              <a:xfrm>
                <a:off x="756621" y="834914"/>
                <a:ext cx="37468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1" extrusionOk="0">
                    <a:moveTo>
                      <a:pt x="198" y="0"/>
                    </a:moveTo>
                    <a:cubicBezTo>
                      <a:pt x="103" y="0"/>
                      <a:pt x="17" y="69"/>
                      <a:pt x="10" y="164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791" y="361"/>
                    </a:lnTo>
                    <a:cubicBezTo>
                      <a:pt x="886" y="361"/>
                      <a:pt x="972" y="290"/>
                      <a:pt x="979" y="196"/>
                    </a:cubicBezTo>
                    <a:cubicBezTo>
                      <a:pt x="989" y="89"/>
                      <a:pt x="905" y="0"/>
                      <a:pt x="8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Google Shape;2400;p64"/>
              <p:cNvSpPr/>
              <p:nvPr/>
            </p:nvSpPr>
            <p:spPr>
              <a:xfrm>
                <a:off x="756583" y="869617"/>
                <a:ext cx="37506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990" h="362" extrusionOk="0">
                    <a:moveTo>
                      <a:pt x="198" y="1"/>
                    </a:moveTo>
                    <a:cubicBezTo>
                      <a:pt x="102" y="1"/>
                      <a:pt x="17" y="70"/>
                      <a:pt x="10" y="164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792" y="361"/>
                    </a:lnTo>
                    <a:cubicBezTo>
                      <a:pt x="887" y="361"/>
                      <a:pt x="973" y="291"/>
                      <a:pt x="980" y="197"/>
                    </a:cubicBezTo>
                    <a:cubicBezTo>
                      <a:pt x="990" y="91"/>
                      <a:pt x="906" y="1"/>
                      <a:pt x="80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Google Shape;2401;p64"/>
              <p:cNvSpPr/>
              <p:nvPr/>
            </p:nvSpPr>
            <p:spPr>
              <a:xfrm>
                <a:off x="756583" y="904395"/>
                <a:ext cx="37506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90" h="361" extrusionOk="0">
                    <a:moveTo>
                      <a:pt x="198" y="0"/>
                    </a:moveTo>
                    <a:cubicBezTo>
                      <a:pt x="102" y="0"/>
                      <a:pt x="17" y="69"/>
                      <a:pt x="10" y="164"/>
                    </a:cubicBezTo>
                    <a:cubicBezTo>
                      <a:pt x="0" y="271"/>
                      <a:pt x="84" y="360"/>
                      <a:pt x="189" y="360"/>
                    </a:cubicBezTo>
                    <a:lnTo>
                      <a:pt x="792" y="360"/>
                    </a:lnTo>
                    <a:cubicBezTo>
                      <a:pt x="887" y="360"/>
                      <a:pt x="973" y="290"/>
                      <a:pt x="980" y="196"/>
                    </a:cubicBezTo>
                    <a:cubicBezTo>
                      <a:pt x="990" y="90"/>
                      <a:pt x="906" y="0"/>
                      <a:pt x="80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Google Shape;2402;p64"/>
              <p:cNvSpPr/>
              <p:nvPr/>
            </p:nvSpPr>
            <p:spPr>
              <a:xfrm>
                <a:off x="756621" y="939136"/>
                <a:ext cx="37468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1" extrusionOk="0">
                    <a:moveTo>
                      <a:pt x="198" y="1"/>
                    </a:moveTo>
                    <a:cubicBezTo>
                      <a:pt x="103" y="1"/>
                      <a:pt x="17" y="71"/>
                      <a:pt x="10" y="165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791" y="361"/>
                    </a:lnTo>
                    <a:cubicBezTo>
                      <a:pt x="886" y="361"/>
                      <a:pt x="972" y="292"/>
                      <a:pt x="979" y="198"/>
                    </a:cubicBezTo>
                    <a:cubicBezTo>
                      <a:pt x="989" y="90"/>
                      <a:pt x="905" y="1"/>
                      <a:pt x="8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Google Shape;2403;p64"/>
              <p:cNvSpPr/>
              <p:nvPr/>
            </p:nvSpPr>
            <p:spPr>
              <a:xfrm>
                <a:off x="756583" y="975164"/>
                <a:ext cx="37506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90" h="361" extrusionOk="0">
                    <a:moveTo>
                      <a:pt x="198" y="1"/>
                    </a:moveTo>
                    <a:cubicBezTo>
                      <a:pt x="102" y="1"/>
                      <a:pt x="17" y="70"/>
                      <a:pt x="10" y="164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792" y="361"/>
                    </a:lnTo>
                    <a:cubicBezTo>
                      <a:pt x="887" y="361"/>
                      <a:pt x="973" y="291"/>
                      <a:pt x="980" y="195"/>
                    </a:cubicBezTo>
                    <a:cubicBezTo>
                      <a:pt x="990" y="90"/>
                      <a:pt x="906" y="1"/>
                      <a:pt x="80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Google Shape;2404;p64"/>
              <p:cNvSpPr/>
              <p:nvPr/>
            </p:nvSpPr>
            <p:spPr>
              <a:xfrm>
                <a:off x="756621" y="1009905"/>
                <a:ext cx="37468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1" extrusionOk="0">
                    <a:moveTo>
                      <a:pt x="198" y="0"/>
                    </a:moveTo>
                    <a:cubicBezTo>
                      <a:pt x="103" y="0"/>
                      <a:pt x="17" y="69"/>
                      <a:pt x="10" y="164"/>
                    </a:cubicBezTo>
                    <a:cubicBezTo>
                      <a:pt x="0" y="271"/>
                      <a:pt x="84" y="360"/>
                      <a:pt x="189" y="360"/>
                    </a:cubicBezTo>
                    <a:lnTo>
                      <a:pt x="791" y="360"/>
                    </a:lnTo>
                    <a:cubicBezTo>
                      <a:pt x="886" y="360"/>
                      <a:pt x="972" y="290"/>
                      <a:pt x="979" y="196"/>
                    </a:cubicBezTo>
                    <a:cubicBezTo>
                      <a:pt x="989" y="90"/>
                      <a:pt x="905" y="0"/>
                      <a:pt x="8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Google Shape;2405;p64"/>
              <p:cNvSpPr/>
              <p:nvPr/>
            </p:nvSpPr>
            <p:spPr>
              <a:xfrm>
                <a:off x="756583" y="1044645"/>
                <a:ext cx="37506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990" h="362" extrusionOk="0">
                    <a:moveTo>
                      <a:pt x="198" y="1"/>
                    </a:moveTo>
                    <a:cubicBezTo>
                      <a:pt x="102" y="1"/>
                      <a:pt x="17" y="70"/>
                      <a:pt x="10" y="166"/>
                    </a:cubicBezTo>
                    <a:cubicBezTo>
                      <a:pt x="0" y="273"/>
                      <a:pt x="84" y="362"/>
                      <a:pt x="189" y="362"/>
                    </a:cubicBezTo>
                    <a:lnTo>
                      <a:pt x="792" y="362"/>
                    </a:lnTo>
                    <a:cubicBezTo>
                      <a:pt x="887" y="362"/>
                      <a:pt x="973" y="293"/>
                      <a:pt x="980" y="199"/>
                    </a:cubicBezTo>
                    <a:cubicBezTo>
                      <a:pt x="990" y="91"/>
                      <a:pt x="906" y="1"/>
                      <a:pt x="80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Google Shape;2406;p64"/>
              <p:cNvSpPr/>
              <p:nvPr/>
            </p:nvSpPr>
            <p:spPr>
              <a:xfrm>
                <a:off x="756621" y="1079424"/>
                <a:ext cx="37468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1" extrusionOk="0">
                    <a:moveTo>
                      <a:pt x="198" y="0"/>
                    </a:moveTo>
                    <a:cubicBezTo>
                      <a:pt x="103" y="0"/>
                      <a:pt x="17" y="70"/>
                      <a:pt x="10" y="165"/>
                    </a:cubicBezTo>
                    <a:cubicBezTo>
                      <a:pt x="0" y="271"/>
                      <a:pt x="84" y="360"/>
                      <a:pt x="189" y="360"/>
                    </a:cubicBezTo>
                    <a:lnTo>
                      <a:pt x="791" y="360"/>
                    </a:lnTo>
                    <a:cubicBezTo>
                      <a:pt x="886" y="360"/>
                      <a:pt x="972" y="291"/>
                      <a:pt x="979" y="197"/>
                    </a:cubicBezTo>
                    <a:cubicBezTo>
                      <a:pt x="989" y="89"/>
                      <a:pt x="905" y="0"/>
                      <a:pt x="8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Google Shape;2407;p64"/>
              <p:cNvSpPr/>
              <p:nvPr/>
            </p:nvSpPr>
            <p:spPr>
              <a:xfrm>
                <a:off x="756621" y="1114202"/>
                <a:ext cx="37468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0" extrusionOk="0">
                    <a:moveTo>
                      <a:pt x="198" y="1"/>
                    </a:moveTo>
                    <a:cubicBezTo>
                      <a:pt x="103" y="1"/>
                      <a:pt x="17" y="70"/>
                      <a:pt x="10" y="164"/>
                    </a:cubicBezTo>
                    <a:cubicBezTo>
                      <a:pt x="0" y="271"/>
                      <a:pt x="84" y="360"/>
                      <a:pt x="189" y="360"/>
                    </a:cubicBezTo>
                    <a:lnTo>
                      <a:pt x="791" y="360"/>
                    </a:lnTo>
                    <a:cubicBezTo>
                      <a:pt x="886" y="360"/>
                      <a:pt x="972" y="291"/>
                      <a:pt x="979" y="196"/>
                    </a:cubicBezTo>
                    <a:cubicBezTo>
                      <a:pt x="989" y="90"/>
                      <a:pt x="905" y="1"/>
                      <a:pt x="8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2408;p64"/>
              <p:cNvSpPr/>
              <p:nvPr/>
            </p:nvSpPr>
            <p:spPr>
              <a:xfrm>
                <a:off x="931309" y="834497"/>
                <a:ext cx="43681" cy="84029"/>
              </a:xfrm>
              <a:custGeom>
                <a:avLst/>
                <a:gdLst/>
                <a:ahLst/>
                <a:cxnLst/>
                <a:rect l="l" t="t" r="r" b="b"/>
                <a:pathLst>
                  <a:path w="1153" h="2218" extrusionOk="0">
                    <a:moveTo>
                      <a:pt x="944" y="0"/>
                    </a:moveTo>
                    <a:cubicBezTo>
                      <a:pt x="870" y="0"/>
                      <a:pt x="800" y="45"/>
                      <a:pt x="772" y="117"/>
                    </a:cubicBezTo>
                    <a:lnTo>
                      <a:pt x="37" y="1965"/>
                    </a:lnTo>
                    <a:cubicBezTo>
                      <a:pt x="1" y="2059"/>
                      <a:pt x="46" y="2166"/>
                      <a:pt x="140" y="2204"/>
                    </a:cubicBezTo>
                    <a:cubicBezTo>
                      <a:pt x="163" y="2213"/>
                      <a:pt x="186" y="2217"/>
                      <a:pt x="208" y="2217"/>
                    </a:cubicBezTo>
                    <a:cubicBezTo>
                      <a:pt x="281" y="2217"/>
                      <a:pt x="352" y="2173"/>
                      <a:pt x="380" y="2101"/>
                    </a:cubicBezTo>
                    <a:lnTo>
                      <a:pt x="1114" y="253"/>
                    </a:lnTo>
                    <a:cubicBezTo>
                      <a:pt x="1153" y="159"/>
                      <a:pt x="1106" y="52"/>
                      <a:pt x="1011" y="13"/>
                    </a:cubicBezTo>
                    <a:cubicBezTo>
                      <a:pt x="989" y="5"/>
                      <a:pt x="966" y="0"/>
                      <a:pt x="94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Google Shape;2409;p64"/>
              <p:cNvSpPr/>
              <p:nvPr/>
            </p:nvSpPr>
            <p:spPr>
              <a:xfrm>
                <a:off x="985598" y="837869"/>
                <a:ext cx="34097" cy="77248"/>
              </a:xfrm>
              <a:custGeom>
                <a:avLst/>
                <a:gdLst/>
                <a:ahLst/>
                <a:cxnLst/>
                <a:rect l="l" t="t" r="r" b="b"/>
                <a:pathLst>
                  <a:path w="900" h="2039" extrusionOk="0">
                    <a:moveTo>
                      <a:pt x="212" y="0"/>
                    </a:moveTo>
                    <a:cubicBezTo>
                      <a:pt x="180" y="0"/>
                      <a:pt x="147" y="9"/>
                      <a:pt x="118" y="27"/>
                    </a:cubicBezTo>
                    <a:cubicBezTo>
                      <a:pt x="30" y="79"/>
                      <a:pt x="3" y="193"/>
                      <a:pt x="55" y="279"/>
                    </a:cubicBezTo>
                    <a:lnTo>
                      <a:pt x="492" y="1004"/>
                    </a:lnTo>
                    <a:lnTo>
                      <a:pt x="53" y="1762"/>
                    </a:lnTo>
                    <a:cubicBezTo>
                      <a:pt x="0" y="1850"/>
                      <a:pt x="31" y="1964"/>
                      <a:pt x="119" y="2014"/>
                    </a:cubicBezTo>
                    <a:cubicBezTo>
                      <a:pt x="147" y="2032"/>
                      <a:pt x="181" y="2039"/>
                      <a:pt x="212" y="2039"/>
                    </a:cubicBezTo>
                    <a:cubicBezTo>
                      <a:pt x="276" y="2039"/>
                      <a:pt x="338" y="2007"/>
                      <a:pt x="371" y="1948"/>
                    </a:cubicBezTo>
                    <a:lnTo>
                      <a:pt x="865" y="1095"/>
                    </a:lnTo>
                    <a:cubicBezTo>
                      <a:pt x="899" y="1038"/>
                      <a:pt x="898" y="965"/>
                      <a:pt x="863" y="908"/>
                    </a:cubicBezTo>
                    <a:lnTo>
                      <a:pt x="370" y="90"/>
                    </a:lnTo>
                    <a:cubicBezTo>
                      <a:pt x="336" y="32"/>
                      <a:pt x="275" y="0"/>
                      <a:pt x="2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2410;p64"/>
              <p:cNvSpPr/>
              <p:nvPr/>
            </p:nvSpPr>
            <p:spPr>
              <a:xfrm>
                <a:off x="886605" y="837869"/>
                <a:ext cx="34021" cy="77248"/>
              </a:xfrm>
              <a:custGeom>
                <a:avLst/>
                <a:gdLst/>
                <a:ahLst/>
                <a:cxnLst/>
                <a:rect l="l" t="t" r="r" b="b"/>
                <a:pathLst>
                  <a:path w="898" h="2039" extrusionOk="0">
                    <a:moveTo>
                      <a:pt x="687" y="0"/>
                    </a:moveTo>
                    <a:cubicBezTo>
                      <a:pt x="624" y="0"/>
                      <a:pt x="564" y="32"/>
                      <a:pt x="529" y="90"/>
                    </a:cubicBezTo>
                    <a:lnTo>
                      <a:pt x="36" y="908"/>
                    </a:lnTo>
                    <a:cubicBezTo>
                      <a:pt x="2" y="965"/>
                      <a:pt x="0" y="1038"/>
                      <a:pt x="35" y="1095"/>
                    </a:cubicBezTo>
                    <a:lnTo>
                      <a:pt x="528" y="1948"/>
                    </a:lnTo>
                    <a:cubicBezTo>
                      <a:pt x="563" y="2007"/>
                      <a:pt x="623" y="2039"/>
                      <a:pt x="688" y="2039"/>
                    </a:cubicBezTo>
                    <a:cubicBezTo>
                      <a:pt x="720" y="2039"/>
                      <a:pt x="751" y="2031"/>
                      <a:pt x="780" y="2014"/>
                    </a:cubicBezTo>
                    <a:cubicBezTo>
                      <a:pt x="868" y="1964"/>
                      <a:pt x="898" y="1850"/>
                      <a:pt x="847" y="1762"/>
                    </a:cubicBezTo>
                    <a:lnTo>
                      <a:pt x="408" y="1005"/>
                    </a:lnTo>
                    <a:lnTo>
                      <a:pt x="846" y="279"/>
                    </a:lnTo>
                    <a:cubicBezTo>
                      <a:pt x="898" y="191"/>
                      <a:pt x="870" y="79"/>
                      <a:pt x="783" y="27"/>
                    </a:cubicBezTo>
                    <a:cubicBezTo>
                      <a:pt x="753" y="9"/>
                      <a:pt x="719" y="0"/>
                      <a:pt x="6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2411;p64"/>
              <p:cNvSpPr/>
              <p:nvPr/>
            </p:nvSpPr>
            <p:spPr>
              <a:xfrm>
                <a:off x="886643" y="939136"/>
                <a:ext cx="173097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4569" h="361" extrusionOk="0">
                    <a:moveTo>
                      <a:pt x="200" y="1"/>
                    </a:moveTo>
                    <a:cubicBezTo>
                      <a:pt x="104" y="1"/>
                      <a:pt x="19" y="71"/>
                      <a:pt x="10" y="165"/>
                    </a:cubicBezTo>
                    <a:cubicBezTo>
                      <a:pt x="0" y="272"/>
                      <a:pt x="87" y="361"/>
                      <a:pt x="193" y="361"/>
                    </a:cubicBezTo>
                    <a:lnTo>
                      <a:pt x="4370" y="361"/>
                    </a:lnTo>
                    <a:cubicBezTo>
                      <a:pt x="4465" y="361"/>
                      <a:pt x="4550" y="292"/>
                      <a:pt x="4559" y="198"/>
                    </a:cubicBezTo>
                    <a:cubicBezTo>
                      <a:pt x="4569" y="90"/>
                      <a:pt x="4484" y="1"/>
                      <a:pt x="437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2412;p64"/>
              <p:cNvSpPr/>
              <p:nvPr/>
            </p:nvSpPr>
            <p:spPr>
              <a:xfrm>
                <a:off x="887135" y="975126"/>
                <a:ext cx="44629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1178" h="362" extrusionOk="0">
                    <a:moveTo>
                      <a:pt x="199" y="1"/>
                    </a:moveTo>
                    <a:cubicBezTo>
                      <a:pt x="104" y="1"/>
                      <a:pt x="18" y="70"/>
                      <a:pt x="10" y="164"/>
                    </a:cubicBezTo>
                    <a:cubicBezTo>
                      <a:pt x="1" y="273"/>
                      <a:pt x="85" y="362"/>
                      <a:pt x="190" y="362"/>
                    </a:cubicBezTo>
                    <a:lnTo>
                      <a:pt x="979" y="362"/>
                    </a:lnTo>
                    <a:cubicBezTo>
                      <a:pt x="1075" y="362"/>
                      <a:pt x="1159" y="292"/>
                      <a:pt x="1168" y="196"/>
                    </a:cubicBezTo>
                    <a:cubicBezTo>
                      <a:pt x="1177" y="90"/>
                      <a:pt x="1093" y="1"/>
                      <a:pt x="98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Google Shape;2413;p64"/>
              <p:cNvSpPr/>
              <p:nvPr/>
            </p:nvSpPr>
            <p:spPr>
              <a:xfrm>
                <a:off x="954608" y="975164"/>
                <a:ext cx="44591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1177" h="361" extrusionOk="0">
                    <a:moveTo>
                      <a:pt x="198" y="1"/>
                    </a:moveTo>
                    <a:cubicBezTo>
                      <a:pt x="103" y="1"/>
                      <a:pt x="17" y="70"/>
                      <a:pt x="10" y="164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979" y="361"/>
                    </a:lnTo>
                    <a:cubicBezTo>
                      <a:pt x="1074" y="361"/>
                      <a:pt x="1159" y="291"/>
                      <a:pt x="1167" y="195"/>
                    </a:cubicBezTo>
                    <a:cubicBezTo>
                      <a:pt x="1177" y="90"/>
                      <a:pt x="1093" y="1"/>
                      <a:pt x="98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Google Shape;2414;p64"/>
              <p:cNvSpPr/>
              <p:nvPr/>
            </p:nvSpPr>
            <p:spPr>
              <a:xfrm>
                <a:off x="999199" y="1009943"/>
                <a:ext cx="44553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1176" h="361" extrusionOk="0">
                    <a:moveTo>
                      <a:pt x="199" y="0"/>
                    </a:moveTo>
                    <a:cubicBezTo>
                      <a:pt x="102" y="0"/>
                      <a:pt x="17" y="69"/>
                      <a:pt x="10" y="164"/>
                    </a:cubicBezTo>
                    <a:cubicBezTo>
                      <a:pt x="1" y="270"/>
                      <a:pt x="84" y="360"/>
                      <a:pt x="189" y="360"/>
                    </a:cubicBezTo>
                    <a:lnTo>
                      <a:pt x="979" y="360"/>
                    </a:lnTo>
                    <a:cubicBezTo>
                      <a:pt x="1074" y="360"/>
                      <a:pt x="1159" y="290"/>
                      <a:pt x="1167" y="197"/>
                    </a:cubicBezTo>
                    <a:cubicBezTo>
                      <a:pt x="1176" y="89"/>
                      <a:pt x="1092" y="0"/>
                      <a:pt x="9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2415;p64"/>
              <p:cNvSpPr/>
              <p:nvPr/>
            </p:nvSpPr>
            <p:spPr>
              <a:xfrm>
                <a:off x="999199" y="1079424"/>
                <a:ext cx="44553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1176" h="361" extrusionOk="0">
                    <a:moveTo>
                      <a:pt x="199" y="0"/>
                    </a:moveTo>
                    <a:cubicBezTo>
                      <a:pt x="102" y="0"/>
                      <a:pt x="17" y="70"/>
                      <a:pt x="10" y="165"/>
                    </a:cubicBezTo>
                    <a:cubicBezTo>
                      <a:pt x="1" y="271"/>
                      <a:pt x="84" y="360"/>
                      <a:pt x="189" y="360"/>
                    </a:cubicBezTo>
                    <a:lnTo>
                      <a:pt x="979" y="360"/>
                    </a:lnTo>
                    <a:cubicBezTo>
                      <a:pt x="1074" y="360"/>
                      <a:pt x="1159" y="291"/>
                      <a:pt x="1167" y="197"/>
                    </a:cubicBezTo>
                    <a:cubicBezTo>
                      <a:pt x="1176" y="89"/>
                      <a:pt x="1092" y="0"/>
                      <a:pt x="9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2416;p64"/>
              <p:cNvSpPr/>
              <p:nvPr/>
            </p:nvSpPr>
            <p:spPr>
              <a:xfrm>
                <a:off x="887741" y="1114202"/>
                <a:ext cx="95432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2519" h="360" extrusionOk="0">
                    <a:moveTo>
                      <a:pt x="199" y="1"/>
                    </a:moveTo>
                    <a:cubicBezTo>
                      <a:pt x="103" y="1"/>
                      <a:pt x="17" y="70"/>
                      <a:pt x="10" y="164"/>
                    </a:cubicBezTo>
                    <a:cubicBezTo>
                      <a:pt x="1" y="271"/>
                      <a:pt x="84" y="360"/>
                      <a:pt x="189" y="360"/>
                    </a:cubicBezTo>
                    <a:lnTo>
                      <a:pt x="2321" y="360"/>
                    </a:lnTo>
                    <a:cubicBezTo>
                      <a:pt x="2416" y="360"/>
                      <a:pt x="2502" y="291"/>
                      <a:pt x="2509" y="196"/>
                    </a:cubicBezTo>
                    <a:cubicBezTo>
                      <a:pt x="2519" y="90"/>
                      <a:pt x="2435" y="1"/>
                      <a:pt x="233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2417;p64"/>
              <p:cNvSpPr/>
              <p:nvPr/>
            </p:nvSpPr>
            <p:spPr>
              <a:xfrm>
                <a:off x="887741" y="1009943"/>
                <a:ext cx="95394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2518" h="361" extrusionOk="0">
                    <a:moveTo>
                      <a:pt x="199" y="0"/>
                    </a:moveTo>
                    <a:cubicBezTo>
                      <a:pt x="103" y="0"/>
                      <a:pt x="17" y="69"/>
                      <a:pt x="10" y="164"/>
                    </a:cubicBezTo>
                    <a:cubicBezTo>
                      <a:pt x="1" y="270"/>
                      <a:pt x="84" y="360"/>
                      <a:pt x="189" y="360"/>
                    </a:cubicBezTo>
                    <a:lnTo>
                      <a:pt x="2320" y="360"/>
                    </a:lnTo>
                    <a:cubicBezTo>
                      <a:pt x="2415" y="360"/>
                      <a:pt x="2500" y="290"/>
                      <a:pt x="2508" y="197"/>
                    </a:cubicBezTo>
                    <a:cubicBezTo>
                      <a:pt x="2517" y="89"/>
                      <a:pt x="2433" y="0"/>
                      <a:pt x="232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Google Shape;2418;p64"/>
              <p:cNvSpPr/>
              <p:nvPr/>
            </p:nvSpPr>
            <p:spPr>
              <a:xfrm>
                <a:off x="1059777" y="1009943"/>
                <a:ext cx="95432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2519" h="361" extrusionOk="0">
                    <a:moveTo>
                      <a:pt x="200" y="0"/>
                    </a:moveTo>
                    <a:cubicBezTo>
                      <a:pt x="105" y="0"/>
                      <a:pt x="20" y="69"/>
                      <a:pt x="11" y="164"/>
                    </a:cubicBezTo>
                    <a:cubicBezTo>
                      <a:pt x="1" y="270"/>
                      <a:pt x="87" y="360"/>
                      <a:pt x="192" y="360"/>
                    </a:cubicBezTo>
                    <a:lnTo>
                      <a:pt x="2321" y="360"/>
                    </a:lnTo>
                    <a:cubicBezTo>
                      <a:pt x="2416" y="360"/>
                      <a:pt x="2502" y="290"/>
                      <a:pt x="2509" y="197"/>
                    </a:cubicBezTo>
                    <a:cubicBezTo>
                      <a:pt x="2519" y="89"/>
                      <a:pt x="2435" y="0"/>
                      <a:pt x="233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Google Shape;2419;p64"/>
              <p:cNvSpPr/>
              <p:nvPr/>
            </p:nvSpPr>
            <p:spPr>
              <a:xfrm>
                <a:off x="886984" y="1044645"/>
                <a:ext cx="32695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863" h="362" extrusionOk="0">
                    <a:moveTo>
                      <a:pt x="202" y="1"/>
                    </a:moveTo>
                    <a:cubicBezTo>
                      <a:pt x="106" y="1"/>
                      <a:pt x="21" y="70"/>
                      <a:pt x="13" y="164"/>
                    </a:cubicBezTo>
                    <a:cubicBezTo>
                      <a:pt x="1" y="272"/>
                      <a:pt x="85" y="362"/>
                      <a:pt x="191" y="362"/>
                    </a:cubicBezTo>
                    <a:lnTo>
                      <a:pt x="665" y="362"/>
                    </a:lnTo>
                    <a:cubicBezTo>
                      <a:pt x="760" y="362"/>
                      <a:pt x="846" y="293"/>
                      <a:pt x="853" y="197"/>
                    </a:cubicBezTo>
                    <a:cubicBezTo>
                      <a:pt x="863" y="90"/>
                      <a:pt x="779" y="1"/>
                      <a:pt x="67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2420;p64"/>
              <p:cNvSpPr/>
              <p:nvPr/>
            </p:nvSpPr>
            <p:spPr>
              <a:xfrm>
                <a:off x="935325" y="1044645"/>
                <a:ext cx="161996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4276" h="362" extrusionOk="0">
                    <a:moveTo>
                      <a:pt x="198" y="1"/>
                    </a:moveTo>
                    <a:cubicBezTo>
                      <a:pt x="102" y="1"/>
                      <a:pt x="17" y="70"/>
                      <a:pt x="10" y="166"/>
                    </a:cubicBezTo>
                    <a:cubicBezTo>
                      <a:pt x="0" y="273"/>
                      <a:pt x="84" y="362"/>
                      <a:pt x="189" y="362"/>
                    </a:cubicBezTo>
                    <a:lnTo>
                      <a:pt x="4077" y="362"/>
                    </a:lnTo>
                    <a:cubicBezTo>
                      <a:pt x="4173" y="362"/>
                      <a:pt x="4258" y="293"/>
                      <a:pt x="4265" y="199"/>
                    </a:cubicBezTo>
                    <a:cubicBezTo>
                      <a:pt x="4276" y="91"/>
                      <a:pt x="4191" y="1"/>
                      <a:pt x="408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Google Shape;2421;p64"/>
              <p:cNvSpPr/>
              <p:nvPr/>
            </p:nvSpPr>
            <p:spPr>
              <a:xfrm>
                <a:off x="887741" y="1079424"/>
                <a:ext cx="95394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2518" h="361" extrusionOk="0">
                    <a:moveTo>
                      <a:pt x="199" y="0"/>
                    </a:moveTo>
                    <a:cubicBezTo>
                      <a:pt x="103" y="0"/>
                      <a:pt x="17" y="70"/>
                      <a:pt x="10" y="165"/>
                    </a:cubicBezTo>
                    <a:cubicBezTo>
                      <a:pt x="1" y="271"/>
                      <a:pt x="84" y="360"/>
                      <a:pt x="189" y="360"/>
                    </a:cubicBezTo>
                    <a:lnTo>
                      <a:pt x="2320" y="360"/>
                    </a:lnTo>
                    <a:cubicBezTo>
                      <a:pt x="2415" y="360"/>
                      <a:pt x="2500" y="291"/>
                      <a:pt x="2508" y="197"/>
                    </a:cubicBezTo>
                    <a:cubicBezTo>
                      <a:pt x="2517" y="89"/>
                      <a:pt x="2433" y="0"/>
                      <a:pt x="232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2" name="Google Shape;12200;p79"/>
            <p:cNvGrpSpPr/>
            <p:nvPr/>
          </p:nvGrpSpPr>
          <p:grpSpPr>
            <a:xfrm>
              <a:off x="6889916" y="2945513"/>
              <a:ext cx="371353" cy="526810"/>
              <a:chOff x="7610126" y="4279432"/>
              <a:chExt cx="158055" cy="237274"/>
            </a:xfrm>
            <a:solidFill>
              <a:schemeClr val="tx2"/>
            </a:solidFill>
          </p:grpSpPr>
          <p:sp>
            <p:nvSpPr>
              <p:cNvPr id="233" name="Google Shape;12201;p79"/>
              <p:cNvSpPr/>
              <p:nvPr/>
            </p:nvSpPr>
            <p:spPr>
              <a:xfrm>
                <a:off x="7610126" y="4279432"/>
                <a:ext cx="158055" cy="236892"/>
              </a:xfrm>
              <a:custGeom>
                <a:avLst/>
                <a:gdLst/>
                <a:ahLst/>
                <a:cxnLst/>
                <a:rect l="l" t="t" r="r" b="b"/>
                <a:pathLst>
                  <a:path w="4966" h="7443" extrusionOk="0">
                    <a:moveTo>
                      <a:pt x="2501" y="346"/>
                    </a:moveTo>
                    <a:cubicBezTo>
                      <a:pt x="2882" y="346"/>
                      <a:pt x="3191" y="572"/>
                      <a:pt x="3227" y="870"/>
                    </a:cubicBezTo>
                    <a:cubicBezTo>
                      <a:pt x="3001" y="775"/>
                      <a:pt x="2763" y="727"/>
                      <a:pt x="2501" y="727"/>
                    </a:cubicBezTo>
                    <a:cubicBezTo>
                      <a:pt x="2239" y="727"/>
                      <a:pt x="1989" y="775"/>
                      <a:pt x="1763" y="870"/>
                    </a:cubicBezTo>
                    <a:cubicBezTo>
                      <a:pt x="1798" y="572"/>
                      <a:pt x="2108" y="346"/>
                      <a:pt x="2501" y="346"/>
                    </a:cubicBezTo>
                    <a:close/>
                    <a:moveTo>
                      <a:pt x="2501" y="1061"/>
                    </a:moveTo>
                    <a:cubicBezTo>
                      <a:pt x="3394" y="1061"/>
                      <a:pt x="4108" y="1787"/>
                      <a:pt x="4108" y="2668"/>
                    </a:cubicBezTo>
                    <a:cubicBezTo>
                      <a:pt x="4108" y="2799"/>
                      <a:pt x="4084" y="2918"/>
                      <a:pt x="4061" y="3049"/>
                    </a:cubicBezTo>
                    <a:cubicBezTo>
                      <a:pt x="4025" y="2918"/>
                      <a:pt x="3953" y="2799"/>
                      <a:pt x="3846" y="2715"/>
                    </a:cubicBezTo>
                    <a:cubicBezTo>
                      <a:pt x="3191" y="2132"/>
                      <a:pt x="2036" y="1977"/>
                      <a:pt x="1989" y="1977"/>
                    </a:cubicBezTo>
                    <a:cubicBezTo>
                      <a:pt x="1983" y="1976"/>
                      <a:pt x="1977" y="1976"/>
                      <a:pt x="1970" y="1976"/>
                    </a:cubicBezTo>
                    <a:cubicBezTo>
                      <a:pt x="1892" y="1976"/>
                      <a:pt x="1810" y="2044"/>
                      <a:pt x="1810" y="2132"/>
                    </a:cubicBezTo>
                    <a:cubicBezTo>
                      <a:pt x="1798" y="2215"/>
                      <a:pt x="1870" y="2311"/>
                      <a:pt x="1953" y="2311"/>
                    </a:cubicBezTo>
                    <a:cubicBezTo>
                      <a:pt x="1977" y="2311"/>
                      <a:pt x="3072" y="2454"/>
                      <a:pt x="3644" y="2966"/>
                    </a:cubicBezTo>
                    <a:cubicBezTo>
                      <a:pt x="3715" y="3037"/>
                      <a:pt x="3763" y="3144"/>
                      <a:pt x="3763" y="3251"/>
                    </a:cubicBezTo>
                    <a:lnTo>
                      <a:pt x="3763" y="3394"/>
                    </a:lnTo>
                    <a:cubicBezTo>
                      <a:pt x="3751" y="4061"/>
                      <a:pt x="3179" y="4632"/>
                      <a:pt x="2501" y="4632"/>
                    </a:cubicBezTo>
                    <a:cubicBezTo>
                      <a:pt x="1798" y="4632"/>
                      <a:pt x="1251" y="4061"/>
                      <a:pt x="1251" y="3382"/>
                    </a:cubicBezTo>
                    <a:cubicBezTo>
                      <a:pt x="1251" y="3335"/>
                      <a:pt x="1274" y="3275"/>
                      <a:pt x="1310" y="3251"/>
                    </a:cubicBezTo>
                    <a:cubicBezTo>
                      <a:pt x="1441" y="3144"/>
                      <a:pt x="1632" y="2977"/>
                      <a:pt x="1751" y="2739"/>
                    </a:cubicBezTo>
                    <a:cubicBezTo>
                      <a:pt x="1798" y="2656"/>
                      <a:pt x="1763" y="2561"/>
                      <a:pt x="1679" y="2513"/>
                    </a:cubicBezTo>
                    <a:cubicBezTo>
                      <a:pt x="1651" y="2503"/>
                      <a:pt x="1625" y="2497"/>
                      <a:pt x="1600" y="2497"/>
                    </a:cubicBezTo>
                    <a:cubicBezTo>
                      <a:pt x="1538" y="2497"/>
                      <a:pt x="1487" y="2529"/>
                      <a:pt x="1453" y="2596"/>
                    </a:cubicBezTo>
                    <a:cubicBezTo>
                      <a:pt x="1370" y="2775"/>
                      <a:pt x="1215" y="2906"/>
                      <a:pt x="1108" y="2977"/>
                    </a:cubicBezTo>
                    <a:cubicBezTo>
                      <a:pt x="1048" y="3025"/>
                      <a:pt x="989" y="3085"/>
                      <a:pt x="965" y="3156"/>
                    </a:cubicBezTo>
                    <a:cubicBezTo>
                      <a:pt x="917" y="2989"/>
                      <a:pt x="893" y="2835"/>
                      <a:pt x="893" y="2668"/>
                    </a:cubicBezTo>
                    <a:cubicBezTo>
                      <a:pt x="893" y="1775"/>
                      <a:pt x="1620" y="1061"/>
                      <a:pt x="2501" y="1061"/>
                    </a:cubicBezTo>
                    <a:close/>
                    <a:moveTo>
                      <a:pt x="3048" y="4871"/>
                    </a:moveTo>
                    <a:lnTo>
                      <a:pt x="3048" y="5109"/>
                    </a:lnTo>
                    <a:cubicBezTo>
                      <a:pt x="3048" y="5156"/>
                      <a:pt x="3048" y="5192"/>
                      <a:pt x="3060" y="5240"/>
                    </a:cubicBezTo>
                    <a:lnTo>
                      <a:pt x="2501" y="5656"/>
                    </a:lnTo>
                    <a:lnTo>
                      <a:pt x="1929" y="5240"/>
                    </a:lnTo>
                    <a:cubicBezTo>
                      <a:pt x="1941" y="5192"/>
                      <a:pt x="1941" y="5156"/>
                      <a:pt x="1941" y="5109"/>
                    </a:cubicBezTo>
                    <a:lnTo>
                      <a:pt x="1941" y="4871"/>
                    </a:lnTo>
                    <a:cubicBezTo>
                      <a:pt x="2108" y="4930"/>
                      <a:pt x="2298" y="4954"/>
                      <a:pt x="2501" y="4954"/>
                    </a:cubicBezTo>
                    <a:cubicBezTo>
                      <a:pt x="2691" y="4954"/>
                      <a:pt x="2870" y="4930"/>
                      <a:pt x="3048" y="4871"/>
                    </a:cubicBezTo>
                    <a:close/>
                    <a:moveTo>
                      <a:pt x="2477" y="1"/>
                    </a:moveTo>
                    <a:cubicBezTo>
                      <a:pt x="1905" y="1"/>
                      <a:pt x="1429" y="394"/>
                      <a:pt x="1429" y="882"/>
                    </a:cubicBezTo>
                    <a:cubicBezTo>
                      <a:pt x="1429" y="930"/>
                      <a:pt x="1429" y="965"/>
                      <a:pt x="1441" y="1013"/>
                    </a:cubicBezTo>
                    <a:cubicBezTo>
                      <a:pt x="893" y="1358"/>
                      <a:pt x="536" y="1965"/>
                      <a:pt x="536" y="2656"/>
                    </a:cubicBezTo>
                    <a:cubicBezTo>
                      <a:pt x="536" y="3096"/>
                      <a:pt x="691" y="3549"/>
                      <a:pt x="977" y="3882"/>
                    </a:cubicBezTo>
                    <a:cubicBezTo>
                      <a:pt x="1096" y="4216"/>
                      <a:pt x="1322" y="4501"/>
                      <a:pt x="1608" y="4692"/>
                    </a:cubicBezTo>
                    <a:lnTo>
                      <a:pt x="1608" y="5097"/>
                    </a:lnTo>
                    <a:cubicBezTo>
                      <a:pt x="1608" y="5168"/>
                      <a:pt x="1560" y="5240"/>
                      <a:pt x="1489" y="5275"/>
                    </a:cubicBezTo>
                    <a:lnTo>
                      <a:pt x="417" y="5752"/>
                    </a:lnTo>
                    <a:cubicBezTo>
                      <a:pt x="155" y="5871"/>
                      <a:pt x="0" y="6109"/>
                      <a:pt x="0" y="6383"/>
                    </a:cubicBezTo>
                    <a:lnTo>
                      <a:pt x="0" y="7276"/>
                    </a:lnTo>
                    <a:cubicBezTo>
                      <a:pt x="0" y="7371"/>
                      <a:pt x="72" y="7442"/>
                      <a:pt x="155" y="7442"/>
                    </a:cubicBezTo>
                    <a:cubicBezTo>
                      <a:pt x="251" y="7442"/>
                      <a:pt x="322" y="7371"/>
                      <a:pt x="322" y="7276"/>
                    </a:cubicBezTo>
                    <a:lnTo>
                      <a:pt x="322" y="6383"/>
                    </a:lnTo>
                    <a:cubicBezTo>
                      <a:pt x="322" y="6240"/>
                      <a:pt x="417" y="6109"/>
                      <a:pt x="548" y="6049"/>
                    </a:cubicBezTo>
                    <a:lnTo>
                      <a:pt x="1620" y="5573"/>
                    </a:lnTo>
                    <a:cubicBezTo>
                      <a:pt x="1667" y="5549"/>
                      <a:pt x="1691" y="5525"/>
                      <a:pt x="1727" y="5513"/>
                    </a:cubicBezTo>
                    <a:lnTo>
                      <a:pt x="2263" y="5906"/>
                    </a:lnTo>
                    <a:cubicBezTo>
                      <a:pt x="2322" y="5954"/>
                      <a:pt x="2394" y="5990"/>
                      <a:pt x="2465" y="5990"/>
                    </a:cubicBezTo>
                    <a:cubicBezTo>
                      <a:pt x="2537" y="5990"/>
                      <a:pt x="2620" y="5954"/>
                      <a:pt x="2679" y="5906"/>
                    </a:cubicBezTo>
                    <a:lnTo>
                      <a:pt x="3215" y="5513"/>
                    </a:lnTo>
                    <a:cubicBezTo>
                      <a:pt x="3239" y="5537"/>
                      <a:pt x="3287" y="5549"/>
                      <a:pt x="3310" y="5573"/>
                    </a:cubicBezTo>
                    <a:lnTo>
                      <a:pt x="4382" y="6049"/>
                    </a:lnTo>
                    <a:cubicBezTo>
                      <a:pt x="4525" y="6109"/>
                      <a:pt x="4608" y="6240"/>
                      <a:pt x="4608" y="6383"/>
                    </a:cubicBezTo>
                    <a:lnTo>
                      <a:pt x="4608" y="7276"/>
                    </a:lnTo>
                    <a:cubicBezTo>
                      <a:pt x="4608" y="7371"/>
                      <a:pt x="4680" y="7442"/>
                      <a:pt x="4775" y="7442"/>
                    </a:cubicBezTo>
                    <a:cubicBezTo>
                      <a:pt x="4858" y="7442"/>
                      <a:pt x="4942" y="7371"/>
                      <a:pt x="4942" y="7276"/>
                    </a:cubicBezTo>
                    <a:lnTo>
                      <a:pt x="4942" y="6383"/>
                    </a:lnTo>
                    <a:cubicBezTo>
                      <a:pt x="4965" y="6121"/>
                      <a:pt x="4799" y="5871"/>
                      <a:pt x="4549" y="5752"/>
                    </a:cubicBezTo>
                    <a:lnTo>
                      <a:pt x="3477" y="5275"/>
                    </a:lnTo>
                    <a:cubicBezTo>
                      <a:pt x="3406" y="5240"/>
                      <a:pt x="3358" y="5168"/>
                      <a:pt x="3358" y="5097"/>
                    </a:cubicBezTo>
                    <a:lnTo>
                      <a:pt x="3358" y="4692"/>
                    </a:lnTo>
                    <a:cubicBezTo>
                      <a:pt x="3644" y="4501"/>
                      <a:pt x="3870" y="4216"/>
                      <a:pt x="3989" y="3882"/>
                    </a:cubicBezTo>
                    <a:cubicBezTo>
                      <a:pt x="4263" y="3549"/>
                      <a:pt x="4430" y="3096"/>
                      <a:pt x="4430" y="2656"/>
                    </a:cubicBezTo>
                    <a:cubicBezTo>
                      <a:pt x="4430" y="1965"/>
                      <a:pt x="4072" y="1358"/>
                      <a:pt x="3525" y="1013"/>
                    </a:cubicBezTo>
                    <a:cubicBezTo>
                      <a:pt x="3537" y="965"/>
                      <a:pt x="3537" y="930"/>
                      <a:pt x="3537" y="882"/>
                    </a:cubicBezTo>
                    <a:cubicBezTo>
                      <a:pt x="3537" y="394"/>
                      <a:pt x="3060" y="1"/>
                      <a:pt x="2477" y="1"/>
                    </a:cubicBezTo>
                    <a:close/>
                  </a:path>
                </a:pathLst>
              </a:custGeom>
              <a:grpFill/>
              <a:ln>
                <a:noFill/>
              </a:ln>
              <a:effectLst>
                <a:glow rad="88900">
                  <a:schemeClr val="accent6">
                    <a:satMod val="175000"/>
                  </a:schemeClr>
                </a:glo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Google Shape;12202;p79"/>
              <p:cNvSpPr/>
              <p:nvPr/>
            </p:nvSpPr>
            <p:spPr>
              <a:xfrm>
                <a:off x="7684411" y="4478004"/>
                <a:ext cx="10248" cy="38702"/>
              </a:xfrm>
              <a:custGeom>
                <a:avLst/>
                <a:gdLst/>
                <a:ahLst/>
                <a:cxnLst/>
                <a:rect l="l" t="t" r="r" b="b"/>
                <a:pathLst>
                  <a:path w="322" h="1216" extrusionOk="0">
                    <a:moveTo>
                      <a:pt x="167" y="1"/>
                    </a:moveTo>
                    <a:cubicBezTo>
                      <a:pt x="72" y="1"/>
                      <a:pt x="0" y="72"/>
                      <a:pt x="0" y="167"/>
                    </a:cubicBezTo>
                    <a:lnTo>
                      <a:pt x="0" y="1060"/>
                    </a:lnTo>
                    <a:cubicBezTo>
                      <a:pt x="0" y="1144"/>
                      <a:pt x="72" y="1215"/>
                      <a:pt x="167" y="1215"/>
                    </a:cubicBezTo>
                    <a:cubicBezTo>
                      <a:pt x="250" y="1215"/>
                      <a:pt x="322" y="1144"/>
                      <a:pt x="322" y="1060"/>
                    </a:cubicBezTo>
                    <a:lnTo>
                      <a:pt x="322" y="167"/>
                    </a:lnTo>
                    <a:cubicBezTo>
                      <a:pt x="322" y="72"/>
                      <a:pt x="250" y="1"/>
                      <a:pt x="1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Google Shape;12203;p79"/>
              <p:cNvSpPr/>
              <p:nvPr/>
            </p:nvSpPr>
            <p:spPr>
              <a:xfrm>
                <a:off x="7638929" y="4489366"/>
                <a:ext cx="10248" cy="27340"/>
              </a:xfrm>
              <a:custGeom>
                <a:avLst/>
                <a:gdLst/>
                <a:ahLst/>
                <a:cxnLst/>
                <a:rect l="l" t="t" r="r" b="b"/>
                <a:pathLst>
                  <a:path w="322" h="859" extrusionOk="0">
                    <a:moveTo>
                      <a:pt x="167" y="1"/>
                    </a:moveTo>
                    <a:cubicBezTo>
                      <a:pt x="72" y="1"/>
                      <a:pt x="0" y="72"/>
                      <a:pt x="0" y="168"/>
                    </a:cubicBezTo>
                    <a:lnTo>
                      <a:pt x="0" y="703"/>
                    </a:lnTo>
                    <a:cubicBezTo>
                      <a:pt x="0" y="787"/>
                      <a:pt x="72" y="858"/>
                      <a:pt x="167" y="858"/>
                    </a:cubicBezTo>
                    <a:cubicBezTo>
                      <a:pt x="250" y="858"/>
                      <a:pt x="322" y="787"/>
                      <a:pt x="322" y="703"/>
                    </a:cubicBezTo>
                    <a:lnTo>
                      <a:pt x="322" y="168"/>
                    </a:lnTo>
                    <a:cubicBezTo>
                      <a:pt x="322" y="72"/>
                      <a:pt x="250" y="1"/>
                      <a:pt x="1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Google Shape;12204;p79"/>
              <p:cNvSpPr/>
              <p:nvPr/>
            </p:nvSpPr>
            <p:spPr>
              <a:xfrm>
                <a:off x="7729479" y="4489366"/>
                <a:ext cx="10662" cy="27340"/>
              </a:xfrm>
              <a:custGeom>
                <a:avLst/>
                <a:gdLst/>
                <a:ahLst/>
                <a:cxnLst/>
                <a:rect l="l" t="t" r="r" b="b"/>
                <a:pathLst>
                  <a:path w="335" h="859" extrusionOk="0">
                    <a:moveTo>
                      <a:pt x="156" y="1"/>
                    </a:moveTo>
                    <a:cubicBezTo>
                      <a:pt x="72" y="1"/>
                      <a:pt x="1" y="72"/>
                      <a:pt x="1" y="168"/>
                    </a:cubicBezTo>
                    <a:lnTo>
                      <a:pt x="1" y="703"/>
                    </a:lnTo>
                    <a:cubicBezTo>
                      <a:pt x="1" y="787"/>
                      <a:pt x="72" y="858"/>
                      <a:pt x="156" y="858"/>
                    </a:cubicBezTo>
                    <a:cubicBezTo>
                      <a:pt x="251" y="858"/>
                      <a:pt x="322" y="787"/>
                      <a:pt x="322" y="703"/>
                    </a:cubicBezTo>
                    <a:lnTo>
                      <a:pt x="322" y="168"/>
                    </a:lnTo>
                    <a:cubicBezTo>
                      <a:pt x="334" y="72"/>
                      <a:pt x="263" y="1"/>
                      <a:pt x="15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" name="Группа 2"/>
          <p:cNvGrpSpPr/>
          <p:nvPr/>
        </p:nvGrpSpPr>
        <p:grpSpPr>
          <a:xfrm>
            <a:off x="2915010" y="1632583"/>
            <a:ext cx="1573234" cy="3943422"/>
            <a:chOff x="2995487" y="1633987"/>
            <a:chExt cx="1573234" cy="3943422"/>
          </a:xfrm>
        </p:grpSpPr>
        <p:sp>
          <p:nvSpPr>
            <p:cNvPr id="2186" name="Google Shape;2186;p58"/>
            <p:cNvSpPr txBox="1"/>
            <p:nvPr/>
          </p:nvSpPr>
          <p:spPr>
            <a:xfrm>
              <a:off x="2995500" y="4129148"/>
              <a:ext cx="1573200" cy="47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lvl="0" algn="ctr">
                <a:lnSpc>
                  <a:spcPct val="115000"/>
                </a:lnSpc>
              </a:pPr>
              <a:r>
                <a:rPr lang="en-US" sz="2000" b="1" dirty="0" smtClean="0">
                  <a:solidFill>
                    <a:schemeClr val="dk1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Developer</a:t>
              </a:r>
              <a:endParaRPr sz="2000" b="1" dirty="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endParaRPr>
            </a:p>
          </p:txBody>
        </p:sp>
        <p:sp>
          <p:nvSpPr>
            <p:cNvPr id="2187" name="Google Shape;2187;p58"/>
            <p:cNvSpPr txBox="1"/>
            <p:nvPr/>
          </p:nvSpPr>
          <p:spPr>
            <a:xfrm>
              <a:off x="2995521" y="4708309"/>
              <a:ext cx="1573200" cy="86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ctr">
                <a:lnSpc>
                  <a:spcPct val="115000"/>
                </a:lnSpc>
              </a:pPr>
              <a:r>
                <a:rPr lang="ru-RU" sz="1800" dirty="0">
                  <a:solidFill>
                    <a:schemeClr val="dk1"/>
                  </a:solidFill>
                  <a:latin typeface="Arial" panose="020B0604020202020204" pitchFamily="34" charset="0"/>
                  <a:ea typeface="Poppins"/>
                  <a:cs typeface="Arial" panose="020B0604020202020204" pitchFamily="34" charset="0"/>
                  <a:sym typeface="Poppins"/>
                </a:rPr>
                <a:t>Колбасин Федор</a:t>
              </a:r>
            </a:p>
          </p:txBody>
        </p:sp>
        <p:sp>
          <p:nvSpPr>
            <p:cNvPr id="2191" name="Google Shape;2191;p58"/>
            <p:cNvSpPr txBox="1"/>
            <p:nvPr/>
          </p:nvSpPr>
          <p:spPr>
            <a:xfrm>
              <a:off x="2995487" y="1633987"/>
              <a:ext cx="1573200" cy="48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 b="1">
                  <a:solidFill>
                    <a:schemeClr val="lt2"/>
                  </a:solidFill>
                  <a:latin typeface="Poppins"/>
                  <a:ea typeface="Poppins"/>
                  <a:cs typeface="Poppins"/>
                  <a:sym typeface="Poppins"/>
                </a:rPr>
                <a:t>03</a:t>
              </a:r>
              <a:endParaRPr sz="3000" b="1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cxnSp>
          <p:nvCxnSpPr>
            <p:cNvPr id="2198" name="Google Shape;2198;p58"/>
            <p:cNvCxnSpPr/>
            <p:nvPr/>
          </p:nvCxnSpPr>
          <p:spPr>
            <a:xfrm rot="-5400000" flipH="1">
              <a:off x="3547952" y="3744288"/>
              <a:ext cx="468900" cy="600"/>
            </a:xfrm>
            <a:prstGeom prst="bentConnector3">
              <a:avLst>
                <a:gd name="adj1" fmla="val 50011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2201" name="Google Shape;2201;p58"/>
            <p:cNvCxnSpPr/>
            <p:nvPr/>
          </p:nvCxnSpPr>
          <p:spPr>
            <a:xfrm rot="-5400000" flipH="1">
              <a:off x="3544650" y="2345190"/>
              <a:ext cx="475500" cy="600"/>
            </a:xfrm>
            <a:prstGeom prst="bentConnector3">
              <a:avLst>
                <a:gd name="adj1" fmla="val 4998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93" name="Google Shape;2397;p64"/>
            <p:cNvGrpSpPr/>
            <p:nvPr/>
          </p:nvGrpSpPr>
          <p:grpSpPr>
            <a:xfrm>
              <a:off x="3310541" y="2645949"/>
              <a:ext cx="936046" cy="785088"/>
              <a:chOff x="713167" y="740543"/>
              <a:chExt cx="476707" cy="422153"/>
            </a:xfrm>
          </p:grpSpPr>
          <p:sp>
            <p:nvSpPr>
              <p:cNvPr id="94" name="Google Shape;2398;p64"/>
              <p:cNvSpPr/>
              <p:nvPr/>
            </p:nvSpPr>
            <p:spPr>
              <a:xfrm>
                <a:off x="713167" y="740543"/>
                <a:ext cx="476707" cy="422153"/>
              </a:xfrm>
              <a:custGeom>
                <a:avLst/>
                <a:gdLst/>
                <a:ahLst/>
                <a:cxnLst/>
                <a:rect l="l" t="t" r="r" b="b"/>
                <a:pathLst>
                  <a:path w="12583" h="11143" extrusionOk="0">
                    <a:moveTo>
                      <a:pt x="3671" y="1967"/>
                    </a:moveTo>
                    <a:lnTo>
                      <a:pt x="3671" y="4501"/>
                    </a:lnTo>
                    <a:cubicBezTo>
                      <a:pt x="3671" y="4596"/>
                      <a:pt x="3740" y="4681"/>
                      <a:pt x="3835" y="4691"/>
                    </a:cubicBezTo>
                    <a:cubicBezTo>
                      <a:pt x="3840" y="4691"/>
                      <a:pt x="3846" y="4691"/>
                      <a:pt x="3851" y="4691"/>
                    </a:cubicBezTo>
                    <a:cubicBezTo>
                      <a:pt x="3951" y="4691"/>
                      <a:pt x="4032" y="4609"/>
                      <a:pt x="4032" y="4507"/>
                    </a:cubicBezTo>
                    <a:lnTo>
                      <a:pt x="4032" y="1968"/>
                    </a:lnTo>
                    <a:lnTo>
                      <a:pt x="12223" y="1968"/>
                    </a:lnTo>
                    <a:lnTo>
                      <a:pt x="12223" y="10529"/>
                    </a:lnTo>
                    <a:lnTo>
                      <a:pt x="12222" y="10529"/>
                    </a:lnTo>
                    <a:cubicBezTo>
                      <a:pt x="12222" y="10667"/>
                      <a:pt x="12109" y="10780"/>
                      <a:pt x="11971" y="10780"/>
                    </a:cubicBezTo>
                    <a:lnTo>
                      <a:pt x="4030" y="10780"/>
                    </a:lnTo>
                    <a:lnTo>
                      <a:pt x="4030" y="5342"/>
                    </a:lnTo>
                    <a:cubicBezTo>
                      <a:pt x="4030" y="5254"/>
                      <a:pt x="3973" y="5174"/>
                      <a:pt x="3886" y="5157"/>
                    </a:cubicBezTo>
                    <a:cubicBezTo>
                      <a:pt x="3873" y="5154"/>
                      <a:pt x="3861" y="5153"/>
                      <a:pt x="3849" y="5153"/>
                    </a:cubicBezTo>
                    <a:cubicBezTo>
                      <a:pt x="3750" y="5153"/>
                      <a:pt x="3670" y="5236"/>
                      <a:pt x="3670" y="5337"/>
                    </a:cubicBezTo>
                    <a:lnTo>
                      <a:pt x="3670" y="10780"/>
                    </a:lnTo>
                    <a:lnTo>
                      <a:pt x="614" y="10780"/>
                    </a:lnTo>
                    <a:cubicBezTo>
                      <a:pt x="475" y="10780"/>
                      <a:pt x="362" y="10667"/>
                      <a:pt x="362" y="10529"/>
                    </a:cubicBezTo>
                    <a:lnTo>
                      <a:pt x="362" y="1967"/>
                    </a:lnTo>
                    <a:close/>
                    <a:moveTo>
                      <a:pt x="8476" y="1"/>
                    </a:moveTo>
                    <a:cubicBezTo>
                      <a:pt x="8476" y="1"/>
                      <a:pt x="8475" y="1"/>
                      <a:pt x="8474" y="1"/>
                    </a:cubicBezTo>
                    <a:lnTo>
                      <a:pt x="637" y="1"/>
                    </a:lnTo>
                    <a:cubicBezTo>
                      <a:pt x="295" y="1"/>
                      <a:pt x="16" y="278"/>
                      <a:pt x="0" y="622"/>
                    </a:cubicBezTo>
                    <a:lnTo>
                      <a:pt x="33" y="10521"/>
                    </a:lnTo>
                    <a:cubicBezTo>
                      <a:pt x="33" y="10865"/>
                      <a:pt x="310" y="11142"/>
                      <a:pt x="654" y="11142"/>
                    </a:cubicBezTo>
                    <a:lnTo>
                      <a:pt x="11961" y="11142"/>
                    </a:lnTo>
                    <a:cubicBezTo>
                      <a:pt x="12305" y="11142"/>
                      <a:pt x="12582" y="10865"/>
                      <a:pt x="12582" y="10521"/>
                    </a:cubicBezTo>
                    <a:lnTo>
                      <a:pt x="12582" y="623"/>
                    </a:lnTo>
                    <a:cubicBezTo>
                      <a:pt x="12582" y="278"/>
                      <a:pt x="12305" y="1"/>
                      <a:pt x="11964" y="1"/>
                    </a:cubicBezTo>
                    <a:lnTo>
                      <a:pt x="9348" y="1"/>
                    </a:lnTo>
                    <a:cubicBezTo>
                      <a:pt x="9253" y="1"/>
                      <a:pt x="9168" y="71"/>
                      <a:pt x="9159" y="165"/>
                    </a:cubicBezTo>
                    <a:cubicBezTo>
                      <a:pt x="9150" y="272"/>
                      <a:pt x="9234" y="361"/>
                      <a:pt x="9339" y="361"/>
                    </a:cubicBezTo>
                    <a:lnTo>
                      <a:pt x="11969" y="361"/>
                    </a:lnTo>
                    <a:cubicBezTo>
                      <a:pt x="12108" y="361"/>
                      <a:pt x="12221" y="474"/>
                      <a:pt x="12221" y="612"/>
                    </a:cubicBezTo>
                    <a:lnTo>
                      <a:pt x="12221" y="1574"/>
                    </a:lnTo>
                    <a:lnTo>
                      <a:pt x="360" y="1571"/>
                    </a:lnTo>
                    <a:lnTo>
                      <a:pt x="360" y="612"/>
                    </a:lnTo>
                    <a:cubicBezTo>
                      <a:pt x="360" y="474"/>
                      <a:pt x="472" y="361"/>
                      <a:pt x="611" y="361"/>
                    </a:cubicBezTo>
                    <a:lnTo>
                      <a:pt x="8474" y="361"/>
                    </a:lnTo>
                    <a:cubicBezTo>
                      <a:pt x="8474" y="361"/>
                      <a:pt x="8660" y="287"/>
                      <a:pt x="8660" y="184"/>
                    </a:cubicBezTo>
                    <a:cubicBezTo>
                      <a:pt x="8660" y="83"/>
                      <a:pt x="8578" y="1"/>
                      <a:pt x="847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2399;p64"/>
              <p:cNvSpPr/>
              <p:nvPr/>
            </p:nvSpPr>
            <p:spPr>
              <a:xfrm>
                <a:off x="756621" y="834914"/>
                <a:ext cx="37468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1" extrusionOk="0">
                    <a:moveTo>
                      <a:pt x="198" y="0"/>
                    </a:moveTo>
                    <a:cubicBezTo>
                      <a:pt x="103" y="0"/>
                      <a:pt x="17" y="69"/>
                      <a:pt x="10" y="164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791" y="361"/>
                    </a:lnTo>
                    <a:cubicBezTo>
                      <a:pt x="886" y="361"/>
                      <a:pt x="972" y="290"/>
                      <a:pt x="979" y="196"/>
                    </a:cubicBezTo>
                    <a:cubicBezTo>
                      <a:pt x="989" y="89"/>
                      <a:pt x="905" y="0"/>
                      <a:pt x="8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2400;p64"/>
              <p:cNvSpPr/>
              <p:nvPr/>
            </p:nvSpPr>
            <p:spPr>
              <a:xfrm>
                <a:off x="756583" y="869617"/>
                <a:ext cx="37506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990" h="362" extrusionOk="0">
                    <a:moveTo>
                      <a:pt x="198" y="1"/>
                    </a:moveTo>
                    <a:cubicBezTo>
                      <a:pt x="102" y="1"/>
                      <a:pt x="17" y="70"/>
                      <a:pt x="10" y="164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792" y="361"/>
                    </a:lnTo>
                    <a:cubicBezTo>
                      <a:pt x="887" y="361"/>
                      <a:pt x="973" y="291"/>
                      <a:pt x="980" y="197"/>
                    </a:cubicBezTo>
                    <a:cubicBezTo>
                      <a:pt x="990" y="91"/>
                      <a:pt x="906" y="1"/>
                      <a:pt x="80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2401;p64"/>
              <p:cNvSpPr/>
              <p:nvPr/>
            </p:nvSpPr>
            <p:spPr>
              <a:xfrm>
                <a:off x="756583" y="904395"/>
                <a:ext cx="37506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90" h="361" extrusionOk="0">
                    <a:moveTo>
                      <a:pt x="198" y="0"/>
                    </a:moveTo>
                    <a:cubicBezTo>
                      <a:pt x="102" y="0"/>
                      <a:pt x="17" y="69"/>
                      <a:pt x="10" y="164"/>
                    </a:cubicBezTo>
                    <a:cubicBezTo>
                      <a:pt x="0" y="271"/>
                      <a:pt x="84" y="360"/>
                      <a:pt x="189" y="360"/>
                    </a:cubicBezTo>
                    <a:lnTo>
                      <a:pt x="792" y="360"/>
                    </a:lnTo>
                    <a:cubicBezTo>
                      <a:pt x="887" y="360"/>
                      <a:pt x="973" y="290"/>
                      <a:pt x="980" y="196"/>
                    </a:cubicBezTo>
                    <a:cubicBezTo>
                      <a:pt x="990" y="90"/>
                      <a:pt x="906" y="0"/>
                      <a:pt x="80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2402;p64"/>
              <p:cNvSpPr/>
              <p:nvPr/>
            </p:nvSpPr>
            <p:spPr>
              <a:xfrm>
                <a:off x="756621" y="939136"/>
                <a:ext cx="37468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1" extrusionOk="0">
                    <a:moveTo>
                      <a:pt x="198" y="1"/>
                    </a:moveTo>
                    <a:cubicBezTo>
                      <a:pt x="103" y="1"/>
                      <a:pt x="17" y="71"/>
                      <a:pt x="10" y="165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791" y="361"/>
                    </a:lnTo>
                    <a:cubicBezTo>
                      <a:pt x="886" y="361"/>
                      <a:pt x="972" y="292"/>
                      <a:pt x="979" y="198"/>
                    </a:cubicBezTo>
                    <a:cubicBezTo>
                      <a:pt x="989" y="90"/>
                      <a:pt x="905" y="1"/>
                      <a:pt x="8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2403;p64"/>
              <p:cNvSpPr/>
              <p:nvPr/>
            </p:nvSpPr>
            <p:spPr>
              <a:xfrm>
                <a:off x="756583" y="975164"/>
                <a:ext cx="37506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90" h="361" extrusionOk="0">
                    <a:moveTo>
                      <a:pt x="198" y="1"/>
                    </a:moveTo>
                    <a:cubicBezTo>
                      <a:pt x="102" y="1"/>
                      <a:pt x="17" y="70"/>
                      <a:pt x="10" y="164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792" y="361"/>
                    </a:lnTo>
                    <a:cubicBezTo>
                      <a:pt x="887" y="361"/>
                      <a:pt x="973" y="291"/>
                      <a:pt x="980" y="195"/>
                    </a:cubicBezTo>
                    <a:cubicBezTo>
                      <a:pt x="990" y="90"/>
                      <a:pt x="906" y="1"/>
                      <a:pt x="80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2404;p64"/>
              <p:cNvSpPr/>
              <p:nvPr/>
            </p:nvSpPr>
            <p:spPr>
              <a:xfrm>
                <a:off x="756621" y="1009905"/>
                <a:ext cx="37468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1" extrusionOk="0">
                    <a:moveTo>
                      <a:pt x="198" y="0"/>
                    </a:moveTo>
                    <a:cubicBezTo>
                      <a:pt x="103" y="0"/>
                      <a:pt x="17" y="69"/>
                      <a:pt x="10" y="164"/>
                    </a:cubicBezTo>
                    <a:cubicBezTo>
                      <a:pt x="0" y="271"/>
                      <a:pt x="84" y="360"/>
                      <a:pt x="189" y="360"/>
                    </a:cubicBezTo>
                    <a:lnTo>
                      <a:pt x="791" y="360"/>
                    </a:lnTo>
                    <a:cubicBezTo>
                      <a:pt x="886" y="360"/>
                      <a:pt x="972" y="290"/>
                      <a:pt x="979" y="196"/>
                    </a:cubicBezTo>
                    <a:cubicBezTo>
                      <a:pt x="989" y="90"/>
                      <a:pt x="905" y="0"/>
                      <a:pt x="8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2405;p64"/>
              <p:cNvSpPr/>
              <p:nvPr/>
            </p:nvSpPr>
            <p:spPr>
              <a:xfrm>
                <a:off x="756583" y="1044645"/>
                <a:ext cx="37506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990" h="362" extrusionOk="0">
                    <a:moveTo>
                      <a:pt x="198" y="1"/>
                    </a:moveTo>
                    <a:cubicBezTo>
                      <a:pt x="102" y="1"/>
                      <a:pt x="17" y="70"/>
                      <a:pt x="10" y="166"/>
                    </a:cubicBezTo>
                    <a:cubicBezTo>
                      <a:pt x="0" y="273"/>
                      <a:pt x="84" y="362"/>
                      <a:pt x="189" y="362"/>
                    </a:cubicBezTo>
                    <a:lnTo>
                      <a:pt x="792" y="362"/>
                    </a:lnTo>
                    <a:cubicBezTo>
                      <a:pt x="887" y="362"/>
                      <a:pt x="973" y="293"/>
                      <a:pt x="980" y="199"/>
                    </a:cubicBezTo>
                    <a:cubicBezTo>
                      <a:pt x="990" y="91"/>
                      <a:pt x="906" y="1"/>
                      <a:pt x="80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2406;p64"/>
              <p:cNvSpPr/>
              <p:nvPr/>
            </p:nvSpPr>
            <p:spPr>
              <a:xfrm>
                <a:off x="756621" y="1079424"/>
                <a:ext cx="37468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1" extrusionOk="0">
                    <a:moveTo>
                      <a:pt x="198" y="0"/>
                    </a:moveTo>
                    <a:cubicBezTo>
                      <a:pt x="103" y="0"/>
                      <a:pt x="17" y="70"/>
                      <a:pt x="10" y="165"/>
                    </a:cubicBezTo>
                    <a:cubicBezTo>
                      <a:pt x="0" y="271"/>
                      <a:pt x="84" y="360"/>
                      <a:pt x="189" y="360"/>
                    </a:cubicBezTo>
                    <a:lnTo>
                      <a:pt x="791" y="360"/>
                    </a:lnTo>
                    <a:cubicBezTo>
                      <a:pt x="886" y="360"/>
                      <a:pt x="972" y="291"/>
                      <a:pt x="979" y="197"/>
                    </a:cubicBezTo>
                    <a:cubicBezTo>
                      <a:pt x="989" y="89"/>
                      <a:pt x="905" y="0"/>
                      <a:pt x="8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2407;p64"/>
              <p:cNvSpPr/>
              <p:nvPr/>
            </p:nvSpPr>
            <p:spPr>
              <a:xfrm>
                <a:off x="756621" y="1114202"/>
                <a:ext cx="37468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0" extrusionOk="0">
                    <a:moveTo>
                      <a:pt x="198" y="1"/>
                    </a:moveTo>
                    <a:cubicBezTo>
                      <a:pt x="103" y="1"/>
                      <a:pt x="17" y="70"/>
                      <a:pt x="10" y="164"/>
                    </a:cubicBezTo>
                    <a:cubicBezTo>
                      <a:pt x="0" y="271"/>
                      <a:pt x="84" y="360"/>
                      <a:pt x="189" y="360"/>
                    </a:cubicBezTo>
                    <a:lnTo>
                      <a:pt x="791" y="360"/>
                    </a:lnTo>
                    <a:cubicBezTo>
                      <a:pt x="886" y="360"/>
                      <a:pt x="972" y="291"/>
                      <a:pt x="979" y="196"/>
                    </a:cubicBezTo>
                    <a:cubicBezTo>
                      <a:pt x="989" y="90"/>
                      <a:pt x="905" y="1"/>
                      <a:pt x="8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2408;p64"/>
              <p:cNvSpPr/>
              <p:nvPr/>
            </p:nvSpPr>
            <p:spPr>
              <a:xfrm>
                <a:off x="931309" y="834497"/>
                <a:ext cx="43681" cy="84029"/>
              </a:xfrm>
              <a:custGeom>
                <a:avLst/>
                <a:gdLst/>
                <a:ahLst/>
                <a:cxnLst/>
                <a:rect l="l" t="t" r="r" b="b"/>
                <a:pathLst>
                  <a:path w="1153" h="2218" extrusionOk="0">
                    <a:moveTo>
                      <a:pt x="944" y="0"/>
                    </a:moveTo>
                    <a:cubicBezTo>
                      <a:pt x="870" y="0"/>
                      <a:pt x="800" y="45"/>
                      <a:pt x="772" y="117"/>
                    </a:cubicBezTo>
                    <a:lnTo>
                      <a:pt x="37" y="1965"/>
                    </a:lnTo>
                    <a:cubicBezTo>
                      <a:pt x="1" y="2059"/>
                      <a:pt x="46" y="2166"/>
                      <a:pt x="140" y="2204"/>
                    </a:cubicBezTo>
                    <a:cubicBezTo>
                      <a:pt x="163" y="2213"/>
                      <a:pt x="186" y="2217"/>
                      <a:pt x="208" y="2217"/>
                    </a:cubicBezTo>
                    <a:cubicBezTo>
                      <a:pt x="281" y="2217"/>
                      <a:pt x="352" y="2173"/>
                      <a:pt x="380" y="2101"/>
                    </a:cubicBezTo>
                    <a:lnTo>
                      <a:pt x="1114" y="253"/>
                    </a:lnTo>
                    <a:cubicBezTo>
                      <a:pt x="1153" y="159"/>
                      <a:pt x="1106" y="52"/>
                      <a:pt x="1011" y="13"/>
                    </a:cubicBezTo>
                    <a:cubicBezTo>
                      <a:pt x="989" y="5"/>
                      <a:pt x="966" y="0"/>
                      <a:pt x="94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2409;p64"/>
              <p:cNvSpPr/>
              <p:nvPr/>
            </p:nvSpPr>
            <p:spPr>
              <a:xfrm>
                <a:off x="985598" y="837869"/>
                <a:ext cx="34097" cy="77248"/>
              </a:xfrm>
              <a:custGeom>
                <a:avLst/>
                <a:gdLst/>
                <a:ahLst/>
                <a:cxnLst/>
                <a:rect l="l" t="t" r="r" b="b"/>
                <a:pathLst>
                  <a:path w="900" h="2039" extrusionOk="0">
                    <a:moveTo>
                      <a:pt x="212" y="0"/>
                    </a:moveTo>
                    <a:cubicBezTo>
                      <a:pt x="180" y="0"/>
                      <a:pt x="147" y="9"/>
                      <a:pt x="118" y="27"/>
                    </a:cubicBezTo>
                    <a:cubicBezTo>
                      <a:pt x="30" y="79"/>
                      <a:pt x="3" y="193"/>
                      <a:pt x="55" y="279"/>
                    </a:cubicBezTo>
                    <a:lnTo>
                      <a:pt x="492" y="1004"/>
                    </a:lnTo>
                    <a:lnTo>
                      <a:pt x="53" y="1762"/>
                    </a:lnTo>
                    <a:cubicBezTo>
                      <a:pt x="0" y="1850"/>
                      <a:pt x="31" y="1964"/>
                      <a:pt x="119" y="2014"/>
                    </a:cubicBezTo>
                    <a:cubicBezTo>
                      <a:pt x="147" y="2032"/>
                      <a:pt x="181" y="2039"/>
                      <a:pt x="212" y="2039"/>
                    </a:cubicBezTo>
                    <a:cubicBezTo>
                      <a:pt x="276" y="2039"/>
                      <a:pt x="338" y="2007"/>
                      <a:pt x="371" y="1948"/>
                    </a:cubicBezTo>
                    <a:lnTo>
                      <a:pt x="865" y="1095"/>
                    </a:lnTo>
                    <a:cubicBezTo>
                      <a:pt x="899" y="1038"/>
                      <a:pt x="898" y="965"/>
                      <a:pt x="863" y="908"/>
                    </a:cubicBezTo>
                    <a:lnTo>
                      <a:pt x="370" y="90"/>
                    </a:lnTo>
                    <a:cubicBezTo>
                      <a:pt x="336" y="32"/>
                      <a:pt x="275" y="0"/>
                      <a:pt x="2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2410;p64"/>
              <p:cNvSpPr/>
              <p:nvPr/>
            </p:nvSpPr>
            <p:spPr>
              <a:xfrm>
                <a:off x="886605" y="837869"/>
                <a:ext cx="34021" cy="77248"/>
              </a:xfrm>
              <a:custGeom>
                <a:avLst/>
                <a:gdLst/>
                <a:ahLst/>
                <a:cxnLst/>
                <a:rect l="l" t="t" r="r" b="b"/>
                <a:pathLst>
                  <a:path w="898" h="2039" extrusionOk="0">
                    <a:moveTo>
                      <a:pt x="687" y="0"/>
                    </a:moveTo>
                    <a:cubicBezTo>
                      <a:pt x="624" y="0"/>
                      <a:pt x="564" y="32"/>
                      <a:pt x="529" y="90"/>
                    </a:cubicBezTo>
                    <a:lnTo>
                      <a:pt x="36" y="908"/>
                    </a:lnTo>
                    <a:cubicBezTo>
                      <a:pt x="2" y="965"/>
                      <a:pt x="0" y="1038"/>
                      <a:pt x="35" y="1095"/>
                    </a:cubicBezTo>
                    <a:lnTo>
                      <a:pt x="528" y="1948"/>
                    </a:lnTo>
                    <a:cubicBezTo>
                      <a:pt x="563" y="2007"/>
                      <a:pt x="623" y="2039"/>
                      <a:pt x="688" y="2039"/>
                    </a:cubicBezTo>
                    <a:cubicBezTo>
                      <a:pt x="720" y="2039"/>
                      <a:pt x="751" y="2031"/>
                      <a:pt x="780" y="2014"/>
                    </a:cubicBezTo>
                    <a:cubicBezTo>
                      <a:pt x="868" y="1964"/>
                      <a:pt x="898" y="1850"/>
                      <a:pt x="847" y="1762"/>
                    </a:cubicBezTo>
                    <a:lnTo>
                      <a:pt x="408" y="1005"/>
                    </a:lnTo>
                    <a:lnTo>
                      <a:pt x="846" y="279"/>
                    </a:lnTo>
                    <a:cubicBezTo>
                      <a:pt x="898" y="191"/>
                      <a:pt x="870" y="79"/>
                      <a:pt x="783" y="27"/>
                    </a:cubicBezTo>
                    <a:cubicBezTo>
                      <a:pt x="753" y="9"/>
                      <a:pt x="719" y="0"/>
                      <a:pt x="6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2411;p64"/>
              <p:cNvSpPr/>
              <p:nvPr/>
            </p:nvSpPr>
            <p:spPr>
              <a:xfrm>
                <a:off x="886643" y="939136"/>
                <a:ext cx="173097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4569" h="361" extrusionOk="0">
                    <a:moveTo>
                      <a:pt x="200" y="1"/>
                    </a:moveTo>
                    <a:cubicBezTo>
                      <a:pt x="104" y="1"/>
                      <a:pt x="19" y="71"/>
                      <a:pt x="10" y="165"/>
                    </a:cubicBezTo>
                    <a:cubicBezTo>
                      <a:pt x="0" y="272"/>
                      <a:pt x="87" y="361"/>
                      <a:pt x="193" y="361"/>
                    </a:cubicBezTo>
                    <a:lnTo>
                      <a:pt x="4370" y="361"/>
                    </a:lnTo>
                    <a:cubicBezTo>
                      <a:pt x="4465" y="361"/>
                      <a:pt x="4550" y="292"/>
                      <a:pt x="4559" y="198"/>
                    </a:cubicBezTo>
                    <a:cubicBezTo>
                      <a:pt x="4569" y="90"/>
                      <a:pt x="4484" y="1"/>
                      <a:pt x="437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2412;p64"/>
              <p:cNvSpPr/>
              <p:nvPr/>
            </p:nvSpPr>
            <p:spPr>
              <a:xfrm>
                <a:off x="887135" y="975126"/>
                <a:ext cx="44629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1178" h="362" extrusionOk="0">
                    <a:moveTo>
                      <a:pt x="199" y="1"/>
                    </a:moveTo>
                    <a:cubicBezTo>
                      <a:pt x="104" y="1"/>
                      <a:pt x="18" y="70"/>
                      <a:pt x="10" y="164"/>
                    </a:cubicBezTo>
                    <a:cubicBezTo>
                      <a:pt x="1" y="273"/>
                      <a:pt x="85" y="362"/>
                      <a:pt x="190" y="362"/>
                    </a:cubicBezTo>
                    <a:lnTo>
                      <a:pt x="979" y="362"/>
                    </a:lnTo>
                    <a:cubicBezTo>
                      <a:pt x="1075" y="362"/>
                      <a:pt x="1159" y="292"/>
                      <a:pt x="1168" y="196"/>
                    </a:cubicBezTo>
                    <a:cubicBezTo>
                      <a:pt x="1177" y="90"/>
                      <a:pt x="1093" y="1"/>
                      <a:pt x="98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2413;p64"/>
              <p:cNvSpPr/>
              <p:nvPr/>
            </p:nvSpPr>
            <p:spPr>
              <a:xfrm>
                <a:off x="954608" y="975164"/>
                <a:ext cx="44591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1177" h="361" extrusionOk="0">
                    <a:moveTo>
                      <a:pt x="198" y="1"/>
                    </a:moveTo>
                    <a:cubicBezTo>
                      <a:pt x="103" y="1"/>
                      <a:pt x="17" y="70"/>
                      <a:pt x="10" y="164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979" y="361"/>
                    </a:lnTo>
                    <a:cubicBezTo>
                      <a:pt x="1074" y="361"/>
                      <a:pt x="1159" y="291"/>
                      <a:pt x="1167" y="195"/>
                    </a:cubicBezTo>
                    <a:cubicBezTo>
                      <a:pt x="1177" y="90"/>
                      <a:pt x="1093" y="1"/>
                      <a:pt x="98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2414;p64"/>
              <p:cNvSpPr/>
              <p:nvPr/>
            </p:nvSpPr>
            <p:spPr>
              <a:xfrm>
                <a:off x="999199" y="1009943"/>
                <a:ext cx="44553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1176" h="361" extrusionOk="0">
                    <a:moveTo>
                      <a:pt x="199" y="0"/>
                    </a:moveTo>
                    <a:cubicBezTo>
                      <a:pt x="102" y="0"/>
                      <a:pt x="17" y="69"/>
                      <a:pt x="10" y="164"/>
                    </a:cubicBezTo>
                    <a:cubicBezTo>
                      <a:pt x="1" y="270"/>
                      <a:pt x="84" y="360"/>
                      <a:pt x="189" y="360"/>
                    </a:cubicBezTo>
                    <a:lnTo>
                      <a:pt x="979" y="360"/>
                    </a:lnTo>
                    <a:cubicBezTo>
                      <a:pt x="1074" y="360"/>
                      <a:pt x="1159" y="290"/>
                      <a:pt x="1167" y="197"/>
                    </a:cubicBezTo>
                    <a:cubicBezTo>
                      <a:pt x="1176" y="89"/>
                      <a:pt x="1092" y="0"/>
                      <a:pt x="9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2415;p64"/>
              <p:cNvSpPr/>
              <p:nvPr/>
            </p:nvSpPr>
            <p:spPr>
              <a:xfrm>
                <a:off x="999199" y="1079424"/>
                <a:ext cx="44553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1176" h="361" extrusionOk="0">
                    <a:moveTo>
                      <a:pt x="199" y="0"/>
                    </a:moveTo>
                    <a:cubicBezTo>
                      <a:pt x="102" y="0"/>
                      <a:pt x="17" y="70"/>
                      <a:pt x="10" y="165"/>
                    </a:cubicBezTo>
                    <a:cubicBezTo>
                      <a:pt x="1" y="271"/>
                      <a:pt x="84" y="360"/>
                      <a:pt x="189" y="360"/>
                    </a:cubicBezTo>
                    <a:lnTo>
                      <a:pt x="979" y="360"/>
                    </a:lnTo>
                    <a:cubicBezTo>
                      <a:pt x="1074" y="360"/>
                      <a:pt x="1159" y="291"/>
                      <a:pt x="1167" y="197"/>
                    </a:cubicBezTo>
                    <a:cubicBezTo>
                      <a:pt x="1176" y="89"/>
                      <a:pt x="1092" y="0"/>
                      <a:pt x="9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2416;p64"/>
              <p:cNvSpPr/>
              <p:nvPr/>
            </p:nvSpPr>
            <p:spPr>
              <a:xfrm>
                <a:off x="887741" y="1114202"/>
                <a:ext cx="95432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2519" h="360" extrusionOk="0">
                    <a:moveTo>
                      <a:pt x="199" y="1"/>
                    </a:moveTo>
                    <a:cubicBezTo>
                      <a:pt x="103" y="1"/>
                      <a:pt x="17" y="70"/>
                      <a:pt x="10" y="164"/>
                    </a:cubicBezTo>
                    <a:cubicBezTo>
                      <a:pt x="1" y="271"/>
                      <a:pt x="84" y="360"/>
                      <a:pt x="189" y="360"/>
                    </a:cubicBezTo>
                    <a:lnTo>
                      <a:pt x="2321" y="360"/>
                    </a:lnTo>
                    <a:cubicBezTo>
                      <a:pt x="2416" y="360"/>
                      <a:pt x="2502" y="291"/>
                      <a:pt x="2509" y="196"/>
                    </a:cubicBezTo>
                    <a:cubicBezTo>
                      <a:pt x="2519" y="90"/>
                      <a:pt x="2435" y="1"/>
                      <a:pt x="233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Google Shape;2417;p64"/>
              <p:cNvSpPr/>
              <p:nvPr/>
            </p:nvSpPr>
            <p:spPr>
              <a:xfrm>
                <a:off x="887741" y="1009943"/>
                <a:ext cx="95394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2518" h="361" extrusionOk="0">
                    <a:moveTo>
                      <a:pt x="199" y="0"/>
                    </a:moveTo>
                    <a:cubicBezTo>
                      <a:pt x="103" y="0"/>
                      <a:pt x="17" y="69"/>
                      <a:pt x="10" y="164"/>
                    </a:cubicBezTo>
                    <a:cubicBezTo>
                      <a:pt x="1" y="270"/>
                      <a:pt x="84" y="360"/>
                      <a:pt x="189" y="360"/>
                    </a:cubicBezTo>
                    <a:lnTo>
                      <a:pt x="2320" y="360"/>
                    </a:lnTo>
                    <a:cubicBezTo>
                      <a:pt x="2415" y="360"/>
                      <a:pt x="2500" y="290"/>
                      <a:pt x="2508" y="197"/>
                    </a:cubicBezTo>
                    <a:cubicBezTo>
                      <a:pt x="2517" y="89"/>
                      <a:pt x="2433" y="0"/>
                      <a:pt x="232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Google Shape;2418;p64"/>
              <p:cNvSpPr/>
              <p:nvPr/>
            </p:nvSpPr>
            <p:spPr>
              <a:xfrm>
                <a:off x="1059777" y="1009943"/>
                <a:ext cx="95432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2519" h="361" extrusionOk="0">
                    <a:moveTo>
                      <a:pt x="200" y="0"/>
                    </a:moveTo>
                    <a:cubicBezTo>
                      <a:pt x="105" y="0"/>
                      <a:pt x="20" y="69"/>
                      <a:pt x="11" y="164"/>
                    </a:cubicBezTo>
                    <a:cubicBezTo>
                      <a:pt x="1" y="270"/>
                      <a:pt x="87" y="360"/>
                      <a:pt x="192" y="360"/>
                    </a:cubicBezTo>
                    <a:lnTo>
                      <a:pt x="2321" y="360"/>
                    </a:lnTo>
                    <a:cubicBezTo>
                      <a:pt x="2416" y="360"/>
                      <a:pt x="2502" y="290"/>
                      <a:pt x="2509" y="197"/>
                    </a:cubicBezTo>
                    <a:cubicBezTo>
                      <a:pt x="2519" y="89"/>
                      <a:pt x="2435" y="0"/>
                      <a:pt x="233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Google Shape;2419;p64"/>
              <p:cNvSpPr/>
              <p:nvPr/>
            </p:nvSpPr>
            <p:spPr>
              <a:xfrm>
                <a:off x="886984" y="1044645"/>
                <a:ext cx="32695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863" h="362" extrusionOk="0">
                    <a:moveTo>
                      <a:pt x="202" y="1"/>
                    </a:moveTo>
                    <a:cubicBezTo>
                      <a:pt x="106" y="1"/>
                      <a:pt x="21" y="70"/>
                      <a:pt x="13" y="164"/>
                    </a:cubicBezTo>
                    <a:cubicBezTo>
                      <a:pt x="1" y="272"/>
                      <a:pt x="85" y="362"/>
                      <a:pt x="191" y="362"/>
                    </a:cubicBezTo>
                    <a:lnTo>
                      <a:pt x="665" y="362"/>
                    </a:lnTo>
                    <a:cubicBezTo>
                      <a:pt x="760" y="362"/>
                      <a:pt x="846" y="293"/>
                      <a:pt x="853" y="197"/>
                    </a:cubicBezTo>
                    <a:cubicBezTo>
                      <a:pt x="863" y="90"/>
                      <a:pt x="779" y="1"/>
                      <a:pt x="67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2420;p64"/>
              <p:cNvSpPr/>
              <p:nvPr/>
            </p:nvSpPr>
            <p:spPr>
              <a:xfrm>
                <a:off x="935325" y="1044645"/>
                <a:ext cx="161996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4276" h="362" extrusionOk="0">
                    <a:moveTo>
                      <a:pt x="198" y="1"/>
                    </a:moveTo>
                    <a:cubicBezTo>
                      <a:pt x="102" y="1"/>
                      <a:pt x="17" y="70"/>
                      <a:pt x="10" y="166"/>
                    </a:cubicBezTo>
                    <a:cubicBezTo>
                      <a:pt x="0" y="273"/>
                      <a:pt x="84" y="362"/>
                      <a:pt x="189" y="362"/>
                    </a:cubicBezTo>
                    <a:lnTo>
                      <a:pt x="4077" y="362"/>
                    </a:lnTo>
                    <a:cubicBezTo>
                      <a:pt x="4173" y="362"/>
                      <a:pt x="4258" y="293"/>
                      <a:pt x="4265" y="199"/>
                    </a:cubicBezTo>
                    <a:cubicBezTo>
                      <a:pt x="4276" y="91"/>
                      <a:pt x="4191" y="1"/>
                      <a:pt x="408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Google Shape;2421;p64"/>
              <p:cNvSpPr/>
              <p:nvPr/>
            </p:nvSpPr>
            <p:spPr>
              <a:xfrm>
                <a:off x="887741" y="1079424"/>
                <a:ext cx="95394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2518" h="361" extrusionOk="0">
                    <a:moveTo>
                      <a:pt x="199" y="0"/>
                    </a:moveTo>
                    <a:cubicBezTo>
                      <a:pt x="103" y="0"/>
                      <a:pt x="17" y="70"/>
                      <a:pt x="10" y="165"/>
                    </a:cubicBezTo>
                    <a:cubicBezTo>
                      <a:pt x="1" y="271"/>
                      <a:pt x="84" y="360"/>
                      <a:pt x="189" y="360"/>
                    </a:cubicBezTo>
                    <a:lnTo>
                      <a:pt x="2320" y="360"/>
                    </a:lnTo>
                    <a:cubicBezTo>
                      <a:pt x="2415" y="360"/>
                      <a:pt x="2500" y="291"/>
                      <a:pt x="2508" y="197"/>
                    </a:cubicBezTo>
                    <a:cubicBezTo>
                      <a:pt x="2517" y="89"/>
                      <a:pt x="2433" y="0"/>
                      <a:pt x="232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6" name="Google Shape;2150;p58"/>
            <p:cNvSpPr/>
            <p:nvPr/>
          </p:nvSpPr>
          <p:spPr>
            <a:xfrm>
              <a:off x="3237632" y="2578108"/>
              <a:ext cx="1075725" cy="932894"/>
            </a:xfrm>
            <a:prstGeom prst="rect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22" name="Google Shape;12190;p79"/>
            <p:cNvGrpSpPr/>
            <p:nvPr/>
          </p:nvGrpSpPr>
          <p:grpSpPr>
            <a:xfrm>
              <a:off x="3846882" y="2980142"/>
              <a:ext cx="419775" cy="495945"/>
              <a:chOff x="7167500" y="4279432"/>
              <a:chExt cx="169068" cy="226644"/>
            </a:xfrm>
            <a:solidFill>
              <a:schemeClr val="tx2"/>
            </a:solidFill>
            <a:effectLst>
              <a:glow>
                <a:schemeClr val="bg1"/>
              </a:glow>
            </a:effectLst>
          </p:grpSpPr>
          <p:sp>
            <p:nvSpPr>
              <p:cNvPr id="223" name="Google Shape;12191;p79"/>
              <p:cNvSpPr/>
              <p:nvPr/>
            </p:nvSpPr>
            <p:spPr>
              <a:xfrm>
                <a:off x="7167500" y="4279432"/>
                <a:ext cx="169068" cy="226644"/>
              </a:xfrm>
              <a:custGeom>
                <a:avLst/>
                <a:gdLst/>
                <a:ahLst/>
                <a:cxnLst/>
                <a:rect l="l" t="t" r="r" b="b"/>
                <a:pathLst>
                  <a:path w="5312" h="7121" extrusionOk="0">
                    <a:moveTo>
                      <a:pt x="4085" y="310"/>
                    </a:moveTo>
                    <a:lnTo>
                      <a:pt x="4085" y="1715"/>
                    </a:lnTo>
                    <a:cubicBezTo>
                      <a:pt x="4085" y="1834"/>
                      <a:pt x="4049" y="1930"/>
                      <a:pt x="4001" y="2037"/>
                    </a:cubicBezTo>
                    <a:lnTo>
                      <a:pt x="3918" y="2204"/>
                    </a:lnTo>
                    <a:cubicBezTo>
                      <a:pt x="3906" y="2239"/>
                      <a:pt x="3906" y="2251"/>
                      <a:pt x="3906" y="2275"/>
                    </a:cubicBezTo>
                    <a:lnTo>
                      <a:pt x="3906" y="2632"/>
                    </a:lnTo>
                    <a:cubicBezTo>
                      <a:pt x="3906" y="2989"/>
                      <a:pt x="3763" y="3311"/>
                      <a:pt x="3501" y="3561"/>
                    </a:cubicBezTo>
                    <a:cubicBezTo>
                      <a:pt x="3283" y="3801"/>
                      <a:pt x="2975" y="3921"/>
                      <a:pt x="2650" y="3921"/>
                    </a:cubicBezTo>
                    <a:cubicBezTo>
                      <a:pt x="2620" y="3921"/>
                      <a:pt x="2591" y="3920"/>
                      <a:pt x="2561" y="3918"/>
                    </a:cubicBezTo>
                    <a:cubicBezTo>
                      <a:pt x="1906" y="3870"/>
                      <a:pt x="1382" y="3311"/>
                      <a:pt x="1382" y="2608"/>
                    </a:cubicBezTo>
                    <a:lnTo>
                      <a:pt x="1382" y="2299"/>
                    </a:lnTo>
                    <a:cubicBezTo>
                      <a:pt x="1382" y="2263"/>
                      <a:pt x="1382" y="2251"/>
                      <a:pt x="1370" y="2215"/>
                    </a:cubicBezTo>
                    <a:lnTo>
                      <a:pt x="1287" y="2061"/>
                    </a:lnTo>
                    <a:cubicBezTo>
                      <a:pt x="1239" y="1953"/>
                      <a:pt x="1204" y="1846"/>
                      <a:pt x="1204" y="1727"/>
                    </a:cubicBezTo>
                    <a:lnTo>
                      <a:pt x="1204" y="1227"/>
                    </a:lnTo>
                    <a:cubicBezTo>
                      <a:pt x="1204" y="727"/>
                      <a:pt x="1608" y="310"/>
                      <a:pt x="2120" y="310"/>
                    </a:cubicBezTo>
                    <a:close/>
                    <a:moveTo>
                      <a:pt x="3204" y="4168"/>
                    </a:moveTo>
                    <a:lnTo>
                      <a:pt x="3204" y="4359"/>
                    </a:lnTo>
                    <a:cubicBezTo>
                      <a:pt x="3204" y="4418"/>
                      <a:pt x="3216" y="4466"/>
                      <a:pt x="3228" y="4525"/>
                    </a:cubicBezTo>
                    <a:lnTo>
                      <a:pt x="2656" y="4942"/>
                    </a:lnTo>
                    <a:lnTo>
                      <a:pt x="2073" y="4525"/>
                    </a:lnTo>
                    <a:cubicBezTo>
                      <a:pt x="2085" y="4478"/>
                      <a:pt x="2096" y="4418"/>
                      <a:pt x="2096" y="4359"/>
                    </a:cubicBezTo>
                    <a:lnTo>
                      <a:pt x="2096" y="4168"/>
                    </a:lnTo>
                    <a:cubicBezTo>
                      <a:pt x="2239" y="4216"/>
                      <a:pt x="2382" y="4263"/>
                      <a:pt x="2549" y="4263"/>
                    </a:cubicBezTo>
                    <a:lnTo>
                      <a:pt x="2656" y="4263"/>
                    </a:lnTo>
                    <a:cubicBezTo>
                      <a:pt x="2847" y="4263"/>
                      <a:pt x="3025" y="4228"/>
                      <a:pt x="3204" y="4168"/>
                    </a:cubicBezTo>
                    <a:close/>
                    <a:moveTo>
                      <a:pt x="2132" y="1"/>
                    </a:moveTo>
                    <a:cubicBezTo>
                      <a:pt x="1442" y="1"/>
                      <a:pt x="894" y="549"/>
                      <a:pt x="894" y="1239"/>
                    </a:cubicBezTo>
                    <a:lnTo>
                      <a:pt x="894" y="1739"/>
                    </a:lnTo>
                    <a:cubicBezTo>
                      <a:pt x="894" y="1906"/>
                      <a:pt x="942" y="2073"/>
                      <a:pt x="1001" y="2215"/>
                    </a:cubicBezTo>
                    <a:lnTo>
                      <a:pt x="1061" y="2346"/>
                    </a:lnTo>
                    <a:lnTo>
                      <a:pt x="1061" y="2620"/>
                    </a:lnTo>
                    <a:cubicBezTo>
                      <a:pt x="1061" y="3180"/>
                      <a:pt x="1346" y="3692"/>
                      <a:pt x="1775" y="3989"/>
                    </a:cubicBezTo>
                    <a:lnTo>
                      <a:pt x="1775" y="4359"/>
                    </a:lnTo>
                    <a:cubicBezTo>
                      <a:pt x="1775" y="4454"/>
                      <a:pt x="1715" y="4525"/>
                      <a:pt x="1644" y="4537"/>
                    </a:cubicBezTo>
                    <a:lnTo>
                      <a:pt x="632" y="4859"/>
                    </a:lnTo>
                    <a:cubicBezTo>
                      <a:pt x="251" y="4966"/>
                      <a:pt x="1" y="5299"/>
                      <a:pt x="1" y="5704"/>
                    </a:cubicBezTo>
                    <a:lnTo>
                      <a:pt x="1" y="6954"/>
                    </a:lnTo>
                    <a:cubicBezTo>
                      <a:pt x="1" y="7037"/>
                      <a:pt x="72" y="7121"/>
                      <a:pt x="168" y="7121"/>
                    </a:cubicBezTo>
                    <a:cubicBezTo>
                      <a:pt x="251" y="7121"/>
                      <a:pt x="334" y="7037"/>
                      <a:pt x="334" y="6954"/>
                    </a:cubicBezTo>
                    <a:lnTo>
                      <a:pt x="334" y="5704"/>
                    </a:lnTo>
                    <a:cubicBezTo>
                      <a:pt x="334" y="5466"/>
                      <a:pt x="477" y="5252"/>
                      <a:pt x="715" y="5180"/>
                    </a:cubicBezTo>
                    <a:lnTo>
                      <a:pt x="1727" y="4871"/>
                    </a:lnTo>
                    <a:cubicBezTo>
                      <a:pt x="1787" y="4859"/>
                      <a:pt x="1835" y="4823"/>
                      <a:pt x="1882" y="4799"/>
                    </a:cubicBezTo>
                    <a:lnTo>
                      <a:pt x="2442" y="5204"/>
                    </a:lnTo>
                    <a:cubicBezTo>
                      <a:pt x="2501" y="5252"/>
                      <a:pt x="2573" y="5287"/>
                      <a:pt x="2656" y="5287"/>
                    </a:cubicBezTo>
                    <a:cubicBezTo>
                      <a:pt x="2728" y="5287"/>
                      <a:pt x="2799" y="5252"/>
                      <a:pt x="2858" y="5204"/>
                    </a:cubicBezTo>
                    <a:lnTo>
                      <a:pt x="3430" y="4799"/>
                    </a:lnTo>
                    <a:cubicBezTo>
                      <a:pt x="3466" y="4823"/>
                      <a:pt x="3513" y="4859"/>
                      <a:pt x="3573" y="4871"/>
                    </a:cubicBezTo>
                    <a:lnTo>
                      <a:pt x="4585" y="5180"/>
                    </a:lnTo>
                    <a:cubicBezTo>
                      <a:pt x="4823" y="5252"/>
                      <a:pt x="4978" y="5466"/>
                      <a:pt x="4978" y="5704"/>
                    </a:cubicBezTo>
                    <a:lnTo>
                      <a:pt x="4978" y="6954"/>
                    </a:lnTo>
                    <a:cubicBezTo>
                      <a:pt x="4978" y="7037"/>
                      <a:pt x="5049" y="7121"/>
                      <a:pt x="5133" y="7121"/>
                    </a:cubicBezTo>
                    <a:cubicBezTo>
                      <a:pt x="5228" y="7121"/>
                      <a:pt x="5299" y="7037"/>
                      <a:pt x="5299" y="6954"/>
                    </a:cubicBezTo>
                    <a:lnTo>
                      <a:pt x="5299" y="5704"/>
                    </a:lnTo>
                    <a:cubicBezTo>
                      <a:pt x="5311" y="5299"/>
                      <a:pt x="5061" y="4954"/>
                      <a:pt x="4692" y="4835"/>
                    </a:cubicBezTo>
                    <a:lnTo>
                      <a:pt x="3680" y="4525"/>
                    </a:lnTo>
                    <a:cubicBezTo>
                      <a:pt x="3609" y="4501"/>
                      <a:pt x="3549" y="4418"/>
                      <a:pt x="3549" y="4347"/>
                    </a:cubicBezTo>
                    <a:lnTo>
                      <a:pt x="3549" y="3978"/>
                    </a:lnTo>
                    <a:cubicBezTo>
                      <a:pt x="3620" y="3930"/>
                      <a:pt x="3692" y="3870"/>
                      <a:pt x="3751" y="3811"/>
                    </a:cubicBezTo>
                    <a:cubicBezTo>
                      <a:pt x="4061" y="3513"/>
                      <a:pt x="4263" y="3085"/>
                      <a:pt x="4263" y="2656"/>
                    </a:cubicBezTo>
                    <a:lnTo>
                      <a:pt x="4263" y="2334"/>
                    </a:lnTo>
                    <a:lnTo>
                      <a:pt x="4323" y="2204"/>
                    </a:lnTo>
                    <a:cubicBezTo>
                      <a:pt x="4394" y="2061"/>
                      <a:pt x="4418" y="1894"/>
                      <a:pt x="4418" y="1727"/>
                    </a:cubicBezTo>
                    <a:lnTo>
                      <a:pt x="4418" y="168"/>
                    </a:lnTo>
                    <a:cubicBezTo>
                      <a:pt x="4418" y="72"/>
                      <a:pt x="4347" y="1"/>
                      <a:pt x="4263" y="1"/>
                    </a:cubicBezTo>
                    <a:close/>
                  </a:path>
                </a:pathLst>
              </a:custGeom>
              <a:grpFill/>
              <a:ln>
                <a:noFill/>
              </a:ln>
              <a:effectLst>
                <a:glow rad="88900">
                  <a:schemeClr val="accent6">
                    <a:satMod val="175000"/>
                  </a:schemeClr>
                </a:glo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Google Shape;12192;p79"/>
              <p:cNvSpPr/>
              <p:nvPr/>
            </p:nvSpPr>
            <p:spPr>
              <a:xfrm>
                <a:off x="7246719" y="4455279"/>
                <a:ext cx="10248" cy="50033"/>
              </a:xfrm>
              <a:custGeom>
                <a:avLst/>
                <a:gdLst/>
                <a:ahLst/>
                <a:cxnLst/>
                <a:rect l="l" t="t" r="r" b="b"/>
                <a:pathLst>
                  <a:path w="322" h="1572" extrusionOk="0">
                    <a:moveTo>
                      <a:pt x="167" y="0"/>
                    </a:moveTo>
                    <a:cubicBezTo>
                      <a:pt x="72" y="0"/>
                      <a:pt x="0" y="72"/>
                      <a:pt x="0" y="167"/>
                    </a:cubicBezTo>
                    <a:lnTo>
                      <a:pt x="0" y="1417"/>
                    </a:lnTo>
                    <a:cubicBezTo>
                      <a:pt x="0" y="1501"/>
                      <a:pt x="72" y="1572"/>
                      <a:pt x="167" y="1572"/>
                    </a:cubicBezTo>
                    <a:cubicBezTo>
                      <a:pt x="250" y="1572"/>
                      <a:pt x="322" y="1501"/>
                      <a:pt x="322" y="1417"/>
                    </a:cubicBezTo>
                    <a:lnTo>
                      <a:pt x="322" y="167"/>
                    </a:lnTo>
                    <a:cubicBezTo>
                      <a:pt x="322" y="72"/>
                      <a:pt x="250" y="0"/>
                      <a:pt x="1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Google Shape;12193;p79"/>
              <p:cNvSpPr/>
              <p:nvPr/>
            </p:nvSpPr>
            <p:spPr>
              <a:xfrm>
                <a:off x="7195572" y="4466642"/>
                <a:ext cx="11012" cy="38670"/>
              </a:xfrm>
              <a:custGeom>
                <a:avLst/>
                <a:gdLst/>
                <a:ahLst/>
                <a:cxnLst/>
                <a:rect l="l" t="t" r="r" b="b"/>
                <a:pathLst>
                  <a:path w="346" h="1215" extrusionOk="0">
                    <a:moveTo>
                      <a:pt x="167" y="1"/>
                    </a:moveTo>
                    <a:cubicBezTo>
                      <a:pt x="71" y="1"/>
                      <a:pt x="0" y="72"/>
                      <a:pt x="0" y="167"/>
                    </a:cubicBezTo>
                    <a:lnTo>
                      <a:pt x="0" y="1060"/>
                    </a:lnTo>
                    <a:cubicBezTo>
                      <a:pt x="0" y="1144"/>
                      <a:pt x="71" y="1215"/>
                      <a:pt x="167" y="1215"/>
                    </a:cubicBezTo>
                    <a:cubicBezTo>
                      <a:pt x="250" y="1215"/>
                      <a:pt x="322" y="1144"/>
                      <a:pt x="322" y="1060"/>
                    </a:cubicBezTo>
                    <a:lnTo>
                      <a:pt x="322" y="167"/>
                    </a:lnTo>
                    <a:cubicBezTo>
                      <a:pt x="345" y="72"/>
                      <a:pt x="262" y="1"/>
                      <a:pt x="1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12194;p79"/>
              <p:cNvSpPr/>
              <p:nvPr/>
            </p:nvSpPr>
            <p:spPr>
              <a:xfrm>
                <a:off x="7297866" y="4466642"/>
                <a:ext cx="10280" cy="38670"/>
              </a:xfrm>
              <a:custGeom>
                <a:avLst/>
                <a:gdLst/>
                <a:ahLst/>
                <a:cxnLst/>
                <a:rect l="l" t="t" r="r" b="b"/>
                <a:pathLst>
                  <a:path w="323" h="1215" extrusionOk="0">
                    <a:moveTo>
                      <a:pt x="167" y="1"/>
                    </a:moveTo>
                    <a:cubicBezTo>
                      <a:pt x="72" y="1"/>
                      <a:pt x="1" y="72"/>
                      <a:pt x="1" y="167"/>
                    </a:cubicBezTo>
                    <a:lnTo>
                      <a:pt x="1" y="1060"/>
                    </a:lnTo>
                    <a:cubicBezTo>
                      <a:pt x="1" y="1144"/>
                      <a:pt x="72" y="1215"/>
                      <a:pt x="167" y="1215"/>
                    </a:cubicBezTo>
                    <a:cubicBezTo>
                      <a:pt x="251" y="1215"/>
                      <a:pt x="322" y="1144"/>
                      <a:pt x="322" y="1060"/>
                    </a:cubicBezTo>
                    <a:lnTo>
                      <a:pt x="322" y="167"/>
                    </a:lnTo>
                    <a:cubicBezTo>
                      <a:pt x="322" y="72"/>
                      <a:pt x="251" y="1"/>
                      <a:pt x="1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12199;p79"/>
              <p:cNvSpPr/>
              <p:nvPr/>
            </p:nvSpPr>
            <p:spPr>
              <a:xfrm>
                <a:off x="7217915" y="4321126"/>
                <a:ext cx="68238" cy="25812"/>
              </a:xfrm>
              <a:custGeom>
                <a:avLst/>
                <a:gdLst/>
                <a:ahLst/>
                <a:cxnLst/>
                <a:rect l="l" t="t" r="r" b="b"/>
                <a:pathLst>
                  <a:path w="2144" h="811" extrusionOk="0">
                    <a:moveTo>
                      <a:pt x="933" y="1"/>
                    </a:moveTo>
                    <a:cubicBezTo>
                      <a:pt x="491" y="1"/>
                      <a:pt x="139" y="113"/>
                      <a:pt x="120" y="120"/>
                    </a:cubicBezTo>
                    <a:cubicBezTo>
                      <a:pt x="36" y="155"/>
                      <a:pt x="1" y="215"/>
                      <a:pt x="1" y="286"/>
                    </a:cubicBezTo>
                    <a:lnTo>
                      <a:pt x="1" y="643"/>
                    </a:lnTo>
                    <a:cubicBezTo>
                      <a:pt x="1" y="727"/>
                      <a:pt x="72" y="810"/>
                      <a:pt x="155" y="810"/>
                    </a:cubicBezTo>
                    <a:cubicBezTo>
                      <a:pt x="251" y="810"/>
                      <a:pt x="322" y="727"/>
                      <a:pt x="322" y="643"/>
                    </a:cubicBezTo>
                    <a:lnTo>
                      <a:pt x="322" y="417"/>
                    </a:lnTo>
                    <a:cubicBezTo>
                      <a:pt x="455" y="384"/>
                      <a:pt x="683" y="341"/>
                      <a:pt x="940" y="341"/>
                    </a:cubicBezTo>
                    <a:cubicBezTo>
                      <a:pt x="1236" y="341"/>
                      <a:pt x="1572" y="398"/>
                      <a:pt x="1846" y="596"/>
                    </a:cubicBezTo>
                    <a:cubicBezTo>
                      <a:pt x="1877" y="622"/>
                      <a:pt x="1914" y="634"/>
                      <a:pt x="1951" y="634"/>
                    </a:cubicBezTo>
                    <a:cubicBezTo>
                      <a:pt x="1999" y="634"/>
                      <a:pt x="2045" y="613"/>
                      <a:pt x="2072" y="572"/>
                    </a:cubicBezTo>
                    <a:cubicBezTo>
                      <a:pt x="2144" y="489"/>
                      <a:pt x="2120" y="393"/>
                      <a:pt x="2048" y="334"/>
                    </a:cubicBezTo>
                    <a:cubicBezTo>
                      <a:pt x="1703" y="74"/>
                      <a:pt x="1289" y="1"/>
                      <a:pt x="93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" name="Группа 6"/>
          <p:cNvGrpSpPr/>
          <p:nvPr/>
        </p:nvGrpSpPr>
        <p:grpSpPr>
          <a:xfrm>
            <a:off x="5953432" y="1632583"/>
            <a:ext cx="1573246" cy="3943422"/>
            <a:chOff x="7539069" y="1633987"/>
            <a:chExt cx="1573246" cy="3943422"/>
          </a:xfrm>
        </p:grpSpPr>
        <p:sp>
          <p:nvSpPr>
            <p:cNvPr id="62" name="Google Shape;2188;p58"/>
            <p:cNvSpPr txBox="1"/>
            <p:nvPr/>
          </p:nvSpPr>
          <p:spPr>
            <a:xfrm>
              <a:off x="7539069" y="4129148"/>
              <a:ext cx="1573200" cy="47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lvl="0" algn="ctr">
                <a:lnSpc>
                  <a:spcPct val="115000"/>
                </a:lnSpc>
              </a:pPr>
              <a:r>
                <a:rPr lang="en-US" sz="2000" b="1" dirty="0">
                  <a:solidFill>
                    <a:schemeClr val="dk1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Developer</a:t>
              </a:r>
            </a:p>
          </p:txBody>
        </p:sp>
        <p:sp>
          <p:nvSpPr>
            <p:cNvPr id="63" name="Google Shape;2189;p58"/>
            <p:cNvSpPr txBox="1"/>
            <p:nvPr/>
          </p:nvSpPr>
          <p:spPr>
            <a:xfrm>
              <a:off x="7539115" y="4708309"/>
              <a:ext cx="1573200" cy="86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800" dirty="0" err="1">
                  <a:solidFill>
                    <a:schemeClr val="dk1"/>
                  </a:solidFill>
                  <a:latin typeface="Arial" panose="020B0604020202020204" pitchFamily="34" charset="0"/>
                  <a:ea typeface="Poppins"/>
                  <a:cs typeface="Arial" panose="020B0604020202020204" pitchFamily="34" charset="0"/>
                  <a:sym typeface="Poppins"/>
                </a:rPr>
                <a:t>Эренценова</a:t>
              </a:r>
              <a:r>
                <a:rPr lang="ru-RU" sz="1800" dirty="0" smtClean="0">
                  <a:solidFill>
                    <a:schemeClr val="dk1"/>
                  </a:solidFill>
                  <a:latin typeface="Arial" panose="020B0604020202020204" pitchFamily="34" charset="0"/>
                  <a:ea typeface="Poppins"/>
                  <a:cs typeface="Arial" panose="020B0604020202020204" pitchFamily="34" charset="0"/>
                  <a:sym typeface="Poppins"/>
                </a:rPr>
                <a:t> </a:t>
              </a:r>
              <a:r>
                <a:rPr lang="ru-RU" sz="1800" dirty="0">
                  <a:solidFill>
                    <a:schemeClr val="dk1"/>
                  </a:solidFill>
                  <a:latin typeface="Arial" panose="020B0604020202020204" pitchFamily="34" charset="0"/>
                  <a:ea typeface="Poppins"/>
                  <a:cs typeface="Arial" panose="020B0604020202020204" pitchFamily="34" charset="0"/>
                  <a:sym typeface="Poppins"/>
                </a:rPr>
                <a:t>Алина</a:t>
              </a:r>
              <a:endParaRPr sz="1800" dirty="0">
                <a:solidFill>
                  <a:schemeClr val="dk1"/>
                </a:solidFill>
                <a:latin typeface="Arial" panose="020B0604020202020204" pitchFamily="34" charset="0"/>
                <a:ea typeface="Poppins"/>
                <a:cs typeface="Arial" panose="020B0604020202020204" pitchFamily="34" charset="0"/>
                <a:sym typeface="Poppins"/>
              </a:endParaRPr>
            </a:p>
          </p:txBody>
        </p:sp>
        <p:sp>
          <p:nvSpPr>
            <p:cNvPr id="64" name="Google Shape;2192;p58"/>
            <p:cNvSpPr txBox="1"/>
            <p:nvPr/>
          </p:nvSpPr>
          <p:spPr>
            <a:xfrm>
              <a:off x="7539097" y="1633987"/>
              <a:ext cx="1573200" cy="48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 b="1" dirty="0" smtClean="0">
                  <a:solidFill>
                    <a:schemeClr val="lt2"/>
                  </a:solidFill>
                  <a:latin typeface="Poppins"/>
                  <a:ea typeface="Poppins"/>
                  <a:cs typeface="Poppins"/>
                  <a:sym typeface="Poppins"/>
                </a:rPr>
                <a:t>0</a:t>
              </a:r>
              <a:r>
                <a:rPr lang="ru-RU" sz="3000" b="1" dirty="0" smtClean="0">
                  <a:solidFill>
                    <a:schemeClr val="lt2"/>
                  </a:solidFill>
                  <a:latin typeface="Poppins"/>
                  <a:ea typeface="Poppins"/>
                  <a:cs typeface="Poppins"/>
                  <a:sym typeface="Poppins"/>
                </a:rPr>
                <a:t>5</a:t>
              </a:r>
              <a:endParaRPr sz="3000" b="1" dirty="0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cxnSp>
          <p:nvCxnSpPr>
            <p:cNvPr id="66" name="Google Shape;2199;p58"/>
            <p:cNvCxnSpPr/>
            <p:nvPr/>
          </p:nvCxnSpPr>
          <p:spPr>
            <a:xfrm rot="16200000" flipH="1">
              <a:off x="8102793" y="3756211"/>
              <a:ext cx="445831" cy="22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67" name="Google Shape;2202;p58"/>
            <p:cNvCxnSpPr/>
            <p:nvPr/>
          </p:nvCxnSpPr>
          <p:spPr>
            <a:xfrm rot="16200000" flipH="1">
              <a:off x="8113926" y="2371326"/>
              <a:ext cx="423560" cy="18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29" name="Google Shape;2150;p58"/>
            <p:cNvSpPr/>
            <p:nvPr/>
          </p:nvSpPr>
          <p:spPr>
            <a:xfrm>
              <a:off x="7787834" y="2598183"/>
              <a:ext cx="1075725" cy="932894"/>
            </a:xfrm>
            <a:prstGeom prst="rect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7" name="Google Shape;2397;p64"/>
            <p:cNvGrpSpPr/>
            <p:nvPr/>
          </p:nvGrpSpPr>
          <p:grpSpPr>
            <a:xfrm>
              <a:off x="7857054" y="2668767"/>
              <a:ext cx="936046" cy="785088"/>
              <a:chOff x="713167" y="740543"/>
              <a:chExt cx="476707" cy="422153"/>
            </a:xfrm>
          </p:grpSpPr>
          <p:sp>
            <p:nvSpPr>
              <p:cNvPr id="158" name="Google Shape;2398;p64"/>
              <p:cNvSpPr/>
              <p:nvPr/>
            </p:nvSpPr>
            <p:spPr>
              <a:xfrm>
                <a:off x="713167" y="740543"/>
                <a:ext cx="476707" cy="422153"/>
              </a:xfrm>
              <a:custGeom>
                <a:avLst/>
                <a:gdLst/>
                <a:ahLst/>
                <a:cxnLst/>
                <a:rect l="l" t="t" r="r" b="b"/>
                <a:pathLst>
                  <a:path w="12583" h="11143" extrusionOk="0">
                    <a:moveTo>
                      <a:pt x="3671" y="1967"/>
                    </a:moveTo>
                    <a:lnTo>
                      <a:pt x="3671" y="4501"/>
                    </a:lnTo>
                    <a:cubicBezTo>
                      <a:pt x="3671" y="4596"/>
                      <a:pt x="3740" y="4681"/>
                      <a:pt x="3835" y="4691"/>
                    </a:cubicBezTo>
                    <a:cubicBezTo>
                      <a:pt x="3840" y="4691"/>
                      <a:pt x="3846" y="4691"/>
                      <a:pt x="3851" y="4691"/>
                    </a:cubicBezTo>
                    <a:cubicBezTo>
                      <a:pt x="3951" y="4691"/>
                      <a:pt x="4032" y="4609"/>
                      <a:pt x="4032" y="4507"/>
                    </a:cubicBezTo>
                    <a:lnTo>
                      <a:pt x="4032" y="1968"/>
                    </a:lnTo>
                    <a:lnTo>
                      <a:pt x="12223" y="1968"/>
                    </a:lnTo>
                    <a:lnTo>
                      <a:pt x="12223" y="10529"/>
                    </a:lnTo>
                    <a:lnTo>
                      <a:pt x="12222" y="10529"/>
                    </a:lnTo>
                    <a:cubicBezTo>
                      <a:pt x="12222" y="10667"/>
                      <a:pt x="12109" y="10780"/>
                      <a:pt x="11971" y="10780"/>
                    </a:cubicBezTo>
                    <a:lnTo>
                      <a:pt x="4030" y="10780"/>
                    </a:lnTo>
                    <a:lnTo>
                      <a:pt x="4030" y="5342"/>
                    </a:lnTo>
                    <a:cubicBezTo>
                      <a:pt x="4030" y="5254"/>
                      <a:pt x="3973" y="5174"/>
                      <a:pt x="3886" y="5157"/>
                    </a:cubicBezTo>
                    <a:cubicBezTo>
                      <a:pt x="3873" y="5154"/>
                      <a:pt x="3861" y="5153"/>
                      <a:pt x="3849" y="5153"/>
                    </a:cubicBezTo>
                    <a:cubicBezTo>
                      <a:pt x="3750" y="5153"/>
                      <a:pt x="3670" y="5236"/>
                      <a:pt x="3670" y="5337"/>
                    </a:cubicBezTo>
                    <a:lnTo>
                      <a:pt x="3670" y="10780"/>
                    </a:lnTo>
                    <a:lnTo>
                      <a:pt x="614" y="10780"/>
                    </a:lnTo>
                    <a:cubicBezTo>
                      <a:pt x="475" y="10780"/>
                      <a:pt x="362" y="10667"/>
                      <a:pt x="362" y="10529"/>
                    </a:cubicBezTo>
                    <a:lnTo>
                      <a:pt x="362" y="1967"/>
                    </a:lnTo>
                    <a:close/>
                    <a:moveTo>
                      <a:pt x="8476" y="1"/>
                    </a:moveTo>
                    <a:cubicBezTo>
                      <a:pt x="8476" y="1"/>
                      <a:pt x="8475" y="1"/>
                      <a:pt x="8474" y="1"/>
                    </a:cubicBezTo>
                    <a:lnTo>
                      <a:pt x="637" y="1"/>
                    </a:lnTo>
                    <a:cubicBezTo>
                      <a:pt x="295" y="1"/>
                      <a:pt x="16" y="278"/>
                      <a:pt x="0" y="622"/>
                    </a:cubicBezTo>
                    <a:lnTo>
                      <a:pt x="33" y="10521"/>
                    </a:lnTo>
                    <a:cubicBezTo>
                      <a:pt x="33" y="10865"/>
                      <a:pt x="310" y="11142"/>
                      <a:pt x="654" y="11142"/>
                    </a:cubicBezTo>
                    <a:lnTo>
                      <a:pt x="11961" y="11142"/>
                    </a:lnTo>
                    <a:cubicBezTo>
                      <a:pt x="12305" y="11142"/>
                      <a:pt x="12582" y="10865"/>
                      <a:pt x="12582" y="10521"/>
                    </a:cubicBezTo>
                    <a:lnTo>
                      <a:pt x="12582" y="623"/>
                    </a:lnTo>
                    <a:cubicBezTo>
                      <a:pt x="12582" y="278"/>
                      <a:pt x="12305" y="1"/>
                      <a:pt x="11964" y="1"/>
                    </a:cubicBezTo>
                    <a:lnTo>
                      <a:pt x="9348" y="1"/>
                    </a:lnTo>
                    <a:cubicBezTo>
                      <a:pt x="9253" y="1"/>
                      <a:pt x="9168" y="71"/>
                      <a:pt x="9159" y="165"/>
                    </a:cubicBezTo>
                    <a:cubicBezTo>
                      <a:pt x="9150" y="272"/>
                      <a:pt x="9234" y="361"/>
                      <a:pt x="9339" y="361"/>
                    </a:cubicBezTo>
                    <a:lnTo>
                      <a:pt x="11969" y="361"/>
                    </a:lnTo>
                    <a:cubicBezTo>
                      <a:pt x="12108" y="361"/>
                      <a:pt x="12221" y="474"/>
                      <a:pt x="12221" y="612"/>
                    </a:cubicBezTo>
                    <a:lnTo>
                      <a:pt x="12221" y="1574"/>
                    </a:lnTo>
                    <a:lnTo>
                      <a:pt x="360" y="1571"/>
                    </a:lnTo>
                    <a:lnTo>
                      <a:pt x="360" y="612"/>
                    </a:lnTo>
                    <a:cubicBezTo>
                      <a:pt x="360" y="474"/>
                      <a:pt x="472" y="361"/>
                      <a:pt x="611" y="361"/>
                    </a:cubicBezTo>
                    <a:lnTo>
                      <a:pt x="8474" y="361"/>
                    </a:lnTo>
                    <a:cubicBezTo>
                      <a:pt x="8474" y="361"/>
                      <a:pt x="8660" y="287"/>
                      <a:pt x="8660" y="184"/>
                    </a:cubicBezTo>
                    <a:cubicBezTo>
                      <a:pt x="8660" y="83"/>
                      <a:pt x="8578" y="1"/>
                      <a:pt x="847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Google Shape;2399;p64"/>
              <p:cNvSpPr/>
              <p:nvPr/>
            </p:nvSpPr>
            <p:spPr>
              <a:xfrm>
                <a:off x="756621" y="834914"/>
                <a:ext cx="37468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1" extrusionOk="0">
                    <a:moveTo>
                      <a:pt x="198" y="0"/>
                    </a:moveTo>
                    <a:cubicBezTo>
                      <a:pt x="103" y="0"/>
                      <a:pt x="17" y="69"/>
                      <a:pt x="10" y="164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791" y="361"/>
                    </a:lnTo>
                    <a:cubicBezTo>
                      <a:pt x="886" y="361"/>
                      <a:pt x="972" y="290"/>
                      <a:pt x="979" y="196"/>
                    </a:cubicBezTo>
                    <a:cubicBezTo>
                      <a:pt x="989" y="89"/>
                      <a:pt x="905" y="0"/>
                      <a:pt x="8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Google Shape;2400;p64"/>
              <p:cNvSpPr/>
              <p:nvPr/>
            </p:nvSpPr>
            <p:spPr>
              <a:xfrm>
                <a:off x="756583" y="869617"/>
                <a:ext cx="37506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990" h="362" extrusionOk="0">
                    <a:moveTo>
                      <a:pt x="198" y="1"/>
                    </a:moveTo>
                    <a:cubicBezTo>
                      <a:pt x="102" y="1"/>
                      <a:pt x="17" y="70"/>
                      <a:pt x="10" y="164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792" y="361"/>
                    </a:lnTo>
                    <a:cubicBezTo>
                      <a:pt x="887" y="361"/>
                      <a:pt x="973" y="291"/>
                      <a:pt x="980" y="197"/>
                    </a:cubicBezTo>
                    <a:cubicBezTo>
                      <a:pt x="990" y="91"/>
                      <a:pt x="906" y="1"/>
                      <a:pt x="80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Google Shape;2401;p64"/>
              <p:cNvSpPr/>
              <p:nvPr/>
            </p:nvSpPr>
            <p:spPr>
              <a:xfrm>
                <a:off x="756583" y="904395"/>
                <a:ext cx="37506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90" h="361" extrusionOk="0">
                    <a:moveTo>
                      <a:pt x="198" y="0"/>
                    </a:moveTo>
                    <a:cubicBezTo>
                      <a:pt x="102" y="0"/>
                      <a:pt x="17" y="69"/>
                      <a:pt x="10" y="164"/>
                    </a:cubicBezTo>
                    <a:cubicBezTo>
                      <a:pt x="0" y="271"/>
                      <a:pt x="84" y="360"/>
                      <a:pt x="189" y="360"/>
                    </a:cubicBezTo>
                    <a:lnTo>
                      <a:pt x="792" y="360"/>
                    </a:lnTo>
                    <a:cubicBezTo>
                      <a:pt x="887" y="360"/>
                      <a:pt x="973" y="290"/>
                      <a:pt x="980" y="196"/>
                    </a:cubicBezTo>
                    <a:cubicBezTo>
                      <a:pt x="990" y="90"/>
                      <a:pt x="906" y="0"/>
                      <a:pt x="80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Google Shape;2402;p64"/>
              <p:cNvSpPr/>
              <p:nvPr/>
            </p:nvSpPr>
            <p:spPr>
              <a:xfrm>
                <a:off x="756621" y="939136"/>
                <a:ext cx="37468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1" extrusionOk="0">
                    <a:moveTo>
                      <a:pt x="198" y="1"/>
                    </a:moveTo>
                    <a:cubicBezTo>
                      <a:pt x="103" y="1"/>
                      <a:pt x="17" y="71"/>
                      <a:pt x="10" y="165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791" y="361"/>
                    </a:lnTo>
                    <a:cubicBezTo>
                      <a:pt x="886" y="361"/>
                      <a:pt x="972" y="292"/>
                      <a:pt x="979" y="198"/>
                    </a:cubicBezTo>
                    <a:cubicBezTo>
                      <a:pt x="989" y="90"/>
                      <a:pt x="905" y="1"/>
                      <a:pt x="8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Google Shape;2403;p64"/>
              <p:cNvSpPr/>
              <p:nvPr/>
            </p:nvSpPr>
            <p:spPr>
              <a:xfrm>
                <a:off x="756583" y="975164"/>
                <a:ext cx="37506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90" h="361" extrusionOk="0">
                    <a:moveTo>
                      <a:pt x="198" y="1"/>
                    </a:moveTo>
                    <a:cubicBezTo>
                      <a:pt x="102" y="1"/>
                      <a:pt x="17" y="70"/>
                      <a:pt x="10" y="164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792" y="361"/>
                    </a:lnTo>
                    <a:cubicBezTo>
                      <a:pt x="887" y="361"/>
                      <a:pt x="973" y="291"/>
                      <a:pt x="980" y="195"/>
                    </a:cubicBezTo>
                    <a:cubicBezTo>
                      <a:pt x="990" y="90"/>
                      <a:pt x="906" y="1"/>
                      <a:pt x="80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Google Shape;2404;p64"/>
              <p:cNvSpPr/>
              <p:nvPr/>
            </p:nvSpPr>
            <p:spPr>
              <a:xfrm>
                <a:off x="756621" y="1009905"/>
                <a:ext cx="37468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1" extrusionOk="0">
                    <a:moveTo>
                      <a:pt x="198" y="0"/>
                    </a:moveTo>
                    <a:cubicBezTo>
                      <a:pt x="103" y="0"/>
                      <a:pt x="17" y="69"/>
                      <a:pt x="10" y="164"/>
                    </a:cubicBezTo>
                    <a:cubicBezTo>
                      <a:pt x="0" y="271"/>
                      <a:pt x="84" y="360"/>
                      <a:pt x="189" y="360"/>
                    </a:cubicBezTo>
                    <a:lnTo>
                      <a:pt x="791" y="360"/>
                    </a:lnTo>
                    <a:cubicBezTo>
                      <a:pt x="886" y="360"/>
                      <a:pt x="972" y="290"/>
                      <a:pt x="979" y="196"/>
                    </a:cubicBezTo>
                    <a:cubicBezTo>
                      <a:pt x="989" y="90"/>
                      <a:pt x="905" y="0"/>
                      <a:pt x="8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Google Shape;2405;p64"/>
              <p:cNvSpPr/>
              <p:nvPr/>
            </p:nvSpPr>
            <p:spPr>
              <a:xfrm>
                <a:off x="756583" y="1044645"/>
                <a:ext cx="37506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990" h="362" extrusionOk="0">
                    <a:moveTo>
                      <a:pt x="198" y="1"/>
                    </a:moveTo>
                    <a:cubicBezTo>
                      <a:pt x="102" y="1"/>
                      <a:pt x="17" y="70"/>
                      <a:pt x="10" y="166"/>
                    </a:cubicBezTo>
                    <a:cubicBezTo>
                      <a:pt x="0" y="273"/>
                      <a:pt x="84" y="362"/>
                      <a:pt x="189" y="362"/>
                    </a:cubicBezTo>
                    <a:lnTo>
                      <a:pt x="792" y="362"/>
                    </a:lnTo>
                    <a:cubicBezTo>
                      <a:pt x="887" y="362"/>
                      <a:pt x="973" y="293"/>
                      <a:pt x="980" y="199"/>
                    </a:cubicBezTo>
                    <a:cubicBezTo>
                      <a:pt x="990" y="91"/>
                      <a:pt x="906" y="1"/>
                      <a:pt x="80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Google Shape;2406;p64"/>
              <p:cNvSpPr/>
              <p:nvPr/>
            </p:nvSpPr>
            <p:spPr>
              <a:xfrm>
                <a:off x="756621" y="1079424"/>
                <a:ext cx="37468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1" extrusionOk="0">
                    <a:moveTo>
                      <a:pt x="198" y="0"/>
                    </a:moveTo>
                    <a:cubicBezTo>
                      <a:pt x="103" y="0"/>
                      <a:pt x="17" y="70"/>
                      <a:pt x="10" y="165"/>
                    </a:cubicBezTo>
                    <a:cubicBezTo>
                      <a:pt x="0" y="271"/>
                      <a:pt x="84" y="360"/>
                      <a:pt x="189" y="360"/>
                    </a:cubicBezTo>
                    <a:lnTo>
                      <a:pt x="791" y="360"/>
                    </a:lnTo>
                    <a:cubicBezTo>
                      <a:pt x="886" y="360"/>
                      <a:pt x="972" y="291"/>
                      <a:pt x="979" y="197"/>
                    </a:cubicBezTo>
                    <a:cubicBezTo>
                      <a:pt x="989" y="89"/>
                      <a:pt x="905" y="0"/>
                      <a:pt x="8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2407;p64"/>
              <p:cNvSpPr/>
              <p:nvPr/>
            </p:nvSpPr>
            <p:spPr>
              <a:xfrm>
                <a:off x="756621" y="1114202"/>
                <a:ext cx="37468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0" extrusionOk="0">
                    <a:moveTo>
                      <a:pt x="198" y="1"/>
                    </a:moveTo>
                    <a:cubicBezTo>
                      <a:pt x="103" y="1"/>
                      <a:pt x="17" y="70"/>
                      <a:pt x="10" y="164"/>
                    </a:cubicBezTo>
                    <a:cubicBezTo>
                      <a:pt x="0" y="271"/>
                      <a:pt x="84" y="360"/>
                      <a:pt x="189" y="360"/>
                    </a:cubicBezTo>
                    <a:lnTo>
                      <a:pt x="791" y="360"/>
                    </a:lnTo>
                    <a:cubicBezTo>
                      <a:pt x="886" y="360"/>
                      <a:pt x="972" y="291"/>
                      <a:pt x="979" y="196"/>
                    </a:cubicBezTo>
                    <a:cubicBezTo>
                      <a:pt x="989" y="90"/>
                      <a:pt x="905" y="1"/>
                      <a:pt x="8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Google Shape;2408;p64"/>
              <p:cNvSpPr/>
              <p:nvPr/>
            </p:nvSpPr>
            <p:spPr>
              <a:xfrm>
                <a:off x="931309" y="834497"/>
                <a:ext cx="43681" cy="84029"/>
              </a:xfrm>
              <a:custGeom>
                <a:avLst/>
                <a:gdLst/>
                <a:ahLst/>
                <a:cxnLst/>
                <a:rect l="l" t="t" r="r" b="b"/>
                <a:pathLst>
                  <a:path w="1153" h="2218" extrusionOk="0">
                    <a:moveTo>
                      <a:pt x="944" y="0"/>
                    </a:moveTo>
                    <a:cubicBezTo>
                      <a:pt x="870" y="0"/>
                      <a:pt x="800" y="45"/>
                      <a:pt x="772" y="117"/>
                    </a:cubicBezTo>
                    <a:lnTo>
                      <a:pt x="37" y="1965"/>
                    </a:lnTo>
                    <a:cubicBezTo>
                      <a:pt x="1" y="2059"/>
                      <a:pt x="46" y="2166"/>
                      <a:pt x="140" y="2204"/>
                    </a:cubicBezTo>
                    <a:cubicBezTo>
                      <a:pt x="163" y="2213"/>
                      <a:pt x="186" y="2217"/>
                      <a:pt x="208" y="2217"/>
                    </a:cubicBezTo>
                    <a:cubicBezTo>
                      <a:pt x="281" y="2217"/>
                      <a:pt x="352" y="2173"/>
                      <a:pt x="380" y="2101"/>
                    </a:cubicBezTo>
                    <a:lnTo>
                      <a:pt x="1114" y="253"/>
                    </a:lnTo>
                    <a:cubicBezTo>
                      <a:pt x="1153" y="159"/>
                      <a:pt x="1106" y="52"/>
                      <a:pt x="1011" y="13"/>
                    </a:cubicBezTo>
                    <a:cubicBezTo>
                      <a:pt x="989" y="5"/>
                      <a:pt x="966" y="0"/>
                      <a:pt x="94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Google Shape;2409;p64"/>
              <p:cNvSpPr/>
              <p:nvPr/>
            </p:nvSpPr>
            <p:spPr>
              <a:xfrm>
                <a:off x="985598" y="837869"/>
                <a:ext cx="34097" cy="77248"/>
              </a:xfrm>
              <a:custGeom>
                <a:avLst/>
                <a:gdLst/>
                <a:ahLst/>
                <a:cxnLst/>
                <a:rect l="l" t="t" r="r" b="b"/>
                <a:pathLst>
                  <a:path w="900" h="2039" extrusionOk="0">
                    <a:moveTo>
                      <a:pt x="212" y="0"/>
                    </a:moveTo>
                    <a:cubicBezTo>
                      <a:pt x="180" y="0"/>
                      <a:pt x="147" y="9"/>
                      <a:pt x="118" y="27"/>
                    </a:cubicBezTo>
                    <a:cubicBezTo>
                      <a:pt x="30" y="79"/>
                      <a:pt x="3" y="193"/>
                      <a:pt x="55" y="279"/>
                    </a:cubicBezTo>
                    <a:lnTo>
                      <a:pt x="492" y="1004"/>
                    </a:lnTo>
                    <a:lnTo>
                      <a:pt x="53" y="1762"/>
                    </a:lnTo>
                    <a:cubicBezTo>
                      <a:pt x="0" y="1850"/>
                      <a:pt x="31" y="1964"/>
                      <a:pt x="119" y="2014"/>
                    </a:cubicBezTo>
                    <a:cubicBezTo>
                      <a:pt x="147" y="2032"/>
                      <a:pt x="181" y="2039"/>
                      <a:pt x="212" y="2039"/>
                    </a:cubicBezTo>
                    <a:cubicBezTo>
                      <a:pt x="276" y="2039"/>
                      <a:pt x="338" y="2007"/>
                      <a:pt x="371" y="1948"/>
                    </a:cubicBezTo>
                    <a:lnTo>
                      <a:pt x="865" y="1095"/>
                    </a:lnTo>
                    <a:cubicBezTo>
                      <a:pt x="899" y="1038"/>
                      <a:pt x="898" y="965"/>
                      <a:pt x="863" y="908"/>
                    </a:cubicBezTo>
                    <a:lnTo>
                      <a:pt x="370" y="90"/>
                    </a:lnTo>
                    <a:cubicBezTo>
                      <a:pt x="336" y="32"/>
                      <a:pt x="275" y="0"/>
                      <a:pt x="2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Google Shape;2410;p64"/>
              <p:cNvSpPr/>
              <p:nvPr/>
            </p:nvSpPr>
            <p:spPr>
              <a:xfrm>
                <a:off x="886605" y="837869"/>
                <a:ext cx="34021" cy="77248"/>
              </a:xfrm>
              <a:custGeom>
                <a:avLst/>
                <a:gdLst/>
                <a:ahLst/>
                <a:cxnLst/>
                <a:rect l="l" t="t" r="r" b="b"/>
                <a:pathLst>
                  <a:path w="898" h="2039" extrusionOk="0">
                    <a:moveTo>
                      <a:pt x="687" y="0"/>
                    </a:moveTo>
                    <a:cubicBezTo>
                      <a:pt x="624" y="0"/>
                      <a:pt x="564" y="32"/>
                      <a:pt x="529" y="90"/>
                    </a:cubicBezTo>
                    <a:lnTo>
                      <a:pt x="36" y="908"/>
                    </a:lnTo>
                    <a:cubicBezTo>
                      <a:pt x="2" y="965"/>
                      <a:pt x="0" y="1038"/>
                      <a:pt x="35" y="1095"/>
                    </a:cubicBezTo>
                    <a:lnTo>
                      <a:pt x="528" y="1948"/>
                    </a:lnTo>
                    <a:cubicBezTo>
                      <a:pt x="563" y="2007"/>
                      <a:pt x="623" y="2039"/>
                      <a:pt x="688" y="2039"/>
                    </a:cubicBezTo>
                    <a:cubicBezTo>
                      <a:pt x="720" y="2039"/>
                      <a:pt x="751" y="2031"/>
                      <a:pt x="780" y="2014"/>
                    </a:cubicBezTo>
                    <a:cubicBezTo>
                      <a:pt x="868" y="1964"/>
                      <a:pt x="898" y="1850"/>
                      <a:pt x="847" y="1762"/>
                    </a:cubicBezTo>
                    <a:lnTo>
                      <a:pt x="408" y="1005"/>
                    </a:lnTo>
                    <a:lnTo>
                      <a:pt x="846" y="279"/>
                    </a:lnTo>
                    <a:cubicBezTo>
                      <a:pt x="898" y="191"/>
                      <a:pt x="870" y="79"/>
                      <a:pt x="783" y="27"/>
                    </a:cubicBezTo>
                    <a:cubicBezTo>
                      <a:pt x="753" y="9"/>
                      <a:pt x="719" y="0"/>
                      <a:pt x="6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2411;p64"/>
              <p:cNvSpPr/>
              <p:nvPr/>
            </p:nvSpPr>
            <p:spPr>
              <a:xfrm>
                <a:off x="886643" y="939136"/>
                <a:ext cx="173097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4569" h="361" extrusionOk="0">
                    <a:moveTo>
                      <a:pt x="200" y="1"/>
                    </a:moveTo>
                    <a:cubicBezTo>
                      <a:pt x="104" y="1"/>
                      <a:pt x="19" y="71"/>
                      <a:pt x="10" y="165"/>
                    </a:cubicBezTo>
                    <a:cubicBezTo>
                      <a:pt x="0" y="272"/>
                      <a:pt x="87" y="361"/>
                      <a:pt x="193" y="361"/>
                    </a:cubicBezTo>
                    <a:lnTo>
                      <a:pt x="4370" y="361"/>
                    </a:lnTo>
                    <a:cubicBezTo>
                      <a:pt x="4465" y="361"/>
                      <a:pt x="4550" y="292"/>
                      <a:pt x="4559" y="198"/>
                    </a:cubicBezTo>
                    <a:cubicBezTo>
                      <a:pt x="4569" y="90"/>
                      <a:pt x="4484" y="1"/>
                      <a:pt x="437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2412;p64"/>
              <p:cNvSpPr/>
              <p:nvPr/>
            </p:nvSpPr>
            <p:spPr>
              <a:xfrm>
                <a:off x="887135" y="975126"/>
                <a:ext cx="44629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1178" h="362" extrusionOk="0">
                    <a:moveTo>
                      <a:pt x="199" y="1"/>
                    </a:moveTo>
                    <a:cubicBezTo>
                      <a:pt x="104" y="1"/>
                      <a:pt x="18" y="70"/>
                      <a:pt x="10" y="164"/>
                    </a:cubicBezTo>
                    <a:cubicBezTo>
                      <a:pt x="1" y="273"/>
                      <a:pt x="85" y="362"/>
                      <a:pt x="190" y="362"/>
                    </a:cubicBezTo>
                    <a:lnTo>
                      <a:pt x="979" y="362"/>
                    </a:lnTo>
                    <a:cubicBezTo>
                      <a:pt x="1075" y="362"/>
                      <a:pt x="1159" y="292"/>
                      <a:pt x="1168" y="196"/>
                    </a:cubicBezTo>
                    <a:cubicBezTo>
                      <a:pt x="1177" y="90"/>
                      <a:pt x="1093" y="1"/>
                      <a:pt x="98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Google Shape;2413;p64"/>
              <p:cNvSpPr/>
              <p:nvPr/>
            </p:nvSpPr>
            <p:spPr>
              <a:xfrm>
                <a:off x="954608" y="975164"/>
                <a:ext cx="44591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1177" h="361" extrusionOk="0">
                    <a:moveTo>
                      <a:pt x="198" y="1"/>
                    </a:moveTo>
                    <a:cubicBezTo>
                      <a:pt x="103" y="1"/>
                      <a:pt x="17" y="70"/>
                      <a:pt x="10" y="164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979" y="361"/>
                    </a:lnTo>
                    <a:cubicBezTo>
                      <a:pt x="1074" y="361"/>
                      <a:pt x="1159" y="291"/>
                      <a:pt x="1167" y="195"/>
                    </a:cubicBezTo>
                    <a:cubicBezTo>
                      <a:pt x="1177" y="90"/>
                      <a:pt x="1093" y="1"/>
                      <a:pt x="98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Google Shape;2414;p64"/>
              <p:cNvSpPr/>
              <p:nvPr/>
            </p:nvSpPr>
            <p:spPr>
              <a:xfrm>
                <a:off x="999199" y="1009943"/>
                <a:ext cx="44553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1176" h="361" extrusionOk="0">
                    <a:moveTo>
                      <a:pt x="199" y="0"/>
                    </a:moveTo>
                    <a:cubicBezTo>
                      <a:pt x="102" y="0"/>
                      <a:pt x="17" y="69"/>
                      <a:pt x="10" y="164"/>
                    </a:cubicBezTo>
                    <a:cubicBezTo>
                      <a:pt x="1" y="270"/>
                      <a:pt x="84" y="360"/>
                      <a:pt x="189" y="360"/>
                    </a:cubicBezTo>
                    <a:lnTo>
                      <a:pt x="979" y="360"/>
                    </a:lnTo>
                    <a:cubicBezTo>
                      <a:pt x="1074" y="360"/>
                      <a:pt x="1159" y="290"/>
                      <a:pt x="1167" y="197"/>
                    </a:cubicBezTo>
                    <a:cubicBezTo>
                      <a:pt x="1176" y="89"/>
                      <a:pt x="1092" y="0"/>
                      <a:pt x="9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Google Shape;2415;p64"/>
              <p:cNvSpPr/>
              <p:nvPr/>
            </p:nvSpPr>
            <p:spPr>
              <a:xfrm>
                <a:off x="999199" y="1079424"/>
                <a:ext cx="44553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1176" h="361" extrusionOk="0">
                    <a:moveTo>
                      <a:pt x="199" y="0"/>
                    </a:moveTo>
                    <a:cubicBezTo>
                      <a:pt x="102" y="0"/>
                      <a:pt x="17" y="70"/>
                      <a:pt x="10" y="165"/>
                    </a:cubicBezTo>
                    <a:cubicBezTo>
                      <a:pt x="1" y="271"/>
                      <a:pt x="84" y="360"/>
                      <a:pt x="189" y="360"/>
                    </a:cubicBezTo>
                    <a:lnTo>
                      <a:pt x="979" y="360"/>
                    </a:lnTo>
                    <a:cubicBezTo>
                      <a:pt x="1074" y="360"/>
                      <a:pt x="1159" y="291"/>
                      <a:pt x="1167" y="197"/>
                    </a:cubicBezTo>
                    <a:cubicBezTo>
                      <a:pt x="1176" y="89"/>
                      <a:pt x="1092" y="0"/>
                      <a:pt x="9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Google Shape;2416;p64"/>
              <p:cNvSpPr/>
              <p:nvPr/>
            </p:nvSpPr>
            <p:spPr>
              <a:xfrm>
                <a:off x="887741" y="1114202"/>
                <a:ext cx="95432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2519" h="360" extrusionOk="0">
                    <a:moveTo>
                      <a:pt x="199" y="1"/>
                    </a:moveTo>
                    <a:cubicBezTo>
                      <a:pt x="103" y="1"/>
                      <a:pt x="17" y="70"/>
                      <a:pt x="10" y="164"/>
                    </a:cubicBezTo>
                    <a:cubicBezTo>
                      <a:pt x="1" y="271"/>
                      <a:pt x="84" y="360"/>
                      <a:pt x="189" y="360"/>
                    </a:cubicBezTo>
                    <a:lnTo>
                      <a:pt x="2321" y="360"/>
                    </a:lnTo>
                    <a:cubicBezTo>
                      <a:pt x="2416" y="360"/>
                      <a:pt x="2502" y="291"/>
                      <a:pt x="2509" y="196"/>
                    </a:cubicBezTo>
                    <a:cubicBezTo>
                      <a:pt x="2519" y="90"/>
                      <a:pt x="2435" y="1"/>
                      <a:pt x="233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Google Shape;2417;p64"/>
              <p:cNvSpPr/>
              <p:nvPr/>
            </p:nvSpPr>
            <p:spPr>
              <a:xfrm>
                <a:off x="887741" y="1009943"/>
                <a:ext cx="95394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2518" h="361" extrusionOk="0">
                    <a:moveTo>
                      <a:pt x="199" y="0"/>
                    </a:moveTo>
                    <a:cubicBezTo>
                      <a:pt x="103" y="0"/>
                      <a:pt x="17" y="69"/>
                      <a:pt x="10" y="164"/>
                    </a:cubicBezTo>
                    <a:cubicBezTo>
                      <a:pt x="1" y="270"/>
                      <a:pt x="84" y="360"/>
                      <a:pt x="189" y="360"/>
                    </a:cubicBezTo>
                    <a:lnTo>
                      <a:pt x="2320" y="360"/>
                    </a:lnTo>
                    <a:cubicBezTo>
                      <a:pt x="2415" y="360"/>
                      <a:pt x="2500" y="290"/>
                      <a:pt x="2508" y="197"/>
                    </a:cubicBezTo>
                    <a:cubicBezTo>
                      <a:pt x="2517" y="89"/>
                      <a:pt x="2433" y="0"/>
                      <a:pt x="232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Google Shape;2418;p64"/>
              <p:cNvSpPr/>
              <p:nvPr/>
            </p:nvSpPr>
            <p:spPr>
              <a:xfrm>
                <a:off x="1059777" y="1009943"/>
                <a:ext cx="95432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2519" h="361" extrusionOk="0">
                    <a:moveTo>
                      <a:pt x="200" y="0"/>
                    </a:moveTo>
                    <a:cubicBezTo>
                      <a:pt x="105" y="0"/>
                      <a:pt x="20" y="69"/>
                      <a:pt x="11" y="164"/>
                    </a:cubicBezTo>
                    <a:cubicBezTo>
                      <a:pt x="1" y="270"/>
                      <a:pt x="87" y="360"/>
                      <a:pt x="192" y="360"/>
                    </a:cubicBezTo>
                    <a:lnTo>
                      <a:pt x="2321" y="360"/>
                    </a:lnTo>
                    <a:cubicBezTo>
                      <a:pt x="2416" y="360"/>
                      <a:pt x="2502" y="290"/>
                      <a:pt x="2509" y="197"/>
                    </a:cubicBezTo>
                    <a:cubicBezTo>
                      <a:pt x="2519" y="89"/>
                      <a:pt x="2435" y="0"/>
                      <a:pt x="233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Google Shape;2419;p64"/>
              <p:cNvSpPr/>
              <p:nvPr/>
            </p:nvSpPr>
            <p:spPr>
              <a:xfrm>
                <a:off x="886984" y="1044645"/>
                <a:ext cx="32695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863" h="362" extrusionOk="0">
                    <a:moveTo>
                      <a:pt x="202" y="1"/>
                    </a:moveTo>
                    <a:cubicBezTo>
                      <a:pt x="106" y="1"/>
                      <a:pt x="21" y="70"/>
                      <a:pt x="13" y="164"/>
                    </a:cubicBezTo>
                    <a:cubicBezTo>
                      <a:pt x="1" y="272"/>
                      <a:pt x="85" y="362"/>
                      <a:pt x="191" y="362"/>
                    </a:cubicBezTo>
                    <a:lnTo>
                      <a:pt x="665" y="362"/>
                    </a:lnTo>
                    <a:cubicBezTo>
                      <a:pt x="760" y="362"/>
                      <a:pt x="846" y="293"/>
                      <a:pt x="853" y="197"/>
                    </a:cubicBezTo>
                    <a:cubicBezTo>
                      <a:pt x="863" y="90"/>
                      <a:pt x="779" y="1"/>
                      <a:pt x="67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Google Shape;2420;p64"/>
              <p:cNvSpPr/>
              <p:nvPr/>
            </p:nvSpPr>
            <p:spPr>
              <a:xfrm>
                <a:off x="935325" y="1044645"/>
                <a:ext cx="161996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4276" h="362" extrusionOk="0">
                    <a:moveTo>
                      <a:pt x="198" y="1"/>
                    </a:moveTo>
                    <a:cubicBezTo>
                      <a:pt x="102" y="1"/>
                      <a:pt x="17" y="70"/>
                      <a:pt x="10" y="166"/>
                    </a:cubicBezTo>
                    <a:cubicBezTo>
                      <a:pt x="0" y="273"/>
                      <a:pt x="84" y="362"/>
                      <a:pt x="189" y="362"/>
                    </a:cubicBezTo>
                    <a:lnTo>
                      <a:pt x="4077" y="362"/>
                    </a:lnTo>
                    <a:cubicBezTo>
                      <a:pt x="4173" y="362"/>
                      <a:pt x="4258" y="293"/>
                      <a:pt x="4265" y="199"/>
                    </a:cubicBezTo>
                    <a:cubicBezTo>
                      <a:pt x="4276" y="91"/>
                      <a:pt x="4191" y="1"/>
                      <a:pt x="408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Google Shape;2421;p64"/>
              <p:cNvSpPr/>
              <p:nvPr/>
            </p:nvSpPr>
            <p:spPr>
              <a:xfrm>
                <a:off x="887741" y="1079424"/>
                <a:ext cx="95394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2518" h="361" extrusionOk="0">
                    <a:moveTo>
                      <a:pt x="199" y="0"/>
                    </a:moveTo>
                    <a:cubicBezTo>
                      <a:pt x="103" y="0"/>
                      <a:pt x="17" y="70"/>
                      <a:pt x="10" y="165"/>
                    </a:cubicBezTo>
                    <a:cubicBezTo>
                      <a:pt x="1" y="271"/>
                      <a:pt x="84" y="360"/>
                      <a:pt x="189" y="360"/>
                    </a:cubicBezTo>
                    <a:lnTo>
                      <a:pt x="2320" y="360"/>
                    </a:lnTo>
                    <a:cubicBezTo>
                      <a:pt x="2415" y="360"/>
                      <a:pt x="2500" y="291"/>
                      <a:pt x="2508" y="197"/>
                    </a:cubicBezTo>
                    <a:cubicBezTo>
                      <a:pt x="2517" y="89"/>
                      <a:pt x="2433" y="0"/>
                      <a:pt x="232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2" name="Google Shape;12200;p79"/>
            <p:cNvGrpSpPr/>
            <p:nvPr/>
          </p:nvGrpSpPr>
          <p:grpSpPr>
            <a:xfrm>
              <a:off x="8435661" y="2945513"/>
              <a:ext cx="371353" cy="526810"/>
              <a:chOff x="7610126" y="4279432"/>
              <a:chExt cx="158055" cy="237274"/>
            </a:xfrm>
            <a:solidFill>
              <a:schemeClr val="tx2"/>
            </a:solidFill>
          </p:grpSpPr>
          <p:sp>
            <p:nvSpPr>
              <p:cNvPr id="243" name="Google Shape;12201;p79"/>
              <p:cNvSpPr/>
              <p:nvPr/>
            </p:nvSpPr>
            <p:spPr>
              <a:xfrm>
                <a:off x="7610126" y="4279432"/>
                <a:ext cx="158055" cy="236892"/>
              </a:xfrm>
              <a:custGeom>
                <a:avLst/>
                <a:gdLst/>
                <a:ahLst/>
                <a:cxnLst/>
                <a:rect l="l" t="t" r="r" b="b"/>
                <a:pathLst>
                  <a:path w="4966" h="7443" extrusionOk="0">
                    <a:moveTo>
                      <a:pt x="2501" y="346"/>
                    </a:moveTo>
                    <a:cubicBezTo>
                      <a:pt x="2882" y="346"/>
                      <a:pt x="3191" y="572"/>
                      <a:pt x="3227" y="870"/>
                    </a:cubicBezTo>
                    <a:cubicBezTo>
                      <a:pt x="3001" y="775"/>
                      <a:pt x="2763" y="727"/>
                      <a:pt x="2501" y="727"/>
                    </a:cubicBezTo>
                    <a:cubicBezTo>
                      <a:pt x="2239" y="727"/>
                      <a:pt x="1989" y="775"/>
                      <a:pt x="1763" y="870"/>
                    </a:cubicBezTo>
                    <a:cubicBezTo>
                      <a:pt x="1798" y="572"/>
                      <a:pt x="2108" y="346"/>
                      <a:pt x="2501" y="346"/>
                    </a:cubicBezTo>
                    <a:close/>
                    <a:moveTo>
                      <a:pt x="2501" y="1061"/>
                    </a:moveTo>
                    <a:cubicBezTo>
                      <a:pt x="3394" y="1061"/>
                      <a:pt x="4108" y="1787"/>
                      <a:pt x="4108" y="2668"/>
                    </a:cubicBezTo>
                    <a:cubicBezTo>
                      <a:pt x="4108" y="2799"/>
                      <a:pt x="4084" y="2918"/>
                      <a:pt x="4061" y="3049"/>
                    </a:cubicBezTo>
                    <a:cubicBezTo>
                      <a:pt x="4025" y="2918"/>
                      <a:pt x="3953" y="2799"/>
                      <a:pt x="3846" y="2715"/>
                    </a:cubicBezTo>
                    <a:cubicBezTo>
                      <a:pt x="3191" y="2132"/>
                      <a:pt x="2036" y="1977"/>
                      <a:pt x="1989" y="1977"/>
                    </a:cubicBezTo>
                    <a:cubicBezTo>
                      <a:pt x="1983" y="1976"/>
                      <a:pt x="1977" y="1976"/>
                      <a:pt x="1970" y="1976"/>
                    </a:cubicBezTo>
                    <a:cubicBezTo>
                      <a:pt x="1892" y="1976"/>
                      <a:pt x="1810" y="2044"/>
                      <a:pt x="1810" y="2132"/>
                    </a:cubicBezTo>
                    <a:cubicBezTo>
                      <a:pt x="1798" y="2215"/>
                      <a:pt x="1870" y="2311"/>
                      <a:pt x="1953" y="2311"/>
                    </a:cubicBezTo>
                    <a:cubicBezTo>
                      <a:pt x="1977" y="2311"/>
                      <a:pt x="3072" y="2454"/>
                      <a:pt x="3644" y="2966"/>
                    </a:cubicBezTo>
                    <a:cubicBezTo>
                      <a:pt x="3715" y="3037"/>
                      <a:pt x="3763" y="3144"/>
                      <a:pt x="3763" y="3251"/>
                    </a:cubicBezTo>
                    <a:lnTo>
                      <a:pt x="3763" y="3394"/>
                    </a:lnTo>
                    <a:cubicBezTo>
                      <a:pt x="3751" y="4061"/>
                      <a:pt x="3179" y="4632"/>
                      <a:pt x="2501" y="4632"/>
                    </a:cubicBezTo>
                    <a:cubicBezTo>
                      <a:pt x="1798" y="4632"/>
                      <a:pt x="1251" y="4061"/>
                      <a:pt x="1251" y="3382"/>
                    </a:cubicBezTo>
                    <a:cubicBezTo>
                      <a:pt x="1251" y="3335"/>
                      <a:pt x="1274" y="3275"/>
                      <a:pt x="1310" y="3251"/>
                    </a:cubicBezTo>
                    <a:cubicBezTo>
                      <a:pt x="1441" y="3144"/>
                      <a:pt x="1632" y="2977"/>
                      <a:pt x="1751" y="2739"/>
                    </a:cubicBezTo>
                    <a:cubicBezTo>
                      <a:pt x="1798" y="2656"/>
                      <a:pt x="1763" y="2561"/>
                      <a:pt x="1679" y="2513"/>
                    </a:cubicBezTo>
                    <a:cubicBezTo>
                      <a:pt x="1651" y="2503"/>
                      <a:pt x="1625" y="2497"/>
                      <a:pt x="1600" y="2497"/>
                    </a:cubicBezTo>
                    <a:cubicBezTo>
                      <a:pt x="1538" y="2497"/>
                      <a:pt x="1487" y="2529"/>
                      <a:pt x="1453" y="2596"/>
                    </a:cubicBezTo>
                    <a:cubicBezTo>
                      <a:pt x="1370" y="2775"/>
                      <a:pt x="1215" y="2906"/>
                      <a:pt x="1108" y="2977"/>
                    </a:cubicBezTo>
                    <a:cubicBezTo>
                      <a:pt x="1048" y="3025"/>
                      <a:pt x="989" y="3085"/>
                      <a:pt x="965" y="3156"/>
                    </a:cubicBezTo>
                    <a:cubicBezTo>
                      <a:pt x="917" y="2989"/>
                      <a:pt x="893" y="2835"/>
                      <a:pt x="893" y="2668"/>
                    </a:cubicBezTo>
                    <a:cubicBezTo>
                      <a:pt x="893" y="1775"/>
                      <a:pt x="1620" y="1061"/>
                      <a:pt x="2501" y="1061"/>
                    </a:cubicBezTo>
                    <a:close/>
                    <a:moveTo>
                      <a:pt x="3048" y="4871"/>
                    </a:moveTo>
                    <a:lnTo>
                      <a:pt x="3048" y="5109"/>
                    </a:lnTo>
                    <a:cubicBezTo>
                      <a:pt x="3048" y="5156"/>
                      <a:pt x="3048" y="5192"/>
                      <a:pt x="3060" y="5240"/>
                    </a:cubicBezTo>
                    <a:lnTo>
                      <a:pt x="2501" y="5656"/>
                    </a:lnTo>
                    <a:lnTo>
                      <a:pt x="1929" y="5240"/>
                    </a:lnTo>
                    <a:cubicBezTo>
                      <a:pt x="1941" y="5192"/>
                      <a:pt x="1941" y="5156"/>
                      <a:pt x="1941" y="5109"/>
                    </a:cubicBezTo>
                    <a:lnTo>
                      <a:pt x="1941" y="4871"/>
                    </a:lnTo>
                    <a:cubicBezTo>
                      <a:pt x="2108" y="4930"/>
                      <a:pt x="2298" y="4954"/>
                      <a:pt x="2501" y="4954"/>
                    </a:cubicBezTo>
                    <a:cubicBezTo>
                      <a:pt x="2691" y="4954"/>
                      <a:pt x="2870" y="4930"/>
                      <a:pt x="3048" y="4871"/>
                    </a:cubicBezTo>
                    <a:close/>
                    <a:moveTo>
                      <a:pt x="2477" y="1"/>
                    </a:moveTo>
                    <a:cubicBezTo>
                      <a:pt x="1905" y="1"/>
                      <a:pt x="1429" y="394"/>
                      <a:pt x="1429" y="882"/>
                    </a:cubicBezTo>
                    <a:cubicBezTo>
                      <a:pt x="1429" y="930"/>
                      <a:pt x="1429" y="965"/>
                      <a:pt x="1441" y="1013"/>
                    </a:cubicBezTo>
                    <a:cubicBezTo>
                      <a:pt x="893" y="1358"/>
                      <a:pt x="536" y="1965"/>
                      <a:pt x="536" y="2656"/>
                    </a:cubicBezTo>
                    <a:cubicBezTo>
                      <a:pt x="536" y="3096"/>
                      <a:pt x="691" y="3549"/>
                      <a:pt x="977" y="3882"/>
                    </a:cubicBezTo>
                    <a:cubicBezTo>
                      <a:pt x="1096" y="4216"/>
                      <a:pt x="1322" y="4501"/>
                      <a:pt x="1608" y="4692"/>
                    </a:cubicBezTo>
                    <a:lnTo>
                      <a:pt x="1608" y="5097"/>
                    </a:lnTo>
                    <a:cubicBezTo>
                      <a:pt x="1608" y="5168"/>
                      <a:pt x="1560" y="5240"/>
                      <a:pt x="1489" y="5275"/>
                    </a:cubicBezTo>
                    <a:lnTo>
                      <a:pt x="417" y="5752"/>
                    </a:lnTo>
                    <a:cubicBezTo>
                      <a:pt x="155" y="5871"/>
                      <a:pt x="0" y="6109"/>
                      <a:pt x="0" y="6383"/>
                    </a:cubicBezTo>
                    <a:lnTo>
                      <a:pt x="0" y="7276"/>
                    </a:lnTo>
                    <a:cubicBezTo>
                      <a:pt x="0" y="7371"/>
                      <a:pt x="72" y="7442"/>
                      <a:pt x="155" y="7442"/>
                    </a:cubicBezTo>
                    <a:cubicBezTo>
                      <a:pt x="251" y="7442"/>
                      <a:pt x="322" y="7371"/>
                      <a:pt x="322" y="7276"/>
                    </a:cubicBezTo>
                    <a:lnTo>
                      <a:pt x="322" y="6383"/>
                    </a:lnTo>
                    <a:cubicBezTo>
                      <a:pt x="322" y="6240"/>
                      <a:pt x="417" y="6109"/>
                      <a:pt x="548" y="6049"/>
                    </a:cubicBezTo>
                    <a:lnTo>
                      <a:pt x="1620" y="5573"/>
                    </a:lnTo>
                    <a:cubicBezTo>
                      <a:pt x="1667" y="5549"/>
                      <a:pt x="1691" y="5525"/>
                      <a:pt x="1727" y="5513"/>
                    </a:cubicBezTo>
                    <a:lnTo>
                      <a:pt x="2263" y="5906"/>
                    </a:lnTo>
                    <a:cubicBezTo>
                      <a:pt x="2322" y="5954"/>
                      <a:pt x="2394" y="5990"/>
                      <a:pt x="2465" y="5990"/>
                    </a:cubicBezTo>
                    <a:cubicBezTo>
                      <a:pt x="2537" y="5990"/>
                      <a:pt x="2620" y="5954"/>
                      <a:pt x="2679" y="5906"/>
                    </a:cubicBezTo>
                    <a:lnTo>
                      <a:pt x="3215" y="5513"/>
                    </a:lnTo>
                    <a:cubicBezTo>
                      <a:pt x="3239" y="5537"/>
                      <a:pt x="3287" y="5549"/>
                      <a:pt x="3310" y="5573"/>
                    </a:cubicBezTo>
                    <a:lnTo>
                      <a:pt x="4382" y="6049"/>
                    </a:lnTo>
                    <a:cubicBezTo>
                      <a:pt x="4525" y="6109"/>
                      <a:pt x="4608" y="6240"/>
                      <a:pt x="4608" y="6383"/>
                    </a:cubicBezTo>
                    <a:lnTo>
                      <a:pt x="4608" y="7276"/>
                    </a:lnTo>
                    <a:cubicBezTo>
                      <a:pt x="4608" y="7371"/>
                      <a:pt x="4680" y="7442"/>
                      <a:pt x="4775" y="7442"/>
                    </a:cubicBezTo>
                    <a:cubicBezTo>
                      <a:pt x="4858" y="7442"/>
                      <a:pt x="4942" y="7371"/>
                      <a:pt x="4942" y="7276"/>
                    </a:cubicBezTo>
                    <a:lnTo>
                      <a:pt x="4942" y="6383"/>
                    </a:lnTo>
                    <a:cubicBezTo>
                      <a:pt x="4965" y="6121"/>
                      <a:pt x="4799" y="5871"/>
                      <a:pt x="4549" y="5752"/>
                    </a:cubicBezTo>
                    <a:lnTo>
                      <a:pt x="3477" y="5275"/>
                    </a:lnTo>
                    <a:cubicBezTo>
                      <a:pt x="3406" y="5240"/>
                      <a:pt x="3358" y="5168"/>
                      <a:pt x="3358" y="5097"/>
                    </a:cubicBezTo>
                    <a:lnTo>
                      <a:pt x="3358" y="4692"/>
                    </a:lnTo>
                    <a:cubicBezTo>
                      <a:pt x="3644" y="4501"/>
                      <a:pt x="3870" y="4216"/>
                      <a:pt x="3989" y="3882"/>
                    </a:cubicBezTo>
                    <a:cubicBezTo>
                      <a:pt x="4263" y="3549"/>
                      <a:pt x="4430" y="3096"/>
                      <a:pt x="4430" y="2656"/>
                    </a:cubicBezTo>
                    <a:cubicBezTo>
                      <a:pt x="4430" y="1965"/>
                      <a:pt x="4072" y="1358"/>
                      <a:pt x="3525" y="1013"/>
                    </a:cubicBezTo>
                    <a:cubicBezTo>
                      <a:pt x="3537" y="965"/>
                      <a:pt x="3537" y="930"/>
                      <a:pt x="3537" y="882"/>
                    </a:cubicBezTo>
                    <a:cubicBezTo>
                      <a:pt x="3537" y="394"/>
                      <a:pt x="3060" y="1"/>
                      <a:pt x="2477" y="1"/>
                    </a:cubicBezTo>
                    <a:close/>
                  </a:path>
                </a:pathLst>
              </a:custGeom>
              <a:grpFill/>
              <a:ln>
                <a:noFill/>
              </a:ln>
              <a:effectLst>
                <a:glow rad="88900">
                  <a:schemeClr val="accent6">
                    <a:satMod val="175000"/>
                  </a:schemeClr>
                </a:glo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Google Shape;12202;p79"/>
              <p:cNvSpPr/>
              <p:nvPr/>
            </p:nvSpPr>
            <p:spPr>
              <a:xfrm>
                <a:off x="7684411" y="4478004"/>
                <a:ext cx="10248" cy="38702"/>
              </a:xfrm>
              <a:custGeom>
                <a:avLst/>
                <a:gdLst/>
                <a:ahLst/>
                <a:cxnLst/>
                <a:rect l="l" t="t" r="r" b="b"/>
                <a:pathLst>
                  <a:path w="322" h="1216" extrusionOk="0">
                    <a:moveTo>
                      <a:pt x="167" y="1"/>
                    </a:moveTo>
                    <a:cubicBezTo>
                      <a:pt x="72" y="1"/>
                      <a:pt x="0" y="72"/>
                      <a:pt x="0" y="167"/>
                    </a:cubicBezTo>
                    <a:lnTo>
                      <a:pt x="0" y="1060"/>
                    </a:lnTo>
                    <a:cubicBezTo>
                      <a:pt x="0" y="1144"/>
                      <a:pt x="72" y="1215"/>
                      <a:pt x="167" y="1215"/>
                    </a:cubicBezTo>
                    <a:cubicBezTo>
                      <a:pt x="250" y="1215"/>
                      <a:pt x="322" y="1144"/>
                      <a:pt x="322" y="1060"/>
                    </a:cubicBezTo>
                    <a:lnTo>
                      <a:pt x="322" y="167"/>
                    </a:lnTo>
                    <a:cubicBezTo>
                      <a:pt x="322" y="72"/>
                      <a:pt x="250" y="1"/>
                      <a:pt x="1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Google Shape;12203;p79"/>
              <p:cNvSpPr/>
              <p:nvPr/>
            </p:nvSpPr>
            <p:spPr>
              <a:xfrm>
                <a:off x="7638929" y="4489366"/>
                <a:ext cx="10248" cy="27340"/>
              </a:xfrm>
              <a:custGeom>
                <a:avLst/>
                <a:gdLst/>
                <a:ahLst/>
                <a:cxnLst/>
                <a:rect l="l" t="t" r="r" b="b"/>
                <a:pathLst>
                  <a:path w="322" h="859" extrusionOk="0">
                    <a:moveTo>
                      <a:pt x="167" y="1"/>
                    </a:moveTo>
                    <a:cubicBezTo>
                      <a:pt x="72" y="1"/>
                      <a:pt x="0" y="72"/>
                      <a:pt x="0" y="168"/>
                    </a:cubicBezTo>
                    <a:lnTo>
                      <a:pt x="0" y="703"/>
                    </a:lnTo>
                    <a:cubicBezTo>
                      <a:pt x="0" y="787"/>
                      <a:pt x="72" y="858"/>
                      <a:pt x="167" y="858"/>
                    </a:cubicBezTo>
                    <a:cubicBezTo>
                      <a:pt x="250" y="858"/>
                      <a:pt x="322" y="787"/>
                      <a:pt x="322" y="703"/>
                    </a:cubicBezTo>
                    <a:lnTo>
                      <a:pt x="322" y="168"/>
                    </a:lnTo>
                    <a:cubicBezTo>
                      <a:pt x="322" y="72"/>
                      <a:pt x="250" y="1"/>
                      <a:pt x="1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12204;p79"/>
              <p:cNvSpPr/>
              <p:nvPr/>
            </p:nvSpPr>
            <p:spPr>
              <a:xfrm>
                <a:off x="7729479" y="4489366"/>
                <a:ext cx="10662" cy="27340"/>
              </a:xfrm>
              <a:custGeom>
                <a:avLst/>
                <a:gdLst/>
                <a:ahLst/>
                <a:cxnLst/>
                <a:rect l="l" t="t" r="r" b="b"/>
                <a:pathLst>
                  <a:path w="335" h="859" extrusionOk="0">
                    <a:moveTo>
                      <a:pt x="156" y="1"/>
                    </a:moveTo>
                    <a:cubicBezTo>
                      <a:pt x="72" y="1"/>
                      <a:pt x="1" y="72"/>
                      <a:pt x="1" y="168"/>
                    </a:cubicBezTo>
                    <a:lnTo>
                      <a:pt x="1" y="703"/>
                    </a:lnTo>
                    <a:cubicBezTo>
                      <a:pt x="1" y="787"/>
                      <a:pt x="72" y="858"/>
                      <a:pt x="156" y="858"/>
                    </a:cubicBezTo>
                    <a:cubicBezTo>
                      <a:pt x="251" y="858"/>
                      <a:pt x="322" y="787"/>
                      <a:pt x="322" y="703"/>
                    </a:cubicBezTo>
                    <a:lnTo>
                      <a:pt x="322" y="168"/>
                    </a:lnTo>
                    <a:cubicBezTo>
                      <a:pt x="334" y="72"/>
                      <a:pt x="263" y="1"/>
                      <a:pt x="15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" name="Группа 1"/>
          <p:cNvGrpSpPr/>
          <p:nvPr/>
        </p:nvGrpSpPr>
        <p:grpSpPr>
          <a:xfrm>
            <a:off x="7404692" y="1632583"/>
            <a:ext cx="1739308" cy="3943422"/>
            <a:chOff x="4384523" y="1646619"/>
            <a:chExt cx="1739308" cy="3943422"/>
          </a:xfrm>
        </p:grpSpPr>
        <p:sp>
          <p:nvSpPr>
            <p:cNvPr id="188" name="Google Shape;2186;p58"/>
            <p:cNvSpPr txBox="1"/>
            <p:nvPr/>
          </p:nvSpPr>
          <p:spPr>
            <a:xfrm>
              <a:off x="4479444" y="4141780"/>
              <a:ext cx="1573200" cy="47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lvl="0" algn="ctr">
                <a:lnSpc>
                  <a:spcPct val="115000"/>
                </a:lnSpc>
              </a:pPr>
              <a:r>
                <a:rPr lang="en-US" sz="2000" b="1" dirty="0" smtClean="0">
                  <a:solidFill>
                    <a:schemeClr val="dk1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Developer</a:t>
              </a:r>
              <a:endParaRPr sz="2000" b="1" dirty="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endParaRPr>
            </a:p>
          </p:txBody>
        </p:sp>
        <p:sp>
          <p:nvSpPr>
            <p:cNvPr id="189" name="Google Shape;2187;p58"/>
            <p:cNvSpPr txBox="1"/>
            <p:nvPr/>
          </p:nvSpPr>
          <p:spPr>
            <a:xfrm>
              <a:off x="4384523" y="4720941"/>
              <a:ext cx="1739308" cy="86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800" dirty="0" smtClean="0">
                  <a:solidFill>
                    <a:schemeClr val="dk1"/>
                  </a:solidFill>
                  <a:latin typeface="Arial" panose="020B0604020202020204" pitchFamily="34" charset="0"/>
                  <a:ea typeface="Poppins"/>
                  <a:cs typeface="Arial" panose="020B0604020202020204" pitchFamily="34" charset="0"/>
                  <a:sym typeface="Poppins"/>
                </a:rPr>
                <a:t>Скоробогатов Николай</a:t>
              </a:r>
              <a:endParaRPr sz="1800" dirty="0">
                <a:solidFill>
                  <a:schemeClr val="dk1"/>
                </a:solidFill>
                <a:latin typeface="Arial" panose="020B0604020202020204" pitchFamily="34" charset="0"/>
                <a:ea typeface="Poppins"/>
                <a:cs typeface="Arial" panose="020B0604020202020204" pitchFamily="34" charset="0"/>
                <a:sym typeface="Poppins"/>
              </a:endParaRPr>
            </a:p>
          </p:txBody>
        </p:sp>
        <p:sp>
          <p:nvSpPr>
            <p:cNvPr id="190" name="Google Shape;2191;p58"/>
            <p:cNvSpPr txBox="1"/>
            <p:nvPr/>
          </p:nvSpPr>
          <p:spPr>
            <a:xfrm>
              <a:off x="4479431" y="1646619"/>
              <a:ext cx="1573200" cy="48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 b="1" dirty="0" smtClean="0">
                  <a:solidFill>
                    <a:schemeClr val="lt2"/>
                  </a:solidFill>
                  <a:latin typeface="Poppins"/>
                  <a:ea typeface="Poppins"/>
                  <a:cs typeface="Poppins"/>
                  <a:sym typeface="Poppins"/>
                </a:rPr>
                <a:t>0</a:t>
              </a:r>
              <a:r>
                <a:rPr lang="ru-RU" sz="3000" b="1" dirty="0" smtClean="0">
                  <a:solidFill>
                    <a:schemeClr val="lt2"/>
                  </a:solidFill>
                  <a:latin typeface="Poppins"/>
                  <a:ea typeface="Poppins"/>
                  <a:cs typeface="Poppins"/>
                  <a:sym typeface="Poppins"/>
                </a:rPr>
                <a:t>6</a:t>
              </a:r>
              <a:endParaRPr sz="3000" b="1" dirty="0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cxnSp>
          <p:nvCxnSpPr>
            <p:cNvPr id="191" name="Google Shape;2198;p58"/>
            <p:cNvCxnSpPr/>
            <p:nvPr/>
          </p:nvCxnSpPr>
          <p:spPr>
            <a:xfrm rot="-5400000" flipH="1">
              <a:off x="5031896" y="3756920"/>
              <a:ext cx="468900" cy="600"/>
            </a:xfrm>
            <a:prstGeom prst="bentConnector3">
              <a:avLst>
                <a:gd name="adj1" fmla="val 50011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92" name="Google Shape;2201;p58"/>
            <p:cNvCxnSpPr/>
            <p:nvPr/>
          </p:nvCxnSpPr>
          <p:spPr>
            <a:xfrm rot="-5400000" flipH="1">
              <a:off x="5028594" y="2357822"/>
              <a:ext cx="475500" cy="600"/>
            </a:xfrm>
            <a:prstGeom prst="bentConnector3">
              <a:avLst>
                <a:gd name="adj1" fmla="val 4998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93" name="Google Shape;2397;p64"/>
            <p:cNvGrpSpPr/>
            <p:nvPr/>
          </p:nvGrpSpPr>
          <p:grpSpPr>
            <a:xfrm>
              <a:off x="4794485" y="2658581"/>
              <a:ext cx="936046" cy="785088"/>
              <a:chOff x="713167" y="740543"/>
              <a:chExt cx="476707" cy="422153"/>
            </a:xfrm>
          </p:grpSpPr>
          <p:sp>
            <p:nvSpPr>
              <p:cNvPr id="194" name="Google Shape;2398;p64"/>
              <p:cNvSpPr/>
              <p:nvPr/>
            </p:nvSpPr>
            <p:spPr>
              <a:xfrm>
                <a:off x="713167" y="740543"/>
                <a:ext cx="476707" cy="422153"/>
              </a:xfrm>
              <a:custGeom>
                <a:avLst/>
                <a:gdLst/>
                <a:ahLst/>
                <a:cxnLst/>
                <a:rect l="l" t="t" r="r" b="b"/>
                <a:pathLst>
                  <a:path w="12583" h="11143" extrusionOk="0">
                    <a:moveTo>
                      <a:pt x="3671" y="1967"/>
                    </a:moveTo>
                    <a:lnTo>
                      <a:pt x="3671" y="4501"/>
                    </a:lnTo>
                    <a:cubicBezTo>
                      <a:pt x="3671" y="4596"/>
                      <a:pt x="3740" y="4681"/>
                      <a:pt x="3835" y="4691"/>
                    </a:cubicBezTo>
                    <a:cubicBezTo>
                      <a:pt x="3840" y="4691"/>
                      <a:pt x="3846" y="4691"/>
                      <a:pt x="3851" y="4691"/>
                    </a:cubicBezTo>
                    <a:cubicBezTo>
                      <a:pt x="3951" y="4691"/>
                      <a:pt x="4032" y="4609"/>
                      <a:pt x="4032" y="4507"/>
                    </a:cubicBezTo>
                    <a:lnTo>
                      <a:pt x="4032" y="1968"/>
                    </a:lnTo>
                    <a:lnTo>
                      <a:pt x="12223" y="1968"/>
                    </a:lnTo>
                    <a:lnTo>
                      <a:pt x="12223" y="10529"/>
                    </a:lnTo>
                    <a:lnTo>
                      <a:pt x="12222" y="10529"/>
                    </a:lnTo>
                    <a:cubicBezTo>
                      <a:pt x="12222" y="10667"/>
                      <a:pt x="12109" y="10780"/>
                      <a:pt x="11971" y="10780"/>
                    </a:cubicBezTo>
                    <a:lnTo>
                      <a:pt x="4030" y="10780"/>
                    </a:lnTo>
                    <a:lnTo>
                      <a:pt x="4030" y="5342"/>
                    </a:lnTo>
                    <a:cubicBezTo>
                      <a:pt x="4030" y="5254"/>
                      <a:pt x="3973" y="5174"/>
                      <a:pt x="3886" y="5157"/>
                    </a:cubicBezTo>
                    <a:cubicBezTo>
                      <a:pt x="3873" y="5154"/>
                      <a:pt x="3861" y="5153"/>
                      <a:pt x="3849" y="5153"/>
                    </a:cubicBezTo>
                    <a:cubicBezTo>
                      <a:pt x="3750" y="5153"/>
                      <a:pt x="3670" y="5236"/>
                      <a:pt x="3670" y="5337"/>
                    </a:cubicBezTo>
                    <a:lnTo>
                      <a:pt x="3670" y="10780"/>
                    </a:lnTo>
                    <a:lnTo>
                      <a:pt x="614" y="10780"/>
                    </a:lnTo>
                    <a:cubicBezTo>
                      <a:pt x="475" y="10780"/>
                      <a:pt x="362" y="10667"/>
                      <a:pt x="362" y="10529"/>
                    </a:cubicBezTo>
                    <a:lnTo>
                      <a:pt x="362" y="1967"/>
                    </a:lnTo>
                    <a:close/>
                    <a:moveTo>
                      <a:pt x="8476" y="1"/>
                    </a:moveTo>
                    <a:cubicBezTo>
                      <a:pt x="8476" y="1"/>
                      <a:pt x="8475" y="1"/>
                      <a:pt x="8474" y="1"/>
                    </a:cubicBezTo>
                    <a:lnTo>
                      <a:pt x="637" y="1"/>
                    </a:lnTo>
                    <a:cubicBezTo>
                      <a:pt x="295" y="1"/>
                      <a:pt x="16" y="278"/>
                      <a:pt x="0" y="622"/>
                    </a:cubicBezTo>
                    <a:lnTo>
                      <a:pt x="33" y="10521"/>
                    </a:lnTo>
                    <a:cubicBezTo>
                      <a:pt x="33" y="10865"/>
                      <a:pt x="310" y="11142"/>
                      <a:pt x="654" y="11142"/>
                    </a:cubicBezTo>
                    <a:lnTo>
                      <a:pt x="11961" y="11142"/>
                    </a:lnTo>
                    <a:cubicBezTo>
                      <a:pt x="12305" y="11142"/>
                      <a:pt x="12582" y="10865"/>
                      <a:pt x="12582" y="10521"/>
                    </a:cubicBezTo>
                    <a:lnTo>
                      <a:pt x="12582" y="623"/>
                    </a:lnTo>
                    <a:cubicBezTo>
                      <a:pt x="12582" y="278"/>
                      <a:pt x="12305" y="1"/>
                      <a:pt x="11964" y="1"/>
                    </a:cubicBezTo>
                    <a:lnTo>
                      <a:pt x="9348" y="1"/>
                    </a:lnTo>
                    <a:cubicBezTo>
                      <a:pt x="9253" y="1"/>
                      <a:pt x="9168" y="71"/>
                      <a:pt x="9159" y="165"/>
                    </a:cubicBezTo>
                    <a:cubicBezTo>
                      <a:pt x="9150" y="272"/>
                      <a:pt x="9234" y="361"/>
                      <a:pt x="9339" y="361"/>
                    </a:cubicBezTo>
                    <a:lnTo>
                      <a:pt x="11969" y="361"/>
                    </a:lnTo>
                    <a:cubicBezTo>
                      <a:pt x="12108" y="361"/>
                      <a:pt x="12221" y="474"/>
                      <a:pt x="12221" y="612"/>
                    </a:cubicBezTo>
                    <a:lnTo>
                      <a:pt x="12221" y="1574"/>
                    </a:lnTo>
                    <a:lnTo>
                      <a:pt x="360" y="1571"/>
                    </a:lnTo>
                    <a:lnTo>
                      <a:pt x="360" y="612"/>
                    </a:lnTo>
                    <a:cubicBezTo>
                      <a:pt x="360" y="474"/>
                      <a:pt x="472" y="361"/>
                      <a:pt x="611" y="361"/>
                    </a:cubicBezTo>
                    <a:lnTo>
                      <a:pt x="8474" y="361"/>
                    </a:lnTo>
                    <a:cubicBezTo>
                      <a:pt x="8474" y="361"/>
                      <a:pt x="8660" y="287"/>
                      <a:pt x="8660" y="184"/>
                    </a:cubicBezTo>
                    <a:cubicBezTo>
                      <a:pt x="8660" y="83"/>
                      <a:pt x="8578" y="1"/>
                      <a:pt x="847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Google Shape;2399;p64"/>
              <p:cNvSpPr/>
              <p:nvPr/>
            </p:nvSpPr>
            <p:spPr>
              <a:xfrm>
                <a:off x="756621" y="834914"/>
                <a:ext cx="37468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1" extrusionOk="0">
                    <a:moveTo>
                      <a:pt x="198" y="0"/>
                    </a:moveTo>
                    <a:cubicBezTo>
                      <a:pt x="103" y="0"/>
                      <a:pt x="17" y="69"/>
                      <a:pt x="10" y="164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791" y="361"/>
                    </a:lnTo>
                    <a:cubicBezTo>
                      <a:pt x="886" y="361"/>
                      <a:pt x="972" y="290"/>
                      <a:pt x="979" y="196"/>
                    </a:cubicBezTo>
                    <a:cubicBezTo>
                      <a:pt x="989" y="89"/>
                      <a:pt x="905" y="0"/>
                      <a:pt x="8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2400;p64"/>
              <p:cNvSpPr/>
              <p:nvPr/>
            </p:nvSpPr>
            <p:spPr>
              <a:xfrm>
                <a:off x="756583" y="869617"/>
                <a:ext cx="37506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990" h="362" extrusionOk="0">
                    <a:moveTo>
                      <a:pt x="198" y="1"/>
                    </a:moveTo>
                    <a:cubicBezTo>
                      <a:pt x="102" y="1"/>
                      <a:pt x="17" y="70"/>
                      <a:pt x="10" y="164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792" y="361"/>
                    </a:lnTo>
                    <a:cubicBezTo>
                      <a:pt x="887" y="361"/>
                      <a:pt x="973" y="291"/>
                      <a:pt x="980" y="197"/>
                    </a:cubicBezTo>
                    <a:cubicBezTo>
                      <a:pt x="990" y="91"/>
                      <a:pt x="906" y="1"/>
                      <a:pt x="80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Google Shape;2401;p64"/>
              <p:cNvSpPr/>
              <p:nvPr/>
            </p:nvSpPr>
            <p:spPr>
              <a:xfrm>
                <a:off x="756583" y="904395"/>
                <a:ext cx="37506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90" h="361" extrusionOk="0">
                    <a:moveTo>
                      <a:pt x="198" y="0"/>
                    </a:moveTo>
                    <a:cubicBezTo>
                      <a:pt x="102" y="0"/>
                      <a:pt x="17" y="69"/>
                      <a:pt x="10" y="164"/>
                    </a:cubicBezTo>
                    <a:cubicBezTo>
                      <a:pt x="0" y="271"/>
                      <a:pt x="84" y="360"/>
                      <a:pt x="189" y="360"/>
                    </a:cubicBezTo>
                    <a:lnTo>
                      <a:pt x="792" y="360"/>
                    </a:lnTo>
                    <a:cubicBezTo>
                      <a:pt x="887" y="360"/>
                      <a:pt x="973" y="290"/>
                      <a:pt x="980" y="196"/>
                    </a:cubicBezTo>
                    <a:cubicBezTo>
                      <a:pt x="990" y="90"/>
                      <a:pt x="906" y="0"/>
                      <a:pt x="80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Google Shape;2402;p64"/>
              <p:cNvSpPr/>
              <p:nvPr/>
            </p:nvSpPr>
            <p:spPr>
              <a:xfrm>
                <a:off x="756621" y="939136"/>
                <a:ext cx="37468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1" extrusionOk="0">
                    <a:moveTo>
                      <a:pt x="198" y="1"/>
                    </a:moveTo>
                    <a:cubicBezTo>
                      <a:pt x="103" y="1"/>
                      <a:pt x="17" y="71"/>
                      <a:pt x="10" y="165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791" y="361"/>
                    </a:lnTo>
                    <a:cubicBezTo>
                      <a:pt x="886" y="361"/>
                      <a:pt x="972" y="292"/>
                      <a:pt x="979" y="198"/>
                    </a:cubicBezTo>
                    <a:cubicBezTo>
                      <a:pt x="989" y="90"/>
                      <a:pt x="905" y="1"/>
                      <a:pt x="8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2403;p64"/>
              <p:cNvSpPr/>
              <p:nvPr/>
            </p:nvSpPr>
            <p:spPr>
              <a:xfrm>
                <a:off x="756583" y="975164"/>
                <a:ext cx="37506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90" h="361" extrusionOk="0">
                    <a:moveTo>
                      <a:pt x="198" y="1"/>
                    </a:moveTo>
                    <a:cubicBezTo>
                      <a:pt x="102" y="1"/>
                      <a:pt x="17" y="70"/>
                      <a:pt x="10" y="164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792" y="361"/>
                    </a:lnTo>
                    <a:cubicBezTo>
                      <a:pt x="887" y="361"/>
                      <a:pt x="973" y="291"/>
                      <a:pt x="980" y="195"/>
                    </a:cubicBezTo>
                    <a:cubicBezTo>
                      <a:pt x="990" y="90"/>
                      <a:pt x="906" y="1"/>
                      <a:pt x="80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404;p64"/>
              <p:cNvSpPr/>
              <p:nvPr/>
            </p:nvSpPr>
            <p:spPr>
              <a:xfrm>
                <a:off x="756621" y="1009905"/>
                <a:ext cx="37468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1" extrusionOk="0">
                    <a:moveTo>
                      <a:pt x="198" y="0"/>
                    </a:moveTo>
                    <a:cubicBezTo>
                      <a:pt x="103" y="0"/>
                      <a:pt x="17" y="69"/>
                      <a:pt x="10" y="164"/>
                    </a:cubicBezTo>
                    <a:cubicBezTo>
                      <a:pt x="0" y="271"/>
                      <a:pt x="84" y="360"/>
                      <a:pt x="189" y="360"/>
                    </a:cubicBezTo>
                    <a:lnTo>
                      <a:pt x="791" y="360"/>
                    </a:lnTo>
                    <a:cubicBezTo>
                      <a:pt x="886" y="360"/>
                      <a:pt x="972" y="290"/>
                      <a:pt x="979" y="196"/>
                    </a:cubicBezTo>
                    <a:cubicBezTo>
                      <a:pt x="989" y="90"/>
                      <a:pt x="905" y="0"/>
                      <a:pt x="8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405;p64"/>
              <p:cNvSpPr/>
              <p:nvPr/>
            </p:nvSpPr>
            <p:spPr>
              <a:xfrm>
                <a:off x="756583" y="1044645"/>
                <a:ext cx="37506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990" h="362" extrusionOk="0">
                    <a:moveTo>
                      <a:pt x="198" y="1"/>
                    </a:moveTo>
                    <a:cubicBezTo>
                      <a:pt x="102" y="1"/>
                      <a:pt x="17" y="70"/>
                      <a:pt x="10" y="166"/>
                    </a:cubicBezTo>
                    <a:cubicBezTo>
                      <a:pt x="0" y="273"/>
                      <a:pt x="84" y="362"/>
                      <a:pt x="189" y="362"/>
                    </a:cubicBezTo>
                    <a:lnTo>
                      <a:pt x="792" y="362"/>
                    </a:lnTo>
                    <a:cubicBezTo>
                      <a:pt x="887" y="362"/>
                      <a:pt x="973" y="293"/>
                      <a:pt x="980" y="199"/>
                    </a:cubicBezTo>
                    <a:cubicBezTo>
                      <a:pt x="990" y="91"/>
                      <a:pt x="906" y="1"/>
                      <a:pt x="80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2406;p64"/>
              <p:cNvSpPr/>
              <p:nvPr/>
            </p:nvSpPr>
            <p:spPr>
              <a:xfrm>
                <a:off x="756621" y="1079424"/>
                <a:ext cx="37468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1" extrusionOk="0">
                    <a:moveTo>
                      <a:pt x="198" y="0"/>
                    </a:moveTo>
                    <a:cubicBezTo>
                      <a:pt x="103" y="0"/>
                      <a:pt x="17" y="70"/>
                      <a:pt x="10" y="165"/>
                    </a:cubicBezTo>
                    <a:cubicBezTo>
                      <a:pt x="0" y="271"/>
                      <a:pt x="84" y="360"/>
                      <a:pt x="189" y="360"/>
                    </a:cubicBezTo>
                    <a:lnTo>
                      <a:pt x="791" y="360"/>
                    </a:lnTo>
                    <a:cubicBezTo>
                      <a:pt x="886" y="360"/>
                      <a:pt x="972" y="291"/>
                      <a:pt x="979" y="197"/>
                    </a:cubicBezTo>
                    <a:cubicBezTo>
                      <a:pt x="989" y="89"/>
                      <a:pt x="905" y="0"/>
                      <a:pt x="8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Google Shape;2407;p64"/>
              <p:cNvSpPr/>
              <p:nvPr/>
            </p:nvSpPr>
            <p:spPr>
              <a:xfrm>
                <a:off x="756621" y="1114202"/>
                <a:ext cx="37468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989" h="360" extrusionOk="0">
                    <a:moveTo>
                      <a:pt x="198" y="1"/>
                    </a:moveTo>
                    <a:cubicBezTo>
                      <a:pt x="103" y="1"/>
                      <a:pt x="17" y="70"/>
                      <a:pt x="10" y="164"/>
                    </a:cubicBezTo>
                    <a:cubicBezTo>
                      <a:pt x="0" y="271"/>
                      <a:pt x="84" y="360"/>
                      <a:pt x="189" y="360"/>
                    </a:cubicBezTo>
                    <a:lnTo>
                      <a:pt x="791" y="360"/>
                    </a:lnTo>
                    <a:cubicBezTo>
                      <a:pt x="886" y="360"/>
                      <a:pt x="972" y="291"/>
                      <a:pt x="979" y="196"/>
                    </a:cubicBezTo>
                    <a:cubicBezTo>
                      <a:pt x="989" y="90"/>
                      <a:pt x="905" y="1"/>
                      <a:pt x="8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Google Shape;2408;p64"/>
              <p:cNvSpPr/>
              <p:nvPr/>
            </p:nvSpPr>
            <p:spPr>
              <a:xfrm>
                <a:off x="931309" y="834497"/>
                <a:ext cx="43681" cy="84029"/>
              </a:xfrm>
              <a:custGeom>
                <a:avLst/>
                <a:gdLst/>
                <a:ahLst/>
                <a:cxnLst/>
                <a:rect l="l" t="t" r="r" b="b"/>
                <a:pathLst>
                  <a:path w="1153" h="2218" extrusionOk="0">
                    <a:moveTo>
                      <a:pt x="944" y="0"/>
                    </a:moveTo>
                    <a:cubicBezTo>
                      <a:pt x="870" y="0"/>
                      <a:pt x="800" y="45"/>
                      <a:pt x="772" y="117"/>
                    </a:cubicBezTo>
                    <a:lnTo>
                      <a:pt x="37" y="1965"/>
                    </a:lnTo>
                    <a:cubicBezTo>
                      <a:pt x="1" y="2059"/>
                      <a:pt x="46" y="2166"/>
                      <a:pt x="140" y="2204"/>
                    </a:cubicBezTo>
                    <a:cubicBezTo>
                      <a:pt x="163" y="2213"/>
                      <a:pt x="186" y="2217"/>
                      <a:pt x="208" y="2217"/>
                    </a:cubicBezTo>
                    <a:cubicBezTo>
                      <a:pt x="281" y="2217"/>
                      <a:pt x="352" y="2173"/>
                      <a:pt x="380" y="2101"/>
                    </a:cubicBezTo>
                    <a:lnTo>
                      <a:pt x="1114" y="253"/>
                    </a:lnTo>
                    <a:cubicBezTo>
                      <a:pt x="1153" y="159"/>
                      <a:pt x="1106" y="52"/>
                      <a:pt x="1011" y="13"/>
                    </a:cubicBezTo>
                    <a:cubicBezTo>
                      <a:pt x="989" y="5"/>
                      <a:pt x="966" y="0"/>
                      <a:pt x="94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409;p64"/>
              <p:cNvSpPr/>
              <p:nvPr/>
            </p:nvSpPr>
            <p:spPr>
              <a:xfrm>
                <a:off x="985598" y="837869"/>
                <a:ext cx="34097" cy="77248"/>
              </a:xfrm>
              <a:custGeom>
                <a:avLst/>
                <a:gdLst/>
                <a:ahLst/>
                <a:cxnLst/>
                <a:rect l="l" t="t" r="r" b="b"/>
                <a:pathLst>
                  <a:path w="900" h="2039" extrusionOk="0">
                    <a:moveTo>
                      <a:pt x="212" y="0"/>
                    </a:moveTo>
                    <a:cubicBezTo>
                      <a:pt x="180" y="0"/>
                      <a:pt x="147" y="9"/>
                      <a:pt x="118" y="27"/>
                    </a:cubicBezTo>
                    <a:cubicBezTo>
                      <a:pt x="30" y="79"/>
                      <a:pt x="3" y="193"/>
                      <a:pt x="55" y="279"/>
                    </a:cubicBezTo>
                    <a:lnTo>
                      <a:pt x="492" y="1004"/>
                    </a:lnTo>
                    <a:lnTo>
                      <a:pt x="53" y="1762"/>
                    </a:lnTo>
                    <a:cubicBezTo>
                      <a:pt x="0" y="1850"/>
                      <a:pt x="31" y="1964"/>
                      <a:pt x="119" y="2014"/>
                    </a:cubicBezTo>
                    <a:cubicBezTo>
                      <a:pt x="147" y="2032"/>
                      <a:pt x="181" y="2039"/>
                      <a:pt x="212" y="2039"/>
                    </a:cubicBezTo>
                    <a:cubicBezTo>
                      <a:pt x="276" y="2039"/>
                      <a:pt x="338" y="2007"/>
                      <a:pt x="371" y="1948"/>
                    </a:cubicBezTo>
                    <a:lnTo>
                      <a:pt x="865" y="1095"/>
                    </a:lnTo>
                    <a:cubicBezTo>
                      <a:pt x="899" y="1038"/>
                      <a:pt x="898" y="965"/>
                      <a:pt x="863" y="908"/>
                    </a:cubicBezTo>
                    <a:lnTo>
                      <a:pt x="370" y="90"/>
                    </a:lnTo>
                    <a:cubicBezTo>
                      <a:pt x="336" y="32"/>
                      <a:pt x="275" y="0"/>
                      <a:pt x="2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410;p64"/>
              <p:cNvSpPr/>
              <p:nvPr/>
            </p:nvSpPr>
            <p:spPr>
              <a:xfrm>
                <a:off x="886605" y="837869"/>
                <a:ext cx="34021" cy="77248"/>
              </a:xfrm>
              <a:custGeom>
                <a:avLst/>
                <a:gdLst/>
                <a:ahLst/>
                <a:cxnLst/>
                <a:rect l="l" t="t" r="r" b="b"/>
                <a:pathLst>
                  <a:path w="898" h="2039" extrusionOk="0">
                    <a:moveTo>
                      <a:pt x="687" y="0"/>
                    </a:moveTo>
                    <a:cubicBezTo>
                      <a:pt x="624" y="0"/>
                      <a:pt x="564" y="32"/>
                      <a:pt x="529" y="90"/>
                    </a:cubicBezTo>
                    <a:lnTo>
                      <a:pt x="36" y="908"/>
                    </a:lnTo>
                    <a:cubicBezTo>
                      <a:pt x="2" y="965"/>
                      <a:pt x="0" y="1038"/>
                      <a:pt x="35" y="1095"/>
                    </a:cubicBezTo>
                    <a:lnTo>
                      <a:pt x="528" y="1948"/>
                    </a:lnTo>
                    <a:cubicBezTo>
                      <a:pt x="563" y="2007"/>
                      <a:pt x="623" y="2039"/>
                      <a:pt x="688" y="2039"/>
                    </a:cubicBezTo>
                    <a:cubicBezTo>
                      <a:pt x="720" y="2039"/>
                      <a:pt x="751" y="2031"/>
                      <a:pt x="780" y="2014"/>
                    </a:cubicBezTo>
                    <a:cubicBezTo>
                      <a:pt x="868" y="1964"/>
                      <a:pt x="898" y="1850"/>
                      <a:pt x="847" y="1762"/>
                    </a:cubicBezTo>
                    <a:lnTo>
                      <a:pt x="408" y="1005"/>
                    </a:lnTo>
                    <a:lnTo>
                      <a:pt x="846" y="279"/>
                    </a:lnTo>
                    <a:cubicBezTo>
                      <a:pt x="898" y="191"/>
                      <a:pt x="870" y="79"/>
                      <a:pt x="783" y="27"/>
                    </a:cubicBezTo>
                    <a:cubicBezTo>
                      <a:pt x="753" y="9"/>
                      <a:pt x="719" y="0"/>
                      <a:pt x="6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411;p64"/>
              <p:cNvSpPr/>
              <p:nvPr/>
            </p:nvSpPr>
            <p:spPr>
              <a:xfrm>
                <a:off x="886643" y="939136"/>
                <a:ext cx="173097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4569" h="361" extrusionOk="0">
                    <a:moveTo>
                      <a:pt x="200" y="1"/>
                    </a:moveTo>
                    <a:cubicBezTo>
                      <a:pt x="104" y="1"/>
                      <a:pt x="19" y="71"/>
                      <a:pt x="10" y="165"/>
                    </a:cubicBezTo>
                    <a:cubicBezTo>
                      <a:pt x="0" y="272"/>
                      <a:pt x="87" y="361"/>
                      <a:pt x="193" y="361"/>
                    </a:cubicBezTo>
                    <a:lnTo>
                      <a:pt x="4370" y="361"/>
                    </a:lnTo>
                    <a:cubicBezTo>
                      <a:pt x="4465" y="361"/>
                      <a:pt x="4550" y="292"/>
                      <a:pt x="4559" y="198"/>
                    </a:cubicBezTo>
                    <a:cubicBezTo>
                      <a:pt x="4569" y="90"/>
                      <a:pt x="4484" y="1"/>
                      <a:pt x="437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Google Shape;2412;p64"/>
              <p:cNvSpPr/>
              <p:nvPr/>
            </p:nvSpPr>
            <p:spPr>
              <a:xfrm>
                <a:off x="887135" y="975126"/>
                <a:ext cx="44629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1178" h="362" extrusionOk="0">
                    <a:moveTo>
                      <a:pt x="199" y="1"/>
                    </a:moveTo>
                    <a:cubicBezTo>
                      <a:pt x="104" y="1"/>
                      <a:pt x="18" y="70"/>
                      <a:pt x="10" y="164"/>
                    </a:cubicBezTo>
                    <a:cubicBezTo>
                      <a:pt x="1" y="273"/>
                      <a:pt x="85" y="362"/>
                      <a:pt x="190" y="362"/>
                    </a:cubicBezTo>
                    <a:lnTo>
                      <a:pt x="979" y="362"/>
                    </a:lnTo>
                    <a:cubicBezTo>
                      <a:pt x="1075" y="362"/>
                      <a:pt x="1159" y="292"/>
                      <a:pt x="1168" y="196"/>
                    </a:cubicBezTo>
                    <a:cubicBezTo>
                      <a:pt x="1177" y="90"/>
                      <a:pt x="1093" y="1"/>
                      <a:pt x="98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Google Shape;2413;p64"/>
              <p:cNvSpPr/>
              <p:nvPr/>
            </p:nvSpPr>
            <p:spPr>
              <a:xfrm>
                <a:off x="954608" y="975164"/>
                <a:ext cx="44591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1177" h="361" extrusionOk="0">
                    <a:moveTo>
                      <a:pt x="198" y="1"/>
                    </a:moveTo>
                    <a:cubicBezTo>
                      <a:pt x="103" y="1"/>
                      <a:pt x="17" y="70"/>
                      <a:pt x="10" y="164"/>
                    </a:cubicBezTo>
                    <a:cubicBezTo>
                      <a:pt x="0" y="272"/>
                      <a:pt x="84" y="361"/>
                      <a:pt x="189" y="361"/>
                    </a:cubicBezTo>
                    <a:lnTo>
                      <a:pt x="979" y="361"/>
                    </a:lnTo>
                    <a:cubicBezTo>
                      <a:pt x="1074" y="361"/>
                      <a:pt x="1159" y="291"/>
                      <a:pt x="1167" y="195"/>
                    </a:cubicBezTo>
                    <a:cubicBezTo>
                      <a:pt x="1177" y="90"/>
                      <a:pt x="1093" y="1"/>
                      <a:pt x="98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414;p64"/>
              <p:cNvSpPr/>
              <p:nvPr/>
            </p:nvSpPr>
            <p:spPr>
              <a:xfrm>
                <a:off x="999199" y="1009943"/>
                <a:ext cx="44553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1176" h="361" extrusionOk="0">
                    <a:moveTo>
                      <a:pt x="199" y="0"/>
                    </a:moveTo>
                    <a:cubicBezTo>
                      <a:pt x="102" y="0"/>
                      <a:pt x="17" y="69"/>
                      <a:pt x="10" y="164"/>
                    </a:cubicBezTo>
                    <a:cubicBezTo>
                      <a:pt x="1" y="270"/>
                      <a:pt x="84" y="360"/>
                      <a:pt x="189" y="360"/>
                    </a:cubicBezTo>
                    <a:lnTo>
                      <a:pt x="979" y="360"/>
                    </a:lnTo>
                    <a:cubicBezTo>
                      <a:pt x="1074" y="360"/>
                      <a:pt x="1159" y="290"/>
                      <a:pt x="1167" y="197"/>
                    </a:cubicBezTo>
                    <a:cubicBezTo>
                      <a:pt x="1176" y="89"/>
                      <a:pt x="1092" y="0"/>
                      <a:pt x="9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2415;p64"/>
              <p:cNvSpPr/>
              <p:nvPr/>
            </p:nvSpPr>
            <p:spPr>
              <a:xfrm>
                <a:off x="999199" y="1079424"/>
                <a:ext cx="44553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1176" h="361" extrusionOk="0">
                    <a:moveTo>
                      <a:pt x="199" y="0"/>
                    </a:moveTo>
                    <a:cubicBezTo>
                      <a:pt x="102" y="0"/>
                      <a:pt x="17" y="70"/>
                      <a:pt x="10" y="165"/>
                    </a:cubicBezTo>
                    <a:cubicBezTo>
                      <a:pt x="1" y="271"/>
                      <a:pt x="84" y="360"/>
                      <a:pt x="189" y="360"/>
                    </a:cubicBezTo>
                    <a:lnTo>
                      <a:pt x="979" y="360"/>
                    </a:lnTo>
                    <a:cubicBezTo>
                      <a:pt x="1074" y="360"/>
                      <a:pt x="1159" y="291"/>
                      <a:pt x="1167" y="197"/>
                    </a:cubicBezTo>
                    <a:cubicBezTo>
                      <a:pt x="1176" y="89"/>
                      <a:pt x="1092" y="0"/>
                      <a:pt x="9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Google Shape;2416;p64"/>
              <p:cNvSpPr/>
              <p:nvPr/>
            </p:nvSpPr>
            <p:spPr>
              <a:xfrm>
                <a:off x="887741" y="1114202"/>
                <a:ext cx="95432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2519" h="360" extrusionOk="0">
                    <a:moveTo>
                      <a:pt x="199" y="1"/>
                    </a:moveTo>
                    <a:cubicBezTo>
                      <a:pt x="103" y="1"/>
                      <a:pt x="17" y="70"/>
                      <a:pt x="10" y="164"/>
                    </a:cubicBezTo>
                    <a:cubicBezTo>
                      <a:pt x="1" y="271"/>
                      <a:pt x="84" y="360"/>
                      <a:pt x="189" y="360"/>
                    </a:cubicBezTo>
                    <a:lnTo>
                      <a:pt x="2321" y="360"/>
                    </a:lnTo>
                    <a:cubicBezTo>
                      <a:pt x="2416" y="360"/>
                      <a:pt x="2502" y="291"/>
                      <a:pt x="2509" y="196"/>
                    </a:cubicBezTo>
                    <a:cubicBezTo>
                      <a:pt x="2519" y="90"/>
                      <a:pt x="2435" y="1"/>
                      <a:pt x="233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Google Shape;2417;p64"/>
              <p:cNvSpPr/>
              <p:nvPr/>
            </p:nvSpPr>
            <p:spPr>
              <a:xfrm>
                <a:off x="887741" y="1009943"/>
                <a:ext cx="95394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2518" h="361" extrusionOk="0">
                    <a:moveTo>
                      <a:pt x="199" y="0"/>
                    </a:moveTo>
                    <a:cubicBezTo>
                      <a:pt x="103" y="0"/>
                      <a:pt x="17" y="69"/>
                      <a:pt x="10" y="164"/>
                    </a:cubicBezTo>
                    <a:cubicBezTo>
                      <a:pt x="1" y="270"/>
                      <a:pt x="84" y="360"/>
                      <a:pt x="189" y="360"/>
                    </a:cubicBezTo>
                    <a:lnTo>
                      <a:pt x="2320" y="360"/>
                    </a:lnTo>
                    <a:cubicBezTo>
                      <a:pt x="2415" y="360"/>
                      <a:pt x="2500" y="290"/>
                      <a:pt x="2508" y="197"/>
                    </a:cubicBezTo>
                    <a:cubicBezTo>
                      <a:pt x="2517" y="89"/>
                      <a:pt x="2433" y="0"/>
                      <a:pt x="232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Google Shape;2418;p64"/>
              <p:cNvSpPr/>
              <p:nvPr/>
            </p:nvSpPr>
            <p:spPr>
              <a:xfrm>
                <a:off x="1059777" y="1009943"/>
                <a:ext cx="95432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2519" h="361" extrusionOk="0">
                    <a:moveTo>
                      <a:pt x="200" y="0"/>
                    </a:moveTo>
                    <a:cubicBezTo>
                      <a:pt x="105" y="0"/>
                      <a:pt x="20" y="69"/>
                      <a:pt x="11" y="164"/>
                    </a:cubicBezTo>
                    <a:cubicBezTo>
                      <a:pt x="1" y="270"/>
                      <a:pt x="87" y="360"/>
                      <a:pt x="192" y="360"/>
                    </a:cubicBezTo>
                    <a:lnTo>
                      <a:pt x="2321" y="360"/>
                    </a:lnTo>
                    <a:cubicBezTo>
                      <a:pt x="2416" y="360"/>
                      <a:pt x="2502" y="290"/>
                      <a:pt x="2509" y="197"/>
                    </a:cubicBezTo>
                    <a:cubicBezTo>
                      <a:pt x="2519" y="89"/>
                      <a:pt x="2435" y="0"/>
                      <a:pt x="233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9;p64"/>
              <p:cNvSpPr/>
              <p:nvPr/>
            </p:nvSpPr>
            <p:spPr>
              <a:xfrm>
                <a:off x="886984" y="1044645"/>
                <a:ext cx="32695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863" h="362" extrusionOk="0">
                    <a:moveTo>
                      <a:pt x="202" y="1"/>
                    </a:moveTo>
                    <a:cubicBezTo>
                      <a:pt x="106" y="1"/>
                      <a:pt x="21" y="70"/>
                      <a:pt x="13" y="164"/>
                    </a:cubicBezTo>
                    <a:cubicBezTo>
                      <a:pt x="1" y="272"/>
                      <a:pt x="85" y="362"/>
                      <a:pt x="191" y="362"/>
                    </a:cubicBezTo>
                    <a:lnTo>
                      <a:pt x="665" y="362"/>
                    </a:lnTo>
                    <a:cubicBezTo>
                      <a:pt x="760" y="362"/>
                      <a:pt x="846" y="293"/>
                      <a:pt x="853" y="197"/>
                    </a:cubicBezTo>
                    <a:cubicBezTo>
                      <a:pt x="863" y="90"/>
                      <a:pt x="779" y="1"/>
                      <a:pt x="67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20;p64"/>
              <p:cNvSpPr/>
              <p:nvPr/>
            </p:nvSpPr>
            <p:spPr>
              <a:xfrm>
                <a:off x="935325" y="1044645"/>
                <a:ext cx="161996" cy="13714"/>
              </a:xfrm>
              <a:custGeom>
                <a:avLst/>
                <a:gdLst/>
                <a:ahLst/>
                <a:cxnLst/>
                <a:rect l="l" t="t" r="r" b="b"/>
                <a:pathLst>
                  <a:path w="4276" h="362" extrusionOk="0">
                    <a:moveTo>
                      <a:pt x="198" y="1"/>
                    </a:moveTo>
                    <a:cubicBezTo>
                      <a:pt x="102" y="1"/>
                      <a:pt x="17" y="70"/>
                      <a:pt x="10" y="166"/>
                    </a:cubicBezTo>
                    <a:cubicBezTo>
                      <a:pt x="0" y="273"/>
                      <a:pt x="84" y="362"/>
                      <a:pt x="189" y="362"/>
                    </a:cubicBezTo>
                    <a:lnTo>
                      <a:pt x="4077" y="362"/>
                    </a:lnTo>
                    <a:cubicBezTo>
                      <a:pt x="4173" y="362"/>
                      <a:pt x="4258" y="293"/>
                      <a:pt x="4265" y="199"/>
                    </a:cubicBezTo>
                    <a:cubicBezTo>
                      <a:pt x="4276" y="91"/>
                      <a:pt x="4191" y="1"/>
                      <a:pt x="408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21;p64"/>
              <p:cNvSpPr/>
              <p:nvPr/>
            </p:nvSpPr>
            <p:spPr>
              <a:xfrm>
                <a:off x="887741" y="1079424"/>
                <a:ext cx="95394" cy="13676"/>
              </a:xfrm>
              <a:custGeom>
                <a:avLst/>
                <a:gdLst/>
                <a:ahLst/>
                <a:cxnLst/>
                <a:rect l="l" t="t" r="r" b="b"/>
                <a:pathLst>
                  <a:path w="2518" h="361" extrusionOk="0">
                    <a:moveTo>
                      <a:pt x="199" y="0"/>
                    </a:moveTo>
                    <a:cubicBezTo>
                      <a:pt x="103" y="0"/>
                      <a:pt x="17" y="70"/>
                      <a:pt x="10" y="165"/>
                    </a:cubicBezTo>
                    <a:cubicBezTo>
                      <a:pt x="1" y="271"/>
                      <a:pt x="84" y="360"/>
                      <a:pt x="189" y="360"/>
                    </a:cubicBezTo>
                    <a:lnTo>
                      <a:pt x="2320" y="360"/>
                    </a:lnTo>
                    <a:cubicBezTo>
                      <a:pt x="2415" y="360"/>
                      <a:pt x="2500" y="291"/>
                      <a:pt x="2508" y="197"/>
                    </a:cubicBezTo>
                    <a:cubicBezTo>
                      <a:pt x="2517" y="89"/>
                      <a:pt x="2433" y="0"/>
                      <a:pt x="232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49" name="Google Shape;2150;p58"/>
            <p:cNvSpPr/>
            <p:nvPr/>
          </p:nvSpPr>
          <p:spPr>
            <a:xfrm>
              <a:off x="4721576" y="2590740"/>
              <a:ext cx="1075725" cy="932894"/>
            </a:xfrm>
            <a:prstGeom prst="rect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0" name="Google Shape;12190;p79"/>
            <p:cNvGrpSpPr/>
            <p:nvPr/>
          </p:nvGrpSpPr>
          <p:grpSpPr>
            <a:xfrm>
              <a:off x="5330826" y="2992774"/>
              <a:ext cx="419775" cy="495945"/>
              <a:chOff x="7167500" y="4279432"/>
              <a:chExt cx="169068" cy="226644"/>
            </a:xfrm>
            <a:solidFill>
              <a:schemeClr val="tx2"/>
            </a:solidFill>
            <a:effectLst>
              <a:glow>
                <a:schemeClr val="bg1"/>
              </a:glow>
            </a:effectLst>
          </p:grpSpPr>
          <p:sp>
            <p:nvSpPr>
              <p:cNvPr id="251" name="Google Shape;12191;p79"/>
              <p:cNvSpPr/>
              <p:nvPr/>
            </p:nvSpPr>
            <p:spPr>
              <a:xfrm>
                <a:off x="7167500" y="4279432"/>
                <a:ext cx="169068" cy="226644"/>
              </a:xfrm>
              <a:custGeom>
                <a:avLst/>
                <a:gdLst/>
                <a:ahLst/>
                <a:cxnLst/>
                <a:rect l="l" t="t" r="r" b="b"/>
                <a:pathLst>
                  <a:path w="5312" h="7121" extrusionOk="0">
                    <a:moveTo>
                      <a:pt x="4085" y="310"/>
                    </a:moveTo>
                    <a:lnTo>
                      <a:pt x="4085" y="1715"/>
                    </a:lnTo>
                    <a:cubicBezTo>
                      <a:pt x="4085" y="1834"/>
                      <a:pt x="4049" y="1930"/>
                      <a:pt x="4001" y="2037"/>
                    </a:cubicBezTo>
                    <a:lnTo>
                      <a:pt x="3918" y="2204"/>
                    </a:lnTo>
                    <a:cubicBezTo>
                      <a:pt x="3906" y="2239"/>
                      <a:pt x="3906" y="2251"/>
                      <a:pt x="3906" y="2275"/>
                    </a:cubicBezTo>
                    <a:lnTo>
                      <a:pt x="3906" y="2632"/>
                    </a:lnTo>
                    <a:cubicBezTo>
                      <a:pt x="3906" y="2989"/>
                      <a:pt x="3763" y="3311"/>
                      <a:pt x="3501" y="3561"/>
                    </a:cubicBezTo>
                    <a:cubicBezTo>
                      <a:pt x="3283" y="3801"/>
                      <a:pt x="2975" y="3921"/>
                      <a:pt x="2650" y="3921"/>
                    </a:cubicBezTo>
                    <a:cubicBezTo>
                      <a:pt x="2620" y="3921"/>
                      <a:pt x="2591" y="3920"/>
                      <a:pt x="2561" y="3918"/>
                    </a:cubicBezTo>
                    <a:cubicBezTo>
                      <a:pt x="1906" y="3870"/>
                      <a:pt x="1382" y="3311"/>
                      <a:pt x="1382" y="2608"/>
                    </a:cubicBezTo>
                    <a:lnTo>
                      <a:pt x="1382" y="2299"/>
                    </a:lnTo>
                    <a:cubicBezTo>
                      <a:pt x="1382" y="2263"/>
                      <a:pt x="1382" y="2251"/>
                      <a:pt x="1370" y="2215"/>
                    </a:cubicBezTo>
                    <a:lnTo>
                      <a:pt x="1287" y="2061"/>
                    </a:lnTo>
                    <a:cubicBezTo>
                      <a:pt x="1239" y="1953"/>
                      <a:pt x="1204" y="1846"/>
                      <a:pt x="1204" y="1727"/>
                    </a:cubicBezTo>
                    <a:lnTo>
                      <a:pt x="1204" y="1227"/>
                    </a:lnTo>
                    <a:cubicBezTo>
                      <a:pt x="1204" y="727"/>
                      <a:pt x="1608" y="310"/>
                      <a:pt x="2120" y="310"/>
                    </a:cubicBezTo>
                    <a:close/>
                    <a:moveTo>
                      <a:pt x="3204" y="4168"/>
                    </a:moveTo>
                    <a:lnTo>
                      <a:pt x="3204" y="4359"/>
                    </a:lnTo>
                    <a:cubicBezTo>
                      <a:pt x="3204" y="4418"/>
                      <a:pt x="3216" y="4466"/>
                      <a:pt x="3228" y="4525"/>
                    </a:cubicBezTo>
                    <a:lnTo>
                      <a:pt x="2656" y="4942"/>
                    </a:lnTo>
                    <a:lnTo>
                      <a:pt x="2073" y="4525"/>
                    </a:lnTo>
                    <a:cubicBezTo>
                      <a:pt x="2085" y="4478"/>
                      <a:pt x="2096" y="4418"/>
                      <a:pt x="2096" y="4359"/>
                    </a:cubicBezTo>
                    <a:lnTo>
                      <a:pt x="2096" y="4168"/>
                    </a:lnTo>
                    <a:cubicBezTo>
                      <a:pt x="2239" y="4216"/>
                      <a:pt x="2382" y="4263"/>
                      <a:pt x="2549" y="4263"/>
                    </a:cubicBezTo>
                    <a:lnTo>
                      <a:pt x="2656" y="4263"/>
                    </a:lnTo>
                    <a:cubicBezTo>
                      <a:pt x="2847" y="4263"/>
                      <a:pt x="3025" y="4228"/>
                      <a:pt x="3204" y="4168"/>
                    </a:cubicBezTo>
                    <a:close/>
                    <a:moveTo>
                      <a:pt x="2132" y="1"/>
                    </a:moveTo>
                    <a:cubicBezTo>
                      <a:pt x="1442" y="1"/>
                      <a:pt x="894" y="549"/>
                      <a:pt x="894" y="1239"/>
                    </a:cubicBezTo>
                    <a:lnTo>
                      <a:pt x="894" y="1739"/>
                    </a:lnTo>
                    <a:cubicBezTo>
                      <a:pt x="894" y="1906"/>
                      <a:pt x="942" y="2073"/>
                      <a:pt x="1001" y="2215"/>
                    </a:cubicBezTo>
                    <a:lnTo>
                      <a:pt x="1061" y="2346"/>
                    </a:lnTo>
                    <a:lnTo>
                      <a:pt x="1061" y="2620"/>
                    </a:lnTo>
                    <a:cubicBezTo>
                      <a:pt x="1061" y="3180"/>
                      <a:pt x="1346" y="3692"/>
                      <a:pt x="1775" y="3989"/>
                    </a:cubicBezTo>
                    <a:lnTo>
                      <a:pt x="1775" y="4359"/>
                    </a:lnTo>
                    <a:cubicBezTo>
                      <a:pt x="1775" y="4454"/>
                      <a:pt x="1715" y="4525"/>
                      <a:pt x="1644" y="4537"/>
                    </a:cubicBezTo>
                    <a:lnTo>
                      <a:pt x="632" y="4859"/>
                    </a:lnTo>
                    <a:cubicBezTo>
                      <a:pt x="251" y="4966"/>
                      <a:pt x="1" y="5299"/>
                      <a:pt x="1" y="5704"/>
                    </a:cubicBezTo>
                    <a:lnTo>
                      <a:pt x="1" y="6954"/>
                    </a:lnTo>
                    <a:cubicBezTo>
                      <a:pt x="1" y="7037"/>
                      <a:pt x="72" y="7121"/>
                      <a:pt x="168" y="7121"/>
                    </a:cubicBezTo>
                    <a:cubicBezTo>
                      <a:pt x="251" y="7121"/>
                      <a:pt x="334" y="7037"/>
                      <a:pt x="334" y="6954"/>
                    </a:cubicBezTo>
                    <a:lnTo>
                      <a:pt x="334" y="5704"/>
                    </a:lnTo>
                    <a:cubicBezTo>
                      <a:pt x="334" y="5466"/>
                      <a:pt x="477" y="5252"/>
                      <a:pt x="715" y="5180"/>
                    </a:cubicBezTo>
                    <a:lnTo>
                      <a:pt x="1727" y="4871"/>
                    </a:lnTo>
                    <a:cubicBezTo>
                      <a:pt x="1787" y="4859"/>
                      <a:pt x="1835" y="4823"/>
                      <a:pt x="1882" y="4799"/>
                    </a:cubicBezTo>
                    <a:lnTo>
                      <a:pt x="2442" y="5204"/>
                    </a:lnTo>
                    <a:cubicBezTo>
                      <a:pt x="2501" y="5252"/>
                      <a:pt x="2573" y="5287"/>
                      <a:pt x="2656" y="5287"/>
                    </a:cubicBezTo>
                    <a:cubicBezTo>
                      <a:pt x="2728" y="5287"/>
                      <a:pt x="2799" y="5252"/>
                      <a:pt x="2858" y="5204"/>
                    </a:cubicBezTo>
                    <a:lnTo>
                      <a:pt x="3430" y="4799"/>
                    </a:lnTo>
                    <a:cubicBezTo>
                      <a:pt x="3466" y="4823"/>
                      <a:pt x="3513" y="4859"/>
                      <a:pt x="3573" y="4871"/>
                    </a:cubicBezTo>
                    <a:lnTo>
                      <a:pt x="4585" y="5180"/>
                    </a:lnTo>
                    <a:cubicBezTo>
                      <a:pt x="4823" y="5252"/>
                      <a:pt x="4978" y="5466"/>
                      <a:pt x="4978" y="5704"/>
                    </a:cubicBezTo>
                    <a:lnTo>
                      <a:pt x="4978" y="6954"/>
                    </a:lnTo>
                    <a:cubicBezTo>
                      <a:pt x="4978" y="7037"/>
                      <a:pt x="5049" y="7121"/>
                      <a:pt x="5133" y="7121"/>
                    </a:cubicBezTo>
                    <a:cubicBezTo>
                      <a:pt x="5228" y="7121"/>
                      <a:pt x="5299" y="7037"/>
                      <a:pt x="5299" y="6954"/>
                    </a:cubicBezTo>
                    <a:lnTo>
                      <a:pt x="5299" y="5704"/>
                    </a:lnTo>
                    <a:cubicBezTo>
                      <a:pt x="5311" y="5299"/>
                      <a:pt x="5061" y="4954"/>
                      <a:pt x="4692" y="4835"/>
                    </a:cubicBezTo>
                    <a:lnTo>
                      <a:pt x="3680" y="4525"/>
                    </a:lnTo>
                    <a:cubicBezTo>
                      <a:pt x="3609" y="4501"/>
                      <a:pt x="3549" y="4418"/>
                      <a:pt x="3549" y="4347"/>
                    </a:cubicBezTo>
                    <a:lnTo>
                      <a:pt x="3549" y="3978"/>
                    </a:lnTo>
                    <a:cubicBezTo>
                      <a:pt x="3620" y="3930"/>
                      <a:pt x="3692" y="3870"/>
                      <a:pt x="3751" y="3811"/>
                    </a:cubicBezTo>
                    <a:cubicBezTo>
                      <a:pt x="4061" y="3513"/>
                      <a:pt x="4263" y="3085"/>
                      <a:pt x="4263" y="2656"/>
                    </a:cubicBezTo>
                    <a:lnTo>
                      <a:pt x="4263" y="2334"/>
                    </a:lnTo>
                    <a:lnTo>
                      <a:pt x="4323" y="2204"/>
                    </a:lnTo>
                    <a:cubicBezTo>
                      <a:pt x="4394" y="2061"/>
                      <a:pt x="4418" y="1894"/>
                      <a:pt x="4418" y="1727"/>
                    </a:cubicBezTo>
                    <a:lnTo>
                      <a:pt x="4418" y="168"/>
                    </a:lnTo>
                    <a:cubicBezTo>
                      <a:pt x="4418" y="72"/>
                      <a:pt x="4347" y="1"/>
                      <a:pt x="4263" y="1"/>
                    </a:cubicBezTo>
                    <a:close/>
                  </a:path>
                </a:pathLst>
              </a:custGeom>
              <a:grpFill/>
              <a:ln>
                <a:noFill/>
              </a:ln>
              <a:effectLst>
                <a:glow rad="88900">
                  <a:schemeClr val="accent6">
                    <a:satMod val="175000"/>
                  </a:schemeClr>
                </a:glo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Google Shape;12192;p79"/>
              <p:cNvSpPr/>
              <p:nvPr/>
            </p:nvSpPr>
            <p:spPr>
              <a:xfrm>
                <a:off x="7246719" y="4455279"/>
                <a:ext cx="10248" cy="50033"/>
              </a:xfrm>
              <a:custGeom>
                <a:avLst/>
                <a:gdLst/>
                <a:ahLst/>
                <a:cxnLst/>
                <a:rect l="l" t="t" r="r" b="b"/>
                <a:pathLst>
                  <a:path w="322" h="1572" extrusionOk="0">
                    <a:moveTo>
                      <a:pt x="167" y="0"/>
                    </a:moveTo>
                    <a:cubicBezTo>
                      <a:pt x="72" y="0"/>
                      <a:pt x="0" y="72"/>
                      <a:pt x="0" y="167"/>
                    </a:cubicBezTo>
                    <a:lnTo>
                      <a:pt x="0" y="1417"/>
                    </a:lnTo>
                    <a:cubicBezTo>
                      <a:pt x="0" y="1501"/>
                      <a:pt x="72" y="1572"/>
                      <a:pt x="167" y="1572"/>
                    </a:cubicBezTo>
                    <a:cubicBezTo>
                      <a:pt x="250" y="1572"/>
                      <a:pt x="322" y="1501"/>
                      <a:pt x="322" y="1417"/>
                    </a:cubicBezTo>
                    <a:lnTo>
                      <a:pt x="322" y="167"/>
                    </a:lnTo>
                    <a:cubicBezTo>
                      <a:pt x="322" y="72"/>
                      <a:pt x="250" y="0"/>
                      <a:pt x="1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12193;p79"/>
              <p:cNvSpPr/>
              <p:nvPr/>
            </p:nvSpPr>
            <p:spPr>
              <a:xfrm>
                <a:off x="7195572" y="4466642"/>
                <a:ext cx="11012" cy="38670"/>
              </a:xfrm>
              <a:custGeom>
                <a:avLst/>
                <a:gdLst/>
                <a:ahLst/>
                <a:cxnLst/>
                <a:rect l="l" t="t" r="r" b="b"/>
                <a:pathLst>
                  <a:path w="346" h="1215" extrusionOk="0">
                    <a:moveTo>
                      <a:pt x="167" y="1"/>
                    </a:moveTo>
                    <a:cubicBezTo>
                      <a:pt x="71" y="1"/>
                      <a:pt x="0" y="72"/>
                      <a:pt x="0" y="167"/>
                    </a:cubicBezTo>
                    <a:lnTo>
                      <a:pt x="0" y="1060"/>
                    </a:lnTo>
                    <a:cubicBezTo>
                      <a:pt x="0" y="1144"/>
                      <a:pt x="71" y="1215"/>
                      <a:pt x="167" y="1215"/>
                    </a:cubicBezTo>
                    <a:cubicBezTo>
                      <a:pt x="250" y="1215"/>
                      <a:pt x="322" y="1144"/>
                      <a:pt x="322" y="1060"/>
                    </a:cubicBezTo>
                    <a:lnTo>
                      <a:pt x="322" y="167"/>
                    </a:lnTo>
                    <a:cubicBezTo>
                      <a:pt x="345" y="72"/>
                      <a:pt x="262" y="1"/>
                      <a:pt x="1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12194;p79"/>
              <p:cNvSpPr/>
              <p:nvPr/>
            </p:nvSpPr>
            <p:spPr>
              <a:xfrm>
                <a:off x="7297866" y="4466642"/>
                <a:ext cx="10280" cy="38670"/>
              </a:xfrm>
              <a:custGeom>
                <a:avLst/>
                <a:gdLst/>
                <a:ahLst/>
                <a:cxnLst/>
                <a:rect l="l" t="t" r="r" b="b"/>
                <a:pathLst>
                  <a:path w="323" h="1215" extrusionOk="0">
                    <a:moveTo>
                      <a:pt x="167" y="1"/>
                    </a:moveTo>
                    <a:cubicBezTo>
                      <a:pt x="72" y="1"/>
                      <a:pt x="1" y="72"/>
                      <a:pt x="1" y="167"/>
                    </a:cubicBezTo>
                    <a:lnTo>
                      <a:pt x="1" y="1060"/>
                    </a:lnTo>
                    <a:cubicBezTo>
                      <a:pt x="1" y="1144"/>
                      <a:pt x="72" y="1215"/>
                      <a:pt x="167" y="1215"/>
                    </a:cubicBezTo>
                    <a:cubicBezTo>
                      <a:pt x="251" y="1215"/>
                      <a:pt x="322" y="1144"/>
                      <a:pt x="322" y="1060"/>
                    </a:cubicBezTo>
                    <a:lnTo>
                      <a:pt x="322" y="167"/>
                    </a:lnTo>
                    <a:cubicBezTo>
                      <a:pt x="322" y="72"/>
                      <a:pt x="251" y="1"/>
                      <a:pt x="1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Google Shape;12199;p79"/>
              <p:cNvSpPr/>
              <p:nvPr/>
            </p:nvSpPr>
            <p:spPr>
              <a:xfrm>
                <a:off x="7217915" y="4321126"/>
                <a:ext cx="68238" cy="25812"/>
              </a:xfrm>
              <a:custGeom>
                <a:avLst/>
                <a:gdLst/>
                <a:ahLst/>
                <a:cxnLst/>
                <a:rect l="l" t="t" r="r" b="b"/>
                <a:pathLst>
                  <a:path w="2144" h="811" extrusionOk="0">
                    <a:moveTo>
                      <a:pt x="933" y="1"/>
                    </a:moveTo>
                    <a:cubicBezTo>
                      <a:pt x="491" y="1"/>
                      <a:pt x="139" y="113"/>
                      <a:pt x="120" y="120"/>
                    </a:cubicBezTo>
                    <a:cubicBezTo>
                      <a:pt x="36" y="155"/>
                      <a:pt x="1" y="215"/>
                      <a:pt x="1" y="286"/>
                    </a:cubicBezTo>
                    <a:lnTo>
                      <a:pt x="1" y="643"/>
                    </a:lnTo>
                    <a:cubicBezTo>
                      <a:pt x="1" y="727"/>
                      <a:pt x="72" y="810"/>
                      <a:pt x="155" y="810"/>
                    </a:cubicBezTo>
                    <a:cubicBezTo>
                      <a:pt x="251" y="810"/>
                      <a:pt x="322" y="727"/>
                      <a:pt x="322" y="643"/>
                    </a:cubicBezTo>
                    <a:lnTo>
                      <a:pt x="322" y="417"/>
                    </a:lnTo>
                    <a:cubicBezTo>
                      <a:pt x="455" y="384"/>
                      <a:pt x="683" y="341"/>
                      <a:pt x="940" y="341"/>
                    </a:cubicBezTo>
                    <a:cubicBezTo>
                      <a:pt x="1236" y="341"/>
                      <a:pt x="1572" y="398"/>
                      <a:pt x="1846" y="596"/>
                    </a:cubicBezTo>
                    <a:cubicBezTo>
                      <a:pt x="1877" y="622"/>
                      <a:pt x="1914" y="634"/>
                      <a:pt x="1951" y="634"/>
                    </a:cubicBezTo>
                    <a:cubicBezTo>
                      <a:pt x="1999" y="634"/>
                      <a:pt x="2045" y="613"/>
                      <a:pt x="2072" y="572"/>
                    </a:cubicBezTo>
                    <a:cubicBezTo>
                      <a:pt x="2144" y="489"/>
                      <a:pt x="2120" y="393"/>
                      <a:pt x="2048" y="334"/>
                    </a:cubicBezTo>
                    <a:cubicBezTo>
                      <a:pt x="1703" y="74"/>
                      <a:pt x="1289" y="1"/>
                      <a:pt x="93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53077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img.freepik.com/premium-vector/long-queue-people-customers-line-standing-waiting-crowd-queuing-many-men-women-buyers-entrance-back-view-high-demand-concept-flat-vector-illustration-isolated-white-background_198278-19815.jpg?w=2000"/>
          <p:cNvPicPr>
            <a:picLocks noChangeAspect="1" noChangeArrowheads="1"/>
          </p:cNvPicPr>
          <p:nvPr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444" t="6123" r="15525" b="8305"/>
          <a:stretch/>
        </p:blipFill>
        <p:spPr bwMode="auto">
          <a:xfrm>
            <a:off x="4519193" y="688806"/>
            <a:ext cx="4462943" cy="5427677"/>
          </a:xfrm>
          <a:prstGeom prst="snip1Rect">
            <a:avLst>
              <a:gd name="adj" fmla="val 16667"/>
            </a:avLst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66" name="Google Shape;1766;p45"/>
          <p:cNvSpPr txBox="1">
            <a:spLocks noGrp="1"/>
          </p:cNvSpPr>
          <p:nvPr>
            <p:ph type="title"/>
          </p:nvPr>
        </p:nvSpPr>
        <p:spPr>
          <a:xfrm>
            <a:off x="342852" y="89220"/>
            <a:ext cx="3012744" cy="62423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Тема проекта</a:t>
            </a:r>
            <a:endParaRPr dirty="0"/>
          </a:p>
        </p:txBody>
      </p:sp>
      <p:sp>
        <p:nvSpPr>
          <p:cNvPr id="1767" name="Google Shape;1767;p45"/>
          <p:cNvSpPr txBox="1">
            <a:spLocks noGrp="1"/>
          </p:cNvSpPr>
          <p:nvPr>
            <p:ph type="subTitle" idx="1"/>
          </p:nvPr>
        </p:nvSpPr>
        <p:spPr>
          <a:xfrm>
            <a:off x="184473" y="1527900"/>
            <a:ext cx="4145492" cy="16539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ru-RU" b="1" dirty="0"/>
              <a:t> </a:t>
            </a:r>
            <a:r>
              <a:rPr lang="ru-RU" b="1" dirty="0" smtClean="0"/>
              <a:t>      Проблема</a:t>
            </a:r>
            <a:r>
              <a:rPr lang="ru-RU" b="1" dirty="0"/>
              <a:t>: </a:t>
            </a:r>
          </a:p>
          <a:p>
            <a:pPr marL="0" lvl="0" indent="0">
              <a:buNone/>
            </a:pPr>
            <a:r>
              <a:rPr lang="ru-RU" dirty="0"/>
              <a:t>В сервисных </a:t>
            </a:r>
            <a:r>
              <a:rPr lang="ru-RU" dirty="0" smtClean="0"/>
              <a:t>точках </a:t>
            </a:r>
            <a:r>
              <a:rPr lang="ru-RU" dirty="0"/>
              <a:t>клиенты тратят время на ожидание в живой очереди, </a:t>
            </a:r>
            <a:r>
              <a:rPr lang="ru-RU" dirty="0" smtClean="0"/>
              <a:t>а </a:t>
            </a:r>
            <a:r>
              <a:rPr lang="ru-RU" dirty="0"/>
              <a:t>операторы </a:t>
            </a:r>
            <a:r>
              <a:rPr lang="ru-RU" dirty="0" err="1"/>
              <a:t>операторы</a:t>
            </a:r>
            <a:r>
              <a:rPr lang="ru-RU" dirty="0"/>
              <a:t> не имеют инструментов для прогнозирования и управления потоком.</a:t>
            </a:r>
          </a:p>
        </p:txBody>
      </p:sp>
      <p:grpSp>
        <p:nvGrpSpPr>
          <p:cNvPr id="1768" name="Google Shape;1768;p45"/>
          <p:cNvGrpSpPr/>
          <p:nvPr/>
        </p:nvGrpSpPr>
        <p:grpSpPr>
          <a:xfrm>
            <a:off x="-74792" y="2354893"/>
            <a:ext cx="480890" cy="641599"/>
            <a:chOff x="959750" y="3039275"/>
            <a:chExt cx="582050" cy="582425"/>
          </a:xfrm>
        </p:grpSpPr>
        <p:sp>
          <p:nvSpPr>
            <p:cNvPr id="1769" name="Google Shape;1769;p45"/>
            <p:cNvSpPr/>
            <p:nvPr/>
          </p:nvSpPr>
          <p:spPr>
            <a:xfrm>
              <a:off x="959750" y="3498275"/>
              <a:ext cx="123450" cy="123425"/>
            </a:xfrm>
            <a:custGeom>
              <a:avLst/>
              <a:gdLst/>
              <a:ahLst/>
              <a:cxnLst/>
              <a:rect l="l" t="t" r="r" b="b"/>
              <a:pathLst>
                <a:path w="4938" h="4937" extrusionOk="0">
                  <a:moveTo>
                    <a:pt x="1403" y="0"/>
                  </a:moveTo>
                  <a:lnTo>
                    <a:pt x="1" y="1402"/>
                  </a:lnTo>
                  <a:lnTo>
                    <a:pt x="3536" y="4937"/>
                  </a:lnTo>
                  <a:lnTo>
                    <a:pt x="4937" y="3535"/>
                  </a:lnTo>
                  <a:lnTo>
                    <a:pt x="1403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1770;p45"/>
            <p:cNvSpPr/>
            <p:nvPr/>
          </p:nvSpPr>
          <p:spPr>
            <a:xfrm>
              <a:off x="1035950" y="3421700"/>
              <a:ext cx="123425" cy="123825"/>
            </a:xfrm>
            <a:custGeom>
              <a:avLst/>
              <a:gdLst/>
              <a:ahLst/>
              <a:cxnLst/>
              <a:rect l="l" t="t" r="r" b="b"/>
              <a:pathLst>
                <a:path w="4937" h="4953" extrusionOk="0">
                  <a:moveTo>
                    <a:pt x="1402" y="1"/>
                  </a:moveTo>
                  <a:lnTo>
                    <a:pt x="0" y="1403"/>
                  </a:lnTo>
                  <a:lnTo>
                    <a:pt x="3535" y="4952"/>
                  </a:lnTo>
                  <a:lnTo>
                    <a:pt x="4937" y="3551"/>
                  </a:lnTo>
                  <a:lnTo>
                    <a:pt x="1402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1771;p45"/>
            <p:cNvSpPr/>
            <p:nvPr/>
          </p:nvSpPr>
          <p:spPr>
            <a:xfrm>
              <a:off x="1112500" y="3345525"/>
              <a:ext cx="123825" cy="123450"/>
            </a:xfrm>
            <a:custGeom>
              <a:avLst/>
              <a:gdLst/>
              <a:ahLst/>
              <a:cxnLst/>
              <a:rect l="l" t="t" r="r" b="b"/>
              <a:pathLst>
                <a:path w="4953" h="4938" extrusionOk="0">
                  <a:moveTo>
                    <a:pt x="1402" y="1"/>
                  </a:moveTo>
                  <a:lnTo>
                    <a:pt x="1" y="1402"/>
                  </a:lnTo>
                  <a:lnTo>
                    <a:pt x="3551" y="4937"/>
                  </a:lnTo>
                  <a:lnTo>
                    <a:pt x="4952" y="3535"/>
                  </a:lnTo>
                  <a:lnTo>
                    <a:pt x="1402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45"/>
            <p:cNvSpPr/>
            <p:nvPr/>
          </p:nvSpPr>
          <p:spPr>
            <a:xfrm>
              <a:off x="1188675" y="3268975"/>
              <a:ext cx="123825" cy="123425"/>
            </a:xfrm>
            <a:custGeom>
              <a:avLst/>
              <a:gdLst/>
              <a:ahLst/>
              <a:cxnLst/>
              <a:rect l="l" t="t" r="r" b="b"/>
              <a:pathLst>
                <a:path w="4953" h="4937" extrusionOk="0">
                  <a:moveTo>
                    <a:pt x="1402" y="0"/>
                  </a:moveTo>
                  <a:lnTo>
                    <a:pt x="1" y="1402"/>
                  </a:lnTo>
                  <a:lnTo>
                    <a:pt x="3551" y="4937"/>
                  </a:lnTo>
                  <a:lnTo>
                    <a:pt x="4952" y="3550"/>
                  </a:lnTo>
                  <a:lnTo>
                    <a:pt x="1402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" name="Google Shape;1773;p45"/>
            <p:cNvSpPr/>
            <p:nvPr/>
          </p:nvSpPr>
          <p:spPr>
            <a:xfrm>
              <a:off x="1265625" y="3192800"/>
              <a:ext cx="123425" cy="123425"/>
            </a:xfrm>
            <a:custGeom>
              <a:avLst/>
              <a:gdLst/>
              <a:ahLst/>
              <a:cxnLst/>
              <a:rect l="l" t="t" r="r" b="b"/>
              <a:pathLst>
                <a:path w="4937" h="4937" extrusionOk="0">
                  <a:moveTo>
                    <a:pt x="1402" y="0"/>
                  </a:moveTo>
                  <a:lnTo>
                    <a:pt x="0" y="1386"/>
                  </a:lnTo>
                  <a:lnTo>
                    <a:pt x="3535" y="4936"/>
                  </a:lnTo>
                  <a:lnTo>
                    <a:pt x="4937" y="3535"/>
                  </a:lnTo>
                  <a:lnTo>
                    <a:pt x="1402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" name="Google Shape;1774;p45"/>
            <p:cNvSpPr/>
            <p:nvPr/>
          </p:nvSpPr>
          <p:spPr>
            <a:xfrm>
              <a:off x="1341800" y="3116225"/>
              <a:ext cx="123450" cy="123450"/>
            </a:xfrm>
            <a:custGeom>
              <a:avLst/>
              <a:gdLst/>
              <a:ahLst/>
              <a:cxnLst/>
              <a:rect l="l" t="t" r="r" b="b"/>
              <a:pathLst>
                <a:path w="4938" h="4938" extrusionOk="0">
                  <a:moveTo>
                    <a:pt x="1402" y="1"/>
                  </a:moveTo>
                  <a:lnTo>
                    <a:pt x="1" y="1402"/>
                  </a:lnTo>
                  <a:lnTo>
                    <a:pt x="3535" y="4937"/>
                  </a:lnTo>
                  <a:lnTo>
                    <a:pt x="4937" y="3535"/>
                  </a:lnTo>
                  <a:lnTo>
                    <a:pt x="1402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" name="Google Shape;1775;p45"/>
            <p:cNvSpPr/>
            <p:nvPr/>
          </p:nvSpPr>
          <p:spPr>
            <a:xfrm>
              <a:off x="1418375" y="3039275"/>
              <a:ext cx="123425" cy="123825"/>
            </a:xfrm>
            <a:custGeom>
              <a:avLst/>
              <a:gdLst/>
              <a:ahLst/>
              <a:cxnLst/>
              <a:rect l="l" t="t" r="r" b="b"/>
              <a:pathLst>
                <a:path w="4937" h="4953" extrusionOk="0">
                  <a:moveTo>
                    <a:pt x="1387" y="1"/>
                  </a:moveTo>
                  <a:lnTo>
                    <a:pt x="0" y="1403"/>
                  </a:lnTo>
                  <a:lnTo>
                    <a:pt x="3535" y="4953"/>
                  </a:lnTo>
                  <a:lnTo>
                    <a:pt x="4936" y="3551"/>
                  </a:lnTo>
                  <a:lnTo>
                    <a:pt x="1387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" name="Google Shape;1767;p45"/>
          <p:cNvSpPr txBox="1">
            <a:spLocks/>
          </p:cNvSpPr>
          <p:nvPr/>
        </p:nvSpPr>
        <p:spPr>
          <a:xfrm>
            <a:off x="379578" y="653266"/>
            <a:ext cx="2943627" cy="1009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>
              <a:buNone/>
            </a:pP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Система управления виртуальной очередью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Google Shape;1835;p46"/>
          <p:cNvCxnSpPr/>
          <p:nvPr/>
        </p:nvCxnSpPr>
        <p:spPr>
          <a:xfrm>
            <a:off x="293177" y="695601"/>
            <a:ext cx="3112094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" name="Google Shape;1767;p45"/>
          <p:cNvSpPr txBox="1">
            <a:spLocks/>
          </p:cNvSpPr>
          <p:nvPr/>
        </p:nvSpPr>
        <p:spPr>
          <a:xfrm>
            <a:off x="184473" y="3096225"/>
            <a:ext cx="4239297" cy="1895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>
              <a:buNone/>
            </a:pPr>
            <a:r>
              <a:rPr lang="ru-RU" b="1" dirty="0" smtClean="0"/>
              <a:t>       Решение: </a:t>
            </a:r>
          </a:p>
          <a:p>
            <a:pPr marL="0" indent="0">
              <a:buFont typeface="Open Sans"/>
              <a:buNone/>
            </a:pPr>
            <a:r>
              <a:rPr lang="ru-RU" dirty="0" smtClean="0"/>
              <a:t>Веб-приложение, позволяющее записаться в очередь удалённо, отслеживать свой номер в реальном времени и получать уведомления о приближении очереди.</a:t>
            </a:r>
            <a:endParaRPr lang="ru-RU" dirty="0"/>
          </a:p>
        </p:txBody>
      </p:sp>
      <p:sp>
        <p:nvSpPr>
          <p:cNvPr id="27" name="Google Shape;1767;p45"/>
          <p:cNvSpPr txBox="1">
            <a:spLocks/>
          </p:cNvSpPr>
          <p:nvPr/>
        </p:nvSpPr>
        <p:spPr>
          <a:xfrm>
            <a:off x="165498" y="4564377"/>
            <a:ext cx="4278334" cy="1895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>
              <a:buNone/>
            </a:pPr>
            <a:r>
              <a:rPr lang="ru-RU" b="1" dirty="0" smtClean="0"/>
              <a:t>       Цель: </a:t>
            </a:r>
          </a:p>
          <a:p>
            <a:pPr marL="0" indent="0">
              <a:buNone/>
            </a:pPr>
            <a:r>
              <a:rPr lang="ru-RU" dirty="0"/>
              <a:t>Спроектировать и реализовать </a:t>
            </a:r>
            <a:r>
              <a:rPr lang="ru-RU" dirty="0" smtClean="0"/>
              <a:t>систему </a:t>
            </a:r>
            <a:r>
              <a:rPr lang="ru-RU" dirty="0"/>
              <a:t>для управления виртуальной очередью, обеспечивающее удобную запись, отслеживание статуса и оптимизацию потока клиентов</a:t>
            </a:r>
          </a:p>
        </p:txBody>
      </p:sp>
      <p:sp>
        <p:nvSpPr>
          <p:cNvPr id="28" name="Google Shape;14251;p83"/>
          <p:cNvSpPr/>
          <p:nvPr/>
        </p:nvSpPr>
        <p:spPr>
          <a:xfrm>
            <a:off x="285193" y="4631008"/>
            <a:ext cx="245429" cy="249860"/>
          </a:xfrm>
          <a:custGeom>
            <a:avLst/>
            <a:gdLst/>
            <a:ahLst/>
            <a:cxnLst/>
            <a:rect l="l" t="t" r="r" b="b"/>
            <a:pathLst>
              <a:path w="10919" h="10884" extrusionOk="0">
                <a:moveTo>
                  <a:pt x="9561" y="561"/>
                </a:moveTo>
                <a:lnTo>
                  <a:pt x="9561" y="1203"/>
                </a:lnTo>
                <a:cubicBezTo>
                  <a:pt x="9561" y="1299"/>
                  <a:pt x="9633" y="1370"/>
                  <a:pt x="9728" y="1370"/>
                </a:cubicBezTo>
                <a:lnTo>
                  <a:pt x="10359" y="1370"/>
                </a:lnTo>
                <a:lnTo>
                  <a:pt x="8966" y="2739"/>
                </a:lnTo>
                <a:lnTo>
                  <a:pt x="8394" y="2739"/>
                </a:lnTo>
                <a:lnTo>
                  <a:pt x="9323" y="1811"/>
                </a:lnTo>
                <a:cubicBezTo>
                  <a:pt x="9383" y="1751"/>
                  <a:pt x="9383" y="1644"/>
                  <a:pt x="9323" y="1584"/>
                </a:cubicBezTo>
                <a:cubicBezTo>
                  <a:pt x="9293" y="1555"/>
                  <a:pt x="9252" y="1540"/>
                  <a:pt x="9210" y="1540"/>
                </a:cubicBezTo>
                <a:cubicBezTo>
                  <a:pt x="9168" y="1540"/>
                  <a:pt x="9127" y="1555"/>
                  <a:pt x="9097" y="1584"/>
                </a:cubicBezTo>
                <a:lnTo>
                  <a:pt x="8180" y="2513"/>
                </a:lnTo>
                <a:lnTo>
                  <a:pt x="8180" y="1954"/>
                </a:lnTo>
                <a:lnTo>
                  <a:pt x="9561" y="561"/>
                </a:lnTo>
                <a:close/>
                <a:moveTo>
                  <a:pt x="4441" y="2382"/>
                </a:moveTo>
                <a:cubicBezTo>
                  <a:pt x="5513" y="2382"/>
                  <a:pt x="6489" y="2799"/>
                  <a:pt x="7228" y="3466"/>
                </a:cubicBezTo>
                <a:lnTo>
                  <a:pt x="4334" y="6347"/>
                </a:lnTo>
                <a:cubicBezTo>
                  <a:pt x="4275" y="6406"/>
                  <a:pt x="4275" y="6514"/>
                  <a:pt x="4334" y="6573"/>
                </a:cubicBezTo>
                <a:cubicBezTo>
                  <a:pt x="4370" y="6609"/>
                  <a:pt x="4406" y="6621"/>
                  <a:pt x="4453" y="6621"/>
                </a:cubicBezTo>
                <a:cubicBezTo>
                  <a:pt x="4501" y="6621"/>
                  <a:pt x="4525" y="6609"/>
                  <a:pt x="4572" y="6573"/>
                </a:cubicBezTo>
                <a:lnTo>
                  <a:pt x="5287" y="5859"/>
                </a:lnTo>
                <a:cubicBezTo>
                  <a:pt x="5418" y="6037"/>
                  <a:pt x="5477" y="6252"/>
                  <a:pt x="5477" y="6478"/>
                </a:cubicBezTo>
                <a:cubicBezTo>
                  <a:pt x="5477" y="7038"/>
                  <a:pt x="5013" y="7502"/>
                  <a:pt x="4453" y="7502"/>
                </a:cubicBezTo>
                <a:cubicBezTo>
                  <a:pt x="3894" y="7502"/>
                  <a:pt x="3429" y="7038"/>
                  <a:pt x="3429" y="6478"/>
                </a:cubicBezTo>
                <a:cubicBezTo>
                  <a:pt x="3429" y="5906"/>
                  <a:pt x="3894" y="5442"/>
                  <a:pt x="4453" y="5442"/>
                </a:cubicBezTo>
                <a:cubicBezTo>
                  <a:pt x="4513" y="5442"/>
                  <a:pt x="4584" y="5442"/>
                  <a:pt x="4644" y="5466"/>
                </a:cubicBezTo>
                <a:cubicBezTo>
                  <a:pt x="4652" y="5467"/>
                  <a:pt x="4660" y="5467"/>
                  <a:pt x="4668" y="5467"/>
                </a:cubicBezTo>
                <a:cubicBezTo>
                  <a:pt x="4751" y="5467"/>
                  <a:pt x="4813" y="5410"/>
                  <a:pt x="4834" y="5323"/>
                </a:cubicBezTo>
                <a:cubicBezTo>
                  <a:pt x="4858" y="5240"/>
                  <a:pt x="4799" y="5168"/>
                  <a:pt x="4703" y="5133"/>
                </a:cubicBezTo>
                <a:cubicBezTo>
                  <a:pt x="4620" y="5121"/>
                  <a:pt x="4537" y="5109"/>
                  <a:pt x="4453" y="5109"/>
                </a:cubicBezTo>
                <a:cubicBezTo>
                  <a:pt x="3703" y="5109"/>
                  <a:pt x="3096" y="5716"/>
                  <a:pt x="3096" y="6454"/>
                </a:cubicBezTo>
                <a:cubicBezTo>
                  <a:pt x="3096" y="7204"/>
                  <a:pt x="3703" y="7811"/>
                  <a:pt x="4453" y="7811"/>
                </a:cubicBezTo>
                <a:cubicBezTo>
                  <a:pt x="5192" y="7811"/>
                  <a:pt x="5811" y="7204"/>
                  <a:pt x="5811" y="6454"/>
                </a:cubicBezTo>
                <a:cubicBezTo>
                  <a:pt x="5811" y="6145"/>
                  <a:pt x="5704" y="5859"/>
                  <a:pt x="5525" y="5621"/>
                </a:cubicBezTo>
                <a:lnTo>
                  <a:pt x="6025" y="5121"/>
                </a:lnTo>
                <a:cubicBezTo>
                  <a:pt x="6346" y="5490"/>
                  <a:pt x="6525" y="5966"/>
                  <a:pt x="6525" y="6454"/>
                </a:cubicBezTo>
                <a:cubicBezTo>
                  <a:pt x="6525" y="7585"/>
                  <a:pt x="5596" y="8514"/>
                  <a:pt x="4465" y="8514"/>
                </a:cubicBezTo>
                <a:cubicBezTo>
                  <a:pt x="3334" y="8514"/>
                  <a:pt x="2417" y="7585"/>
                  <a:pt x="2417" y="6454"/>
                </a:cubicBezTo>
                <a:cubicBezTo>
                  <a:pt x="2417" y="5323"/>
                  <a:pt x="3334" y="4406"/>
                  <a:pt x="4465" y="4406"/>
                </a:cubicBezTo>
                <a:cubicBezTo>
                  <a:pt x="4811" y="4406"/>
                  <a:pt x="5156" y="4490"/>
                  <a:pt x="5453" y="4656"/>
                </a:cubicBezTo>
                <a:cubicBezTo>
                  <a:pt x="5476" y="4671"/>
                  <a:pt x="5502" y="4678"/>
                  <a:pt x="5528" y="4678"/>
                </a:cubicBezTo>
                <a:cubicBezTo>
                  <a:pt x="5585" y="4678"/>
                  <a:pt x="5643" y="4646"/>
                  <a:pt x="5668" y="4597"/>
                </a:cubicBezTo>
                <a:cubicBezTo>
                  <a:pt x="5715" y="4525"/>
                  <a:pt x="5692" y="4418"/>
                  <a:pt x="5608" y="4371"/>
                </a:cubicBezTo>
                <a:cubicBezTo>
                  <a:pt x="5275" y="4180"/>
                  <a:pt x="4882" y="4097"/>
                  <a:pt x="4477" y="4097"/>
                </a:cubicBezTo>
                <a:cubicBezTo>
                  <a:pt x="3167" y="4097"/>
                  <a:pt x="2120" y="5168"/>
                  <a:pt x="2120" y="6454"/>
                </a:cubicBezTo>
                <a:cubicBezTo>
                  <a:pt x="2120" y="7764"/>
                  <a:pt x="3191" y="8823"/>
                  <a:pt x="4477" y="8823"/>
                </a:cubicBezTo>
                <a:cubicBezTo>
                  <a:pt x="5787" y="8823"/>
                  <a:pt x="6847" y="7752"/>
                  <a:pt x="6847" y="6454"/>
                </a:cubicBezTo>
                <a:cubicBezTo>
                  <a:pt x="6847" y="5883"/>
                  <a:pt x="6644" y="5323"/>
                  <a:pt x="6263" y="4894"/>
                </a:cubicBezTo>
                <a:lnTo>
                  <a:pt x="6763" y="4406"/>
                </a:lnTo>
                <a:cubicBezTo>
                  <a:pt x="7263" y="4966"/>
                  <a:pt x="7549" y="5704"/>
                  <a:pt x="7549" y="6454"/>
                </a:cubicBezTo>
                <a:cubicBezTo>
                  <a:pt x="7549" y="8157"/>
                  <a:pt x="6168" y="9538"/>
                  <a:pt x="4465" y="9538"/>
                </a:cubicBezTo>
                <a:cubicBezTo>
                  <a:pt x="2775" y="9538"/>
                  <a:pt x="1382" y="8157"/>
                  <a:pt x="1382" y="6454"/>
                </a:cubicBezTo>
                <a:cubicBezTo>
                  <a:pt x="1382" y="4763"/>
                  <a:pt x="2775" y="3382"/>
                  <a:pt x="4465" y="3382"/>
                </a:cubicBezTo>
                <a:cubicBezTo>
                  <a:pt x="5061" y="3382"/>
                  <a:pt x="5632" y="3537"/>
                  <a:pt x="6132" y="3870"/>
                </a:cubicBezTo>
                <a:cubicBezTo>
                  <a:pt x="6157" y="3887"/>
                  <a:pt x="6187" y="3895"/>
                  <a:pt x="6217" y="3895"/>
                </a:cubicBezTo>
                <a:cubicBezTo>
                  <a:pt x="6272" y="3895"/>
                  <a:pt x="6328" y="3869"/>
                  <a:pt x="6358" y="3823"/>
                </a:cubicBezTo>
                <a:cubicBezTo>
                  <a:pt x="6406" y="3751"/>
                  <a:pt x="6382" y="3644"/>
                  <a:pt x="6311" y="3597"/>
                </a:cubicBezTo>
                <a:cubicBezTo>
                  <a:pt x="5763" y="3239"/>
                  <a:pt x="5132" y="3061"/>
                  <a:pt x="4477" y="3061"/>
                </a:cubicBezTo>
                <a:cubicBezTo>
                  <a:pt x="2608" y="3061"/>
                  <a:pt x="1084" y="4585"/>
                  <a:pt x="1084" y="6454"/>
                </a:cubicBezTo>
                <a:cubicBezTo>
                  <a:pt x="1084" y="8335"/>
                  <a:pt x="2608" y="9847"/>
                  <a:pt x="4477" y="9847"/>
                </a:cubicBezTo>
                <a:cubicBezTo>
                  <a:pt x="6358" y="9847"/>
                  <a:pt x="7870" y="8335"/>
                  <a:pt x="7870" y="6454"/>
                </a:cubicBezTo>
                <a:cubicBezTo>
                  <a:pt x="7870" y="5609"/>
                  <a:pt x="7561" y="4811"/>
                  <a:pt x="7001" y="4168"/>
                </a:cubicBezTo>
                <a:lnTo>
                  <a:pt x="7489" y="3680"/>
                </a:lnTo>
                <a:cubicBezTo>
                  <a:pt x="8120" y="4418"/>
                  <a:pt x="8537" y="5394"/>
                  <a:pt x="8537" y="6478"/>
                </a:cubicBezTo>
                <a:cubicBezTo>
                  <a:pt x="8537" y="8740"/>
                  <a:pt x="6692" y="10562"/>
                  <a:pt x="4441" y="10562"/>
                </a:cubicBezTo>
                <a:cubicBezTo>
                  <a:pt x="2191" y="10562"/>
                  <a:pt x="346" y="8716"/>
                  <a:pt x="346" y="6478"/>
                </a:cubicBezTo>
                <a:cubicBezTo>
                  <a:pt x="346" y="4228"/>
                  <a:pt x="2191" y="2382"/>
                  <a:pt x="4441" y="2382"/>
                </a:cubicBezTo>
                <a:close/>
                <a:moveTo>
                  <a:pt x="9701" y="1"/>
                </a:moveTo>
                <a:cubicBezTo>
                  <a:pt x="9659" y="1"/>
                  <a:pt x="9617" y="17"/>
                  <a:pt x="9585" y="49"/>
                </a:cubicBezTo>
                <a:lnTo>
                  <a:pt x="7894" y="1739"/>
                </a:lnTo>
                <a:cubicBezTo>
                  <a:pt x="7859" y="1775"/>
                  <a:pt x="7847" y="1811"/>
                  <a:pt x="7847" y="1858"/>
                </a:cubicBezTo>
                <a:lnTo>
                  <a:pt x="7847" y="2811"/>
                </a:lnTo>
                <a:lnTo>
                  <a:pt x="7430" y="3228"/>
                </a:lnTo>
                <a:cubicBezTo>
                  <a:pt x="6644" y="2501"/>
                  <a:pt x="5584" y="2037"/>
                  <a:pt x="4430" y="2037"/>
                </a:cubicBezTo>
                <a:cubicBezTo>
                  <a:pt x="1989" y="2037"/>
                  <a:pt x="0" y="4013"/>
                  <a:pt x="0" y="6454"/>
                </a:cubicBezTo>
                <a:cubicBezTo>
                  <a:pt x="0" y="8895"/>
                  <a:pt x="1989" y="10883"/>
                  <a:pt x="4430" y="10883"/>
                </a:cubicBezTo>
                <a:cubicBezTo>
                  <a:pt x="6870" y="10883"/>
                  <a:pt x="8847" y="8895"/>
                  <a:pt x="8847" y="6454"/>
                </a:cubicBezTo>
                <a:cubicBezTo>
                  <a:pt x="8847" y="5299"/>
                  <a:pt x="8394" y="4240"/>
                  <a:pt x="7656" y="3454"/>
                </a:cubicBezTo>
                <a:lnTo>
                  <a:pt x="8073" y="3037"/>
                </a:lnTo>
                <a:lnTo>
                  <a:pt x="9025" y="3037"/>
                </a:lnTo>
                <a:cubicBezTo>
                  <a:pt x="9073" y="3037"/>
                  <a:pt x="9109" y="3013"/>
                  <a:pt x="9144" y="2989"/>
                </a:cubicBezTo>
                <a:lnTo>
                  <a:pt x="10835" y="1299"/>
                </a:lnTo>
                <a:cubicBezTo>
                  <a:pt x="10895" y="1251"/>
                  <a:pt x="10918" y="1192"/>
                  <a:pt x="10883" y="1132"/>
                </a:cubicBezTo>
                <a:cubicBezTo>
                  <a:pt x="10859" y="1072"/>
                  <a:pt x="10799" y="1025"/>
                  <a:pt x="10740" y="1025"/>
                </a:cubicBezTo>
                <a:lnTo>
                  <a:pt x="9871" y="1025"/>
                </a:lnTo>
                <a:lnTo>
                  <a:pt x="9871" y="168"/>
                </a:lnTo>
                <a:cubicBezTo>
                  <a:pt x="9871" y="108"/>
                  <a:pt x="9823" y="49"/>
                  <a:pt x="9764" y="13"/>
                </a:cubicBezTo>
                <a:cubicBezTo>
                  <a:pt x="9744" y="5"/>
                  <a:pt x="9723" y="1"/>
                  <a:pt x="9701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" name="Google Shape;13747;p81"/>
          <p:cNvGrpSpPr>
            <a:grpSpLocks noChangeAspect="1"/>
          </p:cNvGrpSpPr>
          <p:nvPr/>
        </p:nvGrpSpPr>
        <p:grpSpPr>
          <a:xfrm>
            <a:off x="279896" y="3162856"/>
            <a:ext cx="216342" cy="263170"/>
            <a:chOff x="1768821" y="3361108"/>
            <a:chExt cx="278739" cy="339073"/>
          </a:xfrm>
          <a:solidFill>
            <a:schemeClr val="tx2"/>
          </a:solidFill>
        </p:grpSpPr>
        <p:sp>
          <p:nvSpPr>
            <p:cNvPr id="19" name="Google Shape;13748;p81"/>
            <p:cNvSpPr/>
            <p:nvPr/>
          </p:nvSpPr>
          <p:spPr>
            <a:xfrm>
              <a:off x="1784374" y="3549744"/>
              <a:ext cx="32218" cy="21564"/>
            </a:xfrm>
            <a:custGeom>
              <a:avLst/>
              <a:gdLst/>
              <a:ahLst/>
              <a:cxnLst/>
              <a:rect l="l" t="t" r="r" b="b"/>
              <a:pathLst>
                <a:path w="1013" h="678" extrusionOk="0">
                  <a:moveTo>
                    <a:pt x="830" y="1"/>
                  </a:moveTo>
                  <a:cubicBezTo>
                    <a:pt x="804" y="1"/>
                    <a:pt x="776" y="8"/>
                    <a:pt x="750" y="23"/>
                  </a:cubicBezTo>
                  <a:lnTo>
                    <a:pt x="143" y="380"/>
                  </a:lnTo>
                  <a:cubicBezTo>
                    <a:pt x="0" y="451"/>
                    <a:pt x="48" y="677"/>
                    <a:pt x="214" y="677"/>
                  </a:cubicBezTo>
                  <a:cubicBezTo>
                    <a:pt x="238" y="677"/>
                    <a:pt x="274" y="677"/>
                    <a:pt x="286" y="665"/>
                  </a:cubicBezTo>
                  <a:lnTo>
                    <a:pt x="893" y="308"/>
                  </a:lnTo>
                  <a:cubicBezTo>
                    <a:pt x="1000" y="261"/>
                    <a:pt x="1012" y="154"/>
                    <a:pt x="976" y="82"/>
                  </a:cubicBezTo>
                  <a:cubicBezTo>
                    <a:pt x="944" y="33"/>
                    <a:pt x="889" y="1"/>
                    <a:pt x="83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13749;p81"/>
            <p:cNvSpPr/>
            <p:nvPr/>
          </p:nvSpPr>
          <p:spPr>
            <a:xfrm>
              <a:off x="1998326" y="3551652"/>
              <a:ext cx="32218" cy="21532"/>
            </a:xfrm>
            <a:custGeom>
              <a:avLst/>
              <a:gdLst/>
              <a:ahLst/>
              <a:cxnLst/>
              <a:rect l="l" t="t" r="r" b="b"/>
              <a:pathLst>
                <a:path w="1013" h="677" extrusionOk="0">
                  <a:moveTo>
                    <a:pt x="199" y="0"/>
                  </a:moveTo>
                  <a:cubicBezTo>
                    <a:pt x="141" y="0"/>
                    <a:pt x="80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cubicBezTo>
                    <a:pt x="726" y="665"/>
                    <a:pt x="714" y="677"/>
                    <a:pt x="810" y="677"/>
                  </a:cubicBezTo>
                  <a:cubicBezTo>
                    <a:pt x="953" y="677"/>
                    <a:pt x="1012" y="451"/>
                    <a:pt x="881" y="379"/>
                  </a:cubicBezTo>
                  <a:lnTo>
                    <a:pt x="274" y="22"/>
                  </a:lnTo>
                  <a:cubicBezTo>
                    <a:pt x="251" y="7"/>
                    <a:pt x="226" y="0"/>
                    <a:pt x="19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13750;p81"/>
            <p:cNvSpPr/>
            <p:nvPr/>
          </p:nvSpPr>
          <p:spPr>
            <a:xfrm>
              <a:off x="1826007" y="3466383"/>
              <a:ext cx="142041" cy="233799"/>
            </a:xfrm>
            <a:custGeom>
              <a:avLst/>
              <a:gdLst/>
              <a:ahLst/>
              <a:cxnLst/>
              <a:rect l="l" t="t" r="r" b="b"/>
              <a:pathLst>
                <a:path w="4466" h="7351" extrusionOk="0">
                  <a:moveTo>
                    <a:pt x="1715" y="346"/>
                  </a:moveTo>
                  <a:cubicBezTo>
                    <a:pt x="1882" y="346"/>
                    <a:pt x="2013" y="489"/>
                    <a:pt x="2013" y="643"/>
                  </a:cubicBezTo>
                  <a:lnTo>
                    <a:pt x="2013" y="941"/>
                  </a:lnTo>
                  <a:lnTo>
                    <a:pt x="1668" y="941"/>
                  </a:lnTo>
                  <a:cubicBezTo>
                    <a:pt x="1501" y="941"/>
                    <a:pt x="1370" y="810"/>
                    <a:pt x="1370" y="643"/>
                  </a:cubicBezTo>
                  <a:cubicBezTo>
                    <a:pt x="1370" y="489"/>
                    <a:pt x="1501" y="346"/>
                    <a:pt x="1668" y="346"/>
                  </a:cubicBezTo>
                  <a:close/>
                  <a:moveTo>
                    <a:pt x="3573" y="346"/>
                  </a:moveTo>
                  <a:cubicBezTo>
                    <a:pt x="3739" y="346"/>
                    <a:pt x="3870" y="489"/>
                    <a:pt x="3870" y="643"/>
                  </a:cubicBezTo>
                  <a:cubicBezTo>
                    <a:pt x="3870" y="810"/>
                    <a:pt x="3739" y="941"/>
                    <a:pt x="3573" y="941"/>
                  </a:cubicBezTo>
                  <a:lnTo>
                    <a:pt x="3239" y="941"/>
                  </a:lnTo>
                  <a:lnTo>
                    <a:pt x="3239" y="643"/>
                  </a:lnTo>
                  <a:cubicBezTo>
                    <a:pt x="3239" y="489"/>
                    <a:pt x="3370" y="346"/>
                    <a:pt x="3537" y="346"/>
                  </a:cubicBezTo>
                  <a:close/>
                  <a:moveTo>
                    <a:pt x="3727" y="4370"/>
                  </a:moveTo>
                  <a:lnTo>
                    <a:pt x="3727" y="5049"/>
                  </a:lnTo>
                  <a:lnTo>
                    <a:pt x="1513" y="5049"/>
                  </a:lnTo>
                  <a:lnTo>
                    <a:pt x="1513" y="4370"/>
                  </a:lnTo>
                  <a:close/>
                  <a:moveTo>
                    <a:pt x="3739" y="5370"/>
                  </a:moveTo>
                  <a:lnTo>
                    <a:pt x="3739" y="5799"/>
                  </a:lnTo>
                  <a:lnTo>
                    <a:pt x="3727" y="5799"/>
                  </a:lnTo>
                  <a:cubicBezTo>
                    <a:pt x="3727" y="5930"/>
                    <a:pt x="3620" y="6037"/>
                    <a:pt x="3489" y="6037"/>
                  </a:cubicBezTo>
                  <a:lnTo>
                    <a:pt x="1763" y="6037"/>
                  </a:lnTo>
                  <a:cubicBezTo>
                    <a:pt x="1620" y="6037"/>
                    <a:pt x="1525" y="5930"/>
                    <a:pt x="1525" y="5799"/>
                  </a:cubicBezTo>
                  <a:lnTo>
                    <a:pt x="1525" y="5370"/>
                  </a:lnTo>
                  <a:close/>
                  <a:moveTo>
                    <a:pt x="1656" y="0"/>
                  </a:moveTo>
                  <a:cubicBezTo>
                    <a:pt x="1310" y="0"/>
                    <a:pt x="1037" y="286"/>
                    <a:pt x="1037" y="631"/>
                  </a:cubicBezTo>
                  <a:cubicBezTo>
                    <a:pt x="1037" y="977"/>
                    <a:pt x="1310" y="1262"/>
                    <a:pt x="1656" y="1262"/>
                  </a:cubicBezTo>
                  <a:lnTo>
                    <a:pt x="2001" y="1262"/>
                  </a:lnTo>
                  <a:lnTo>
                    <a:pt x="2001" y="2548"/>
                  </a:lnTo>
                  <a:cubicBezTo>
                    <a:pt x="2001" y="2644"/>
                    <a:pt x="2072" y="2715"/>
                    <a:pt x="2168" y="2715"/>
                  </a:cubicBezTo>
                  <a:cubicBezTo>
                    <a:pt x="2251" y="2715"/>
                    <a:pt x="2322" y="2644"/>
                    <a:pt x="2322" y="2548"/>
                  </a:cubicBezTo>
                  <a:lnTo>
                    <a:pt x="2322" y="1262"/>
                  </a:lnTo>
                  <a:lnTo>
                    <a:pt x="2906" y="1262"/>
                  </a:lnTo>
                  <a:lnTo>
                    <a:pt x="2906" y="4037"/>
                  </a:lnTo>
                  <a:lnTo>
                    <a:pt x="2322" y="4037"/>
                  </a:lnTo>
                  <a:lnTo>
                    <a:pt x="2322" y="3191"/>
                  </a:lnTo>
                  <a:cubicBezTo>
                    <a:pt x="2322" y="3108"/>
                    <a:pt x="2251" y="3025"/>
                    <a:pt x="2168" y="3025"/>
                  </a:cubicBezTo>
                  <a:cubicBezTo>
                    <a:pt x="2072" y="3025"/>
                    <a:pt x="2001" y="3108"/>
                    <a:pt x="2001" y="3191"/>
                  </a:cubicBezTo>
                  <a:lnTo>
                    <a:pt x="2001" y="4060"/>
                  </a:lnTo>
                  <a:lnTo>
                    <a:pt x="1513" y="4060"/>
                  </a:lnTo>
                  <a:cubicBezTo>
                    <a:pt x="1489" y="3596"/>
                    <a:pt x="1298" y="3167"/>
                    <a:pt x="941" y="2846"/>
                  </a:cubicBezTo>
                  <a:cubicBezTo>
                    <a:pt x="679" y="2608"/>
                    <a:pt x="465" y="2310"/>
                    <a:pt x="334" y="1989"/>
                  </a:cubicBezTo>
                  <a:cubicBezTo>
                    <a:pt x="305" y="1930"/>
                    <a:pt x="235" y="1887"/>
                    <a:pt x="165" y="1887"/>
                  </a:cubicBezTo>
                  <a:cubicBezTo>
                    <a:pt x="150" y="1887"/>
                    <a:pt x="135" y="1889"/>
                    <a:pt x="120" y="1893"/>
                  </a:cubicBezTo>
                  <a:cubicBezTo>
                    <a:pt x="48" y="1929"/>
                    <a:pt x="1" y="2036"/>
                    <a:pt x="36" y="2108"/>
                  </a:cubicBezTo>
                  <a:cubicBezTo>
                    <a:pt x="179" y="2477"/>
                    <a:pt x="417" y="2810"/>
                    <a:pt x="715" y="3084"/>
                  </a:cubicBezTo>
                  <a:cubicBezTo>
                    <a:pt x="1001" y="3358"/>
                    <a:pt x="1179" y="3727"/>
                    <a:pt x="1179" y="4120"/>
                  </a:cubicBezTo>
                  <a:lnTo>
                    <a:pt x="1179" y="5823"/>
                  </a:lnTo>
                  <a:cubicBezTo>
                    <a:pt x="1179" y="6096"/>
                    <a:pt x="1358" y="6311"/>
                    <a:pt x="1608" y="6382"/>
                  </a:cubicBezTo>
                  <a:cubicBezTo>
                    <a:pt x="1608" y="6513"/>
                    <a:pt x="1644" y="6644"/>
                    <a:pt x="1703" y="6775"/>
                  </a:cubicBezTo>
                  <a:cubicBezTo>
                    <a:pt x="1738" y="6837"/>
                    <a:pt x="1793" y="6872"/>
                    <a:pt x="1848" y="6872"/>
                  </a:cubicBezTo>
                  <a:cubicBezTo>
                    <a:pt x="1868" y="6872"/>
                    <a:pt x="1887" y="6868"/>
                    <a:pt x="1906" y="6858"/>
                  </a:cubicBezTo>
                  <a:cubicBezTo>
                    <a:pt x="1989" y="6811"/>
                    <a:pt x="2025" y="6715"/>
                    <a:pt x="1989" y="6644"/>
                  </a:cubicBezTo>
                  <a:cubicBezTo>
                    <a:pt x="1953" y="6573"/>
                    <a:pt x="1930" y="6477"/>
                    <a:pt x="1930" y="6394"/>
                  </a:cubicBezTo>
                  <a:lnTo>
                    <a:pt x="3263" y="6394"/>
                  </a:lnTo>
                  <a:cubicBezTo>
                    <a:pt x="3243" y="6759"/>
                    <a:pt x="2922" y="7025"/>
                    <a:pt x="2575" y="7025"/>
                  </a:cubicBezTo>
                  <a:cubicBezTo>
                    <a:pt x="2503" y="7025"/>
                    <a:pt x="2430" y="7014"/>
                    <a:pt x="2358" y="6989"/>
                  </a:cubicBezTo>
                  <a:cubicBezTo>
                    <a:pt x="2336" y="6981"/>
                    <a:pt x="2314" y="6977"/>
                    <a:pt x="2294" y="6977"/>
                  </a:cubicBezTo>
                  <a:cubicBezTo>
                    <a:pt x="2227" y="6977"/>
                    <a:pt x="2171" y="7018"/>
                    <a:pt x="2144" y="7073"/>
                  </a:cubicBezTo>
                  <a:cubicBezTo>
                    <a:pt x="2120" y="7168"/>
                    <a:pt x="2168" y="7251"/>
                    <a:pt x="2239" y="7287"/>
                  </a:cubicBezTo>
                  <a:cubicBezTo>
                    <a:pt x="2356" y="7330"/>
                    <a:pt x="2473" y="7350"/>
                    <a:pt x="2588" y="7350"/>
                  </a:cubicBezTo>
                  <a:cubicBezTo>
                    <a:pt x="3106" y="7350"/>
                    <a:pt x="3563" y="6940"/>
                    <a:pt x="3573" y="6394"/>
                  </a:cubicBezTo>
                  <a:cubicBezTo>
                    <a:pt x="3835" y="6334"/>
                    <a:pt x="4013" y="6108"/>
                    <a:pt x="4013" y="5846"/>
                  </a:cubicBezTo>
                  <a:lnTo>
                    <a:pt x="4013" y="4156"/>
                  </a:lnTo>
                  <a:cubicBezTo>
                    <a:pt x="4013" y="3798"/>
                    <a:pt x="4144" y="3465"/>
                    <a:pt x="4370" y="3203"/>
                  </a:cubicBezTo>
                  <a:cubicBezTo>
                    <a:pt x="4466" y="3108"/>
                    <a:pt x="4454" y="3001"/>
                    <a:pt x="4394" y="2941"/>
                  </a:cubicBezTo>
                  <a:cubicBezTo>
                    <a:pt x="4366" y="2913"/>
                    <a:pt x="4326" y="2898"/>
                    <a:pt x="4287" y="2898"/>
                  </a:cubicBezTo>
                  <a:cubicBezTo>
                    <a:pt x="4243" y="2898"/>
                    <a:pt x="4199" y="2916"/>
                    <a:pt x="4168" y="2953"/>
                  </a:cubicBezTo>
                  <a:cubicBezTo>
                    <a:pt x="3906" y="3251"/>
                    <a:pt x="3739" y="3644"/>
                    <a:pt x="3727" y="4060"/>
                  </a:cubicBezTo>
                  <a:lnTo>
                    <a:pt x="3239" y="4060"/>
                  </a:lnTo>
                  <a:lnTo>
                    <a:pt x="3239" y="1262"/>
                  </a:lnTo>
                  <a:lnTo>
                    <a:pt x="3573" y="1262"/>
                  </a:lnTo>
                  <a:cubicBezTo>
                    <a:pt x="3918" y="1262"/>
                    <a:pt x="4204" y="977"/>
                    <a:pt x="4204" y="631"/>
                  </a:cubicBezTo>
                  <a:cubicBezTo>
                    <a:pt x="4204" y="286"/>
                    <a:pt x="3918" y="0"/>
                    <a:pt x="3573" y="0"/>
                  </a:cubicBezTo>
                  <a:lnTo>
                    <a:pt x="3537" y="0"/>
                  </a:lnTo>
                  <a:cubicBezTo>
                    <a:pt x="3192" y="0"/>
                    <a:pt x="2906" y="286"/>
                    <a:pt x="2906" y="631"/>
                  </a:cubicBezTo>
                  <a:lnTo>
                    <a:pt x="2906" y="929"/>
                  </a:lnTo>
                  <a:lnTo>
                    <a:pt x="2322" y="929"/>
                  </a:lnTo>
                  <a:lnTo>
                    <a:pt x="2322" y="631"/>
                  </a:lnTo>
                  <a:cubicBezTo>
                    <a:pt x="2322" y="286"/>
                    <a:pt x="2049" y="0"/>
                    <a:pt x="1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13751;p81"/>
            <p:cNvSpPr/>
            <p:nvPr/>
          </p:nvSpPr>
          <p:spPr>
            <a:xfrm>
              <a:off x="1820345" y="3409706"/>
              <a:ext cx="177631" cy="144236"/>
            </a:xfrm>
            <a:custGeom>
              <a:avLst/>
              <a:gdLst/>
              <a:ahLst/>
              <a:cxnLst/>
              <a:rect l="l" t="t" r="r" b="b"/>
              <a:pathLst>
                <a:path w="5585" h="4535" extrusionOk="0">
                  <a:moveTo>
                    <a:pt x="2818" y="1"/>
                  </a:moveTo>
                  <a:cubicBezTo>
                    <a:pt x="1382" y="1"/>
                    <a:pt x="0" y="1113"/>
                    <a:pt x="0" y="2782"/>
                  </a:cubicBezTo>
                  <a:cubicBezTo>
                    <a:pt x="0" y="2937"/>
                    <a:pt x="24" y="3080"/>
                    <a:pt x="36" y="3223"/>
                  </a:cubicBezTo>
                  <a:cubicBezTo>
                    <a:pt x="47" y="3299"/>
                    <a:pt x="107" y="3355"/>
                    <a:pt x="190" y="3355"/>
                  </a:cubicBezTo>
                  <a:cubicBezTo>
                    <a:pt x="198" y="3355"/>
                    <a:pt x="206" y="3355"/>
                    <a:pt x="214" y="3354"/>
                  </a:cubicBezTo>
                  <a:cubicBezTo>
                    <a:pt x="298" y="3342"/>
                    <a:pt x="357" y="3259"/>
                    <a:pt x="345" y="3175"/>
                  </a:cubicBezTo>
                  <a:cubicBezTo>
                    <a:pt x="333" y="3044"/>
                    <a:pt x="310" y="2925"/>
                    <a:pt x="310" y="2782"/>
                  </a:cubicBezTo>
                  <a:cubicBezTo>
                    <a:pt x="310" y="1416"/>
                    <a:pt x="1429" y="318"/>
                    <a:pt x="2779" y="318"/>
                  </a:cubicBezTo>
                  <a:cubicBezTo>
                    <a:pt x="2793" y="318"/>
                    <a:pt x="2807" y="318"/>
                    <a:pt x="2822" y="318"/>
                  </a:cubicBezTo>
                  <a:cubicBezTo>
                    <a:pt x="4143" y="330"/>
                    <a:pt x="5227" y="1437"/>
                    <a:pt x="5239" y="2759"/>
                  </a:cubicBezTo>
                  <a:lnTo>
                    <a:pt x="5239" y="2782"/>
                  </a:lnTo>
                  <a:cubicBezTo>
                    <a:pt x="5239" y="3318"/>
                    <a:pt x="5060" y="3842"/>
                    <a:pt x="4751" y="4271"/>
                  </a:cubicBezTo>
                  <a:cubicBezTo>
                    <a:pt x="4691" y="4354"/>
                    <a:pt x="4703" y="4437"/>
                    <a:pt x="4775" y="4497"/>
                  </a:cubicBezTo>
                  <a:cubicBezTo>
                    <a:pt x="4809" y="4522"/>
                    <a:pt x="4844" y="4534"/>
                    <a:pt x="4877" y="4534"/>
                  </a:cubicBezTo>
                  <a:cubicBezTo>
                    <a:pt x="4923" y="4534"/>
                    <a:pt x="4966" y="4510"/>
                    <a:pt x="5001" y="4461"/>
                  </a:cubicBezTo>
                  <a:cubicBezTo>
                    <a:pt x="5370" y="3973"/>
                    <a:pt x="5572" y="3390"/>
                    <a:pt x="5572" y="2782"/>
                  </a:cubicBezTo>
                  <a:cubicBezTo>
                    <a:pt x="5584" y="2782"/>
                    <a:pt x="5584" y="2771"/>
                    <a:pt x="5584" y="2759"/>
                  </a:cubicBezTo>
                  <a:cubicBezTo>
                    <a:pt x="5572" y="2032"/>
                    <a:pt x="5286" y="1342"/>
                    <a:pt x="4763" y="818"/>
                  </a:cubicBezTo>
                  <a:cubicBezTo>
                    <a:pt x="4198" y="253"/>
                    <a:pt x="3502" y="1"/>
                    <a:pt x="281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13752;p81"/>
            <p:cNvSpPr/>
            <p:nvPr/>
          </p:nvSpPr>
          <p:spPr>
            <a:xfrm>
              <a:off x="1904406" y="3361108"/>
              <a:ext cx="10241" cy="32982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70"/>
                  </a:lnTo>
                  <a:cubicBezTo>
                    <a:pt x="0" y="965"/>
                    <a:pt x="72" y="1036"/>
                    <a:pt x="155" y="1036"/>
                  </a:cubicBezTo>
                  <a:cubicBezTo>
                    <a:pt x="250" y="1036"/>
                    <a:pt x="322" y="965"/>
                    <a:pt x="322" y="870"/>
                  </a:cubicBezTo>
                  <a:lnTo>
                    <a:pt x="322" y="167"/>
                  </a:lnTo>
                  <a:cubicBezTo>
                    <a:pt x="310" y="60"/>
                    <a:pt x="250" y="0"/>
                    <a:pt x="1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13753;p81"/>
            <p:cNvSpPr/>
            <p:nvPr/>
          </p:nvSpPr>
          <p:spPr>
            <a:xfrm>
              <a:off x="1836248" y="3378219"/>
              <a:ext cx="23504" cy="29865"/>
            </a:xfrm>
            <a:custGeom>
              <a:avLst/>
              <a:gdLst/>
              <a:ahLst/>
              <a:cxnLst/>
              <a:rect l="l" t="t" r="r" b="b"/>
              <a:pathLst>
                <a:path w="739" h="939" extrusionOk="0">
                  <a:moveTo>
                    <a:pt x="181" y="0"/>
                  </a:moveTo>
                  <a:cubicBezTo>
                    <a:pt x="154" y="0"/>
                    <a:pt x="125" y="7"/>
                    <a:pt x="95" y="22"/>
                  </a:cubicBezTo>
                  <a:cubicBezTo>
                    <a:pt x="24" y="70"/>
                    <a:pt x="0" y="165"/>
                    <a:pt x="36" y="248"/>
                  </a:cubicBezTo>
                  <a:lnTo>
                    <a:pt x="393" y="855"/>
                  </a:lnTo>
                  <a:cubicBezTo>
                    <a:pt x="429" y="903"/>
                    <a:pt x="488" y="939"/>
                    <a:pt x="536" y="939"/>
                  </a:cubicBezTo>
                  <a:cubicBezTo>
                    <a:pt x="667" y="939"/>
                    <a:pt x="738" y="796"/>
                    <a:pt x="679" y="701"/>
                  </a:cubicBezTo>
                  <a:lnTo>
                    <a:pt x="322" y="82"/>
                  </a:lnTo>
                  <a:cubicBezTo>
                    <a:pt x="289" y="33"/>
                    <a:pt x="239" y="0"/>
                    <a:pt x="18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13754;p81"/>
            <p:cNvSpPr/>
            <p:nvPr/>
          </p:nvSpPr>
          <p:spPr>
            <a:xfrm>
              <a:off x="1787014" y="3427072"/>
              <a:ext cx="31073" cy="21691"/>
            </a:xfrm>
            <a:custGeom>
              <a:avLst/>
              <a:gdLst/>
              <a:ahLst/>
              <a:cxnLst/>
              <a:rect l="l" t="t" r="r" b="b"/>
              <a:pathLst>
                <a:path w="977" h="682" extrusionOk="0">
                  <a:moveTo>
                    <a:pt x="187" y="0"/>
                  </a:moveTo>
                  <a:cubicBezTo>
                    <a:pt x="129" y="0"/>
                    <a:pt x="69" y="32"/>
                    <a:pt x="36" y="81"/>
                  </a:cubicBezTo>
                  <a:cubicBezTo>
                    <a:pt x="0" y="153"/>
                    <a:pt x="24" y="260"/>
                    <a:pt x="96" y="308"/>
                  </a:cubicBezTo>
                  <a:lnTo>
                    <a:pt x="715" y="665"/>
                  </a:lnTo>
                  <a:cubicBezTo>
                    <a:pt x="737" y="676"/>
                    <a:pt x="762" y="681"/>
                    <a:pt x="788" y="681"/>
                  </a:cubicBezTo>
                  <a:cubicBezTo>
                    <a:pt x="846" y="681"/>
                    <a:pt x="904" y="655"/>
                    <a:pt x="929" y="605"/>
                  </a:cubicBezTo>
                  <a:cubicBezTo>
                    <a:pt x="977" y="510"/>
                    <a:pt x="953" y="427"/>
                    <a:pt x="870" y="379"/>
                  </a:cubicBezTo>
                  <a:lnTo>
                    <a:pt x="262" y="22"/>
                  </a:lnTo>
                  <a:cubicBezTo>
                    <a:pt x="240" y="7"/>
                    <a:pt x="214" y="0"/>
                    <a:pt x="18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13755;p81"/>
            <p:cNvSpPr/>
            <p:nvPr/>
          </p:nvSpPr>
          <p:spPr>
            <a:xfrm>
              <a:off x="1768821" y="3494021"/>
              <a:ext cx="33363" cy="10623"/>
            </a:xfrm>
            <a:custGeom>
              <a:avLst/>
              <a:gdLst/>
              <a:ahLst/>
              <a:cxnLst/>
              <a:rect l="l" t="t" r="r" b="b"/>
              <a:pathLst>
                <a:path w="1049" h="334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82" y="334"/>
                  </a:lnTo>
                  <a:cubicBezTo>
                    <a:pt x="965" y="334"/>
                    <a:pt x="1049" y="251"/>
                    <a:pt x="1049" y="167"/>
                  </a:cubicBezTo>
                  <a:cubicBezTo>
                    <a:pt x="1049" y="72"/>
                    <a:pt x="965" y="1"/>
                    <a:pt x="88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13756;p81"/>
            <p:cNvSpPr/>
            <p:nvPr/>
          </p:nvSpPr>
          <p:spPr>
            <a:xfrm>
              <a:off x="2014610" y="3495930"/>
              <a:ext cx="32950" cy="10623"/>
            </a:xfrm>
            <a:custGeom>
              <a:avLst/>
              <a:gdLst/>
              <a:ahLst/>
              <a:cxnLst/>
              <a:rect l="l" t="t" r="r" b="b"/>
              <a:pathLst>
                <a:path w="1036" h="334" extrusionOk="0">
                  <a:moveTo>
                    <a:pt x="167" y="0"/>
                  </a:moveTo>
                  <a:cubicBezTo>
                    <a:pt x="71" y="0"/>
                    <a:pt x="0" y="71"/>
                    <a:pt x="0" y="167"/>
                  </a:cubicBezTo>
                  <a:cubicBezTo>
                    <a:pt x="0" y="250"/>
                    <a:pt x="71" y="333"/>
                    <a:pt x="167" y="333"/>
                  </a:cubicBezTo>
                  <a:lnTo>
                    <a:pt x="881" y="333"/>
                  </a:lnTo>
                  <a:cubicBezTo>
                    <a:pt x="964" y="333"/>
                    <a:pt x="1036" y="250"/>
                    <a:pt x="1036" y="167"/>
                  </a:cubicBezTo>
                  <a:cubicBezTo>
                    <a:pt x="1024" y="71"/>
                    <a:pt x="953" y="0"/>
                    <a:pt x="88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13757;p81"/>
            <p:cNvSpPr/>
            <p:nvPr/>
          </p:nvSpPr>
          <p:spPr>
            <a:xfrm>
              <a:off x="1999439" y="3428948"/>
              <a:ext cx="31105" cy="21882"/>
            </a:xfrm>
            <a:custGeom>
              <a:avLst/>
              <a:gdLst/>
              <a:ahLst/>
              <a:cxnLst/>
              <a:rect l="l" t="t" r="r" b="b"/>
              <a:pathLst>
                <a:path w="978" h="688" extrusionOk="0">
                  <a:moveTo>
                    <a:pt x="795" y="1"/>
                  </a:moveTo>
                  <a:cubicBezTo>
                    <a:pt x="769" y="1"/>
                    <a:pt x="741" y="8"/>
                    <a:pt x="715" y="22"/>
                  </a:cubicBezTo>
                  <a:lnTo>
                    <a:pt x="108" y="380"/>
                  </a:lnTo>
                  <a:cubicBezTo>
                    <a:pt x="25" y="427"/>
                    <a:pt x="1" y="511"/>
                    <a:pt x="48" y="606"/>
                  </a:cubicBezTo>
                  <a:cubicBezTo>
                    <a:pt x="73" y="655"/>
                    <a:pt x="125" y="687"/>
                    <a:pt x="183" y="687"/>
                  </a:cubicBezTo>
                  <a:cubicBezTo>
                    <a:pt x="209" y="687"/>
                    <a:pt x="237" y="680"/>
                    <a:pt x="263" y="665"/>
                  </a:cubicBezTo>
                  <a:lnTo>
                    <a:pt x="882" y="308"/>
                  </a:lnTo>
                  <a:cubicBezTo>
                    <a:pt x="953" y="249"/>
                    <a:pt x="977" y="153"/>
                    <a:pt x="941" y="82"/>
                  </a:cubicBezTo>
                  <a:cubicBezTo>
                    <a:pt x="909" y="33"/>
                    <a:pt x="854" y="1"/>
                    <a:pt x="79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13758;p81"/>
            <p:cNvSpPr/>
            <p:nvPr/>
          </p:nvSpPr>
          <p:spPr>
            <a:xfrm>
              <a:off x="1958156" y="3379269"/>
              <a:ext cx="23917" cy="29579"/>
            </a:xfrm>
            <a:custGeom>
              <a:avLst/>
              <a:gdLst/>
              <a:ahLst/>
              <a:cxnLst/>
              <a:rect l="l" t="t" r="r" b="b"/>
              <a:pathLst>
                <a:path w="752" h="930" extrusionOk="0">
                  <a:moveTo>
                    <a:pt x="562" y="0"/>
                  </a:moveTo>
                  <a:cubicBezTo>
                    <a:pt x="506" y="0"/>
                    <a:pt x="449" y="30"/>
                    <a:pt x="418" y="84"/>
                  </a:cubicBezTo>
                  <a:lnTo>
                    <a:pt x="61" y="691"/>
                  </a:lnTo>
                  <a:cubicBezTo>
                    <a:pt x="1" y="799"/>
                    <a:pt x="72" y="930"/>
                    <a:pt x="191" y="930"/>
                  </a:cubicBezTo>
                  <a:cubicBezTo>
                    <a:pt x="251" y="930"/>
                    <a:pt x="299" y="894"/>
                    <a:pt x="334" y="858"/>
                  </a:cubicBezTo>
                  <a:lnTo>
                    <a:pt x="692" y="239"/>
                  </a:lnTo>
                  <a:cubicBezTo>
                    <a:pt x="751" y="168"/>
                    <a:pt x="715" y="72"/>
                    <a:pt x="644" y="25"/>
                  </a:cubicBezTo>
                  <a:cubicBezTo>
                    <a:pt x="619" y="8"/>
                    <a:pt x="591" y="0"/>
                    <a:pt x="5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" name="Google Shape;11032;p77"/>
          <p:cNvGrpSpPr>
            <a:grpSpLocks noChangeAspect="1"/>
          </p:cNvGrpSpPr>
          <p:nvPr/>
        </p:nvGrpSpPr>
        <p:grpSpPr>
          <a:xfrm>
            <a:off x="287212" y="1635154"/>
            <a:ext cx="237772" cy="211161"/>
            <a:chOff x="3584280" y="3699191"/>
            <a:chExt cx="358069" cy="317995"/>
          </a:xfrm>
          <a:solidFill>
            <a:schemeClr val="tx2"/>
          </a:solidFill>
        </p:grpSpPr>
        <p:sp>
          <p:nvSpPr>
            <p:cNvPr id="36" name="Google Shape;11033;p77"/>
            <p:cNvSpPr/>
            <p:nvPr/>
          </p:nvSpPr>
          <p:spPr>
            <a:xfrm>
              <a:off x="3584280" y="3699191"/>
              <a:ext cx="358069" cy="317995"/>
            </a:xfrm>
            <a:custGeom>
              <a:avLst/>
              <a:gdLst/>
              <a:ahLst/>
              <a:cxnLst/>
              <a:rect l="l" t="t" r="r" b="b"/>
              <a:pathLst>
                <a:path w="11276" h="10014" extrusionOk="0">
                  <a:moveTo>
                    <a:pt x="5644" y="1"/>
                  </a:moveTo>
                  <a:cubicBezTo>
                    <a:pt x="5203" y="1"/>
                    <a:pt x="4810" y="227"/>
                    <a:pt x="4596" y="620"/>
                  </a:cubicBezTo>
                  <a:lnTo>
                    <a:pt x="822" y="7168"/>
                  </a:lnTo>
                  <a:cubicBezTo>
                    <a:pt x="774" y="7240"/>
                    <a:pt x="798" y="7347"/>
                    <a:pt x="881" y="7395"/>
                  </a:cubicBezTo>
                  <a:cubicBezTo>
                    <a:pt x="903" y="7406"/>
                    <a:pt x="929" y="7411"/>
                    <a:pt x="955" y="7411"/>
                  </a:cubicBezTo>
                  <a:cubicBezTo>
                    <a:pt x="1012" y="7411"/>
                    <a:pt x="1071" y="7384"/>
                    <a:pt x="1096" y="7335"/>
                  </a:cubicBezTo>
                  <a:lnTo>
                    <a:pt x="4882" y="787"/>
                  </a:lnTo>
                  <a:cubicBezTo>
                    <a:pt x="5049" y="513"/>
                    <a:pt x="5322" y="346"/>
                    <a:pt x="5644" y="346"/>
                  </a:cubicBezTo>
                  <a:cubicBezTo>
                    <a:pt x="5953" y="346"/>
                    <a:pt x="6239" y="513"/>
                    <a:pt x="6394" y="787"/>
                  </a:cubicBezTo>
                  <a:lnTo>
                    <a:pt x="10775" y="8359"/>
                  </a:lnTo>
                  <a:cubicBezTo>
                    <a:pt x="10942" y="8621"/>
                    <a:pt x="10942" y="8954"/>
                    <a:pt x="10775" y="9240"/>
                  </a:cubicBezTo>
                  <a:cubicBezTo>
                    <a:pt x="10609" y="9502"/>
                    <a:pt x="10323" y="9669"/>
                    <a:pt x="10013" y="9669"/>
                  </a:cubicBezTo>
                  <a:lnTo>
                    <a:pt x="1262" y="9669"/>
                  </a:lnTo>
                  <a:cubicBezTo>
                    <a:pt x="953" y="9669"/>
                    <a:pt x="667" y="9502"/>
                    <a:pt x="500" y="9240"/>
                  </a:cubicBezTo>
                  <a:cubicBezTo>
                    <a:pt x="346" y="8966"/>
                    <a:pt x="346" y="8645"/>
                    <a:pt x="500" y="8359"/>
                  </a:cubicBezTo>
                  <a:lnTo>
                    <a:pt x="774" y="7895"/>
                  </a:lnTo>
                  <a:cubicBezTo>
                    <a:pt x="822" y="7823"/>
                    <a:pt x="786" y="7716"/>
                    <a:pt x="715" y="7668"/>
                  </a:cubicBezTo>
                  <a:cubicBezTo>
                    <a:pt x="693" y="7657"/>
                    <a:pt x="667" y="7652"/>
                    <a:pt x="641" y="7652"/>
                  </a:cubicBezTo>
                  <a:cubicBezTo>
                    <a:pt x="583" y="7652"/>
                    <a:pt x="521" y="7679"/>
                    <a:pt x="488" y="7728"/>
                  </a:cubicBezTo>
                  <a:lnTo>
                    <a:pt x="227" y="8192"/>
                  </a:lnTo>
                  <a:cubicBezTo>
                    <a:pt x="0" y="8561"/>
                    <a:pt x="0" y="9026"/>
                    <a:pt x="227" y="9395"/>
                  </a:cubicBezTo>
                  <a:cubicBezTo>
                    <a:pt x="441" y="9776"/>
                    <a:pt x="834" y="10014"/>
                    <a:pt x="1262" y="10014"/>
                  </a:cubicBezTo>
                  <a:lnTo>
                    <a:pt x="10013" y="10014"/>
                  </a:lnTo>
                  <a:cubicBezTo>
                    <a:pt x="10442" y="10014"/>
                    <a:pt x="10847" y="9788"/>
                    <a:pt x="11061" y="9395"/>
                  </a:cubicBezTo>
                  <a:cubicBezTo>
                    <a:pt x="11276" y="9026"/>
                    <a:pt x="11276" y="8585"/>
                    <a:pt x="11061" y="8192"/>
                  </a:cubicBezTo>
                  <a:lnTo>
                    <a:pt x="6680" y="620"/>
                  </a:lnTo>
                  <a:cubicBezTo>
                    <a:pt x="6453" y="251"/>
                    <a:pt x="6072" y="1"/>
                    <a:pt x="56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11034;p77"/>
            <p:cNvSpPr/>
            <p:nvPr/>
          </p:nvSpPr>
          <p:spPr>
            <a:xfrm>
              <a:off x="3613400" y="3727167"/>
              <a:ext cx="299831" cy="261661"/>
            </a:xfrm>
            <a:custGeom>
              <a:avLst/>
              <a:gdLst/>
              <a:ahLst/>
              <a:cxnLst/>
              <a:rect l="l" t="t" r="r" b="b"/>
              <a:pathLst>
                <a:path w="9442" h="8240" extrusionOk="0">
                  <a:moveTo>
                    <a:pt x="4727" y="358"/>
                  </a:moveTo>
                  <a:lnTo>
                    <a:pt x="9085" y="7907"/>
                  </a:lnTo>
                  <a:lnTo>
                    <a:pt x="381" y="7907"/>
                  </a:lnTo>
                  <a:lnTo>
                    <a:pt x="4727" y="358"/>
                  </a:lnTo>
                  <a:close/>
                  <a:moveTo>
                    <a:pt x="4727" y="1"/>
                  </a:moveTo>
                  <a:cubicBezTo>
                    <a:pt x="4608" y="1"/>
                    <a:pt x="4501" y="60"/>
                    <a:pt x="4441" y="168"/>
                  </a:cubicBezTo>
                  <a:lnTo>
                    <a:pt x="60" y="7740"/>
                  </a:lnTo>
                  <a:cubicBezTo>
                    <a:pt x="0" y="7847"/>
                    <a:pt x="0" y="7966"/>
                    <a:pt x="60" y="8073"/>
                  </a:cubicBezTo>
                  <a:cubicBezTo>
                    <a:pt x="119" y="8192"/>
                    <a:pt x="226" y="8240"/>
                    <a:pt x="345" y="8240"/>
                  </a:cubicBezTo>
                  <a:lnTo>
                    <a:pt x="9096" y="8240"/>
                  </a:lnTo>
                  <a:cubicBezTo>
                    <a:pt x="9216" y="8240"/>
                    <a:pt x="9323" y="8180"/>
                    <a:pt x="9382" y="8073"/>
                  </a:cubicBezTo>
                  <a:cubicBezTo>
                    <a:pt x="9442" y="7966"/>
                    <a:pt x="9442" y="7847"/>
                    <a:pt x="9382" y="7740"/>
                  </a:cubicBezTo>
                  <a:lnTo>
                    <a:pt x="5001" y="168"/>
                  </a:lnTo>
                  <a:cubicBezTo>
                    <a:pt x="4941" y="60"/>
                    <a:pt x="4846" y="1"/>
                    <a:pt x="472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11035;p77"/>
            <p:cNvSpPr/>
            <p:nvPr/>
          </p:nvSpPr>
          <p:spPr>
            <a:xfrm>
              <a:off x="3735879" y="3910171"/>
              <a:ext cx="54873" cy="54841"/>
            </a:xfrm>
            <a:custGeom>
              <a:avLst/>
              <a:gdLst/>
              <a:ahLst/>
              <a:cxnLst/>
              <a:rect l="l" t="t" r="r" b="b"/>
              <a:pathLst>
                <a:path w="1728" h="1727" extrusionOk="0">
                  <a:moveTo>
                    <a:pt x="870" y="322"/>
                  </a:moveTo>
                  <a:cubicBezTo>
                    <a:pt x="1168" y="322"/>
                    <a:pt x="1406" y="572"/>
                    <a:pt x="1406" y="870"/>
                  </a:cubicBezTo>
                  <a:cubicBezTo>
                    <a:pt x="1406" y="1167"/>
                    <a:pt x="1168" y="1405"/>
                    <a:pt x="870" y="1405"/>
                  </a:cubicBezTo>
                  <a:cubicBezTo>
                    <a:pt x="572" y="1405"/>
                    <a:pt x="334" y="1167"/>
                    <a:pt x="334" y="870"/>
                  </a:cubicBezTo>
                  <a:cubicBezTo>
                    <a:pt x="334" y="572"/>
                    <a:pt x="572" y="322"/>
                    <a:pt x="870" y="322"/>
                  </a:cubicBezTo>
                  <a:close/>
                  <a:moveTo>
                    <a:pt x="870" y="0"/>
                  </a:moveTo>
                  <a:cubicBezTo>
                    <a:pt x="394" y="0"/>
                    <a:pt x="1" y="393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3"/>
                    <a:pt x="1346" y="0"/>
                    <a:pt x="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1036;p77"/>
            <p:cNvSpPr/>
            <p:nvPr/>
          </p:nvSpPr>
          <p:spPr>
            <a:xfrm>
              <a:off x="3738896" y="3788422"/>
              <a:ext cx="49188" cy="114604"/>
            </a:xfrm>
            <a:custGeom>
              <a:avLst/>
              <a:gdLst/>
              <a:ahLst/>
              <a:cxnLst/>
              <a:rect l="l" t="t" r="r" b="b"/>
              <a:pathLst>
                <a:path w="1549" h="3609" extrusionOk="0">
                  <a:moveTo>
                    <a:pt x="572" y="1"/>
                  </a:moveTo>
                  <a:cubicBezTo>
                    <a:pt x="263" y="1"/>
                    <a:pt x="1" y="251"/>
                    <a:pt x="1" y="572"/>
                  </a:cubicBezTo>
                  <a:lnTo>
                    <a:pt x="1" y="3037"/>
                  </a:lnTo>
                  <a:cubicBezTo>
                    <a:pt x="1" y="3346"/>
                    <a:pt x="263" y="3608"/>
                    <a:pt x="572" y="3608"/>
                  </a:cubicBezTo>
                  <a:lnTo>
                    <a:pt x="965" y="3608"/>
                  </a:lnTo>
                  <a:cubicBezTo>
                    <a:pt x="1275" y="3608"/>
                    <a:pt x="1549" y="3358"/>
                    <a:pt x="1549" y="3037"/>
                  </a:cubicBezTo>
                  <a:lnTo>
                    <a:pt x="1549" y="1560"/>
                  </a:lnTo>
                  <a:cubicBezTo>
                    <a:pt x="1549" y="1465"/>
                    <a:pt x="1465" y="1394"/>
                    <a:pt x="1382" y="1394"/>
                  </a:cubicBezTo>
                  <a:cubicBezTo>
                    <a:pt x="1287" y="1394"/>
                    <a:pt x="1215" y="1465"/>
                    <a:pt x="1215" y="1560"/>
                  </a:cubicBezTo>
                  <a:lnTo>
                    <a:pt x="1215" y="3037"/>
                  </a:lnTo>
                  <a:cubicBezTo>
                    <a:pt x="1215" y="3168"/>
                    <a:pt x="1108" y="3275"/>
                    <a:pt x="977" y="3275"/>
                  </a:cubicBezTo>
                  <a:lnTo>
                    <a:pt x="584" y="3275"/>
                  </a:lnTo>
                  <a:cubicBezTo>
                    <a:pt x="453" y="3275"/>
                    <a:pt x="346" y="3168"/>
                    <a:pt x="346" y="3037"/>
                  </a:cubicBezTo>
                  <a:lnTo>
                    <a:pt x="346" y="572"/>
                  </a:lnTo>
                  <a:cubicBezTo>
                    <a:pt x="346" y="441"/>
                    <a:pt x="453" y="334"/>
                    <a:pt x="584" y="334"/>
                  </a:cubicBezTo>
                  <a:lnTo>
                    <a:pt x="977" y="334"/>
                  </a:lnTo>
                  <a:cubicBezTo>
                    <a:pt x="1108" y="334"/>
                    <a:pt x="1215" y="441"/>
                    <a:pt x="1215" y="572"/>
                  </a:cubicBezTo>
                  <a:lnTo>
                    <a:pt x="1215" y="906"/>
                  </a:lnTo>
                  <a:cubicBezTo>
                    <a:pt x="1215" y="989"/>
                    <a:pt x="1287" y="1072"/>
                    <a:pt x="1382" y="1072"/>
                  </a:cubicBezTo>
                  <a:cubicBezTo>
                    <a:pt x="1465" y="1072"/>
                    <a:pt x="1549" y="989"/>
                    <a:pt x="1549" y="906"/>
                  </a:cubicBezTo>
                  <a:lnTo>
                    <a:pt x="1549" y="572"/>
                  </a:lnTo>
                  <a:cubicBezTo>
                    <a:pt x="1549" y="263"/>
                    <a:pt x="1287" y="1"/>
                    <a:pt x="9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5299336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Google Shape;1447;p35"/>
          <p:cNvSpPr txBox="1">
            <a:spLocks noGrp="1"/>
          </p:cNvSpPr>
          <p:nvPr>
            <p:ph type="title"/>
          </p:nvPr>
        </p:nvSpPr>
        <p:spPr>
          <a:xfrm>
            <a:off x="546175" y="15321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Роли пользователей системы</a:t>
            </a:r>
            <a:endParaRPr dirty="0"/>
          </a:p>
        </p:txBody>
      </p:sp>
      <p:sp>
        <p:nvSpPr>
          <p:cNvPr id="1448" name="Google Shape;1448;p35"/>
          <p:cNvSpPr txBox="1">
            <a:spLocks noGrp="1"/>
          </p:cNvSpPr>
          <p:nvPr>
            <p:ph type="body" idx="1"/>
          </p:nvPr>
        </p:nvSpPr>
        <p:spPr>
          <a:xfrm>
            <a:off x="546175" y="725915"/>
            <a:ext cx="8065200" cy="4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ru-RU" sz="1800" dirty="0"/>
              <a:t>Заинтересованные стороны. </a:t>
            </a:r>
            <a:r>
              <a:rPr lang="ru-RU" sz="1800" dirty="0" smtClean="0"/>
              <a:t>Кто </a:t>
            </a:r>
            <a:r>
              <a:rPr lang="ru-RU" sz="1800" dirty="0"/>
              <a:t>и как будет работать с </a:t>
            </a:r>
            <a:r>
              <a:rPr lang="ru-RU" sz="1800" dirty="0" smtClean="0"/>
              <a:t>приложением.</a:t>
            </a:r>
            <a:endParaRPr sz="1800" dirty="0"/>
          </a:p>
        </p:txBody>
      </p:sp>
      <p:graphicFrame>
        <p:nvGraphicFramePr>
          <p:cNvPr id="1449" name="Google Shape;1449;p35"/>
          <p:cNvGraphicFramePr/>
          <p:nvPr>
            <p:extLst>
              <p:ext uri="{D42A27DB-BD31-4B8C-83A1-F6EECF244321}">
                <p14:modId xmlns:p14="http://schemas.microsoft.com/office/powerpoint/2010/main" val="211665651"/>
              </p:ext>
            </p:extLst>
          </p:nvPr>
        </p:nvGraphicFramePr>
        <p:xfrm>
          <a:off x="546175" y="1390055"/>
          <a:ext cx="8101436" cy="4849050"/>
        </p:xfrm>
        <a:graphic>
          <a:graphicData uri="http://schemas.openxmlformats.org/drawingml/2006/table">
            <a:tbl>
              <a:tblPr>
                <a:noFill/>
                <a:tableStyleId>{B9B832DE-76B6-4B34-B3CA-37E8069A2435}</a:tableStyleId>
              </a:tblPr>
              <a:tblGrid>
                <a:gridCol w="1920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1248">
                  <a:extLst>
                    <a:ext uri="{9D8B030D-6E8A-4147-A177-3AD203B41FA5}">
                      <a16:colId xmlns:a16="http://schemas.microsoft.com/office/drawing/2014/main" val="1841156560"/>
                    </a:ext>
                  </a:extLst>
                </a:gridCol>
              </a:tblGrid>
              <a:tr h="636606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sng" dirty="0" err="1" smtClean="0">
                          <a:solidFill>
                            <a:schemeClr val="hlink"/>
                          </a:solidFill>
                          <a:latin typeface="+mn-lt"/>
                          <a:ea typeface="IBM Plex Mono"/>
                          <a:cs typeface="IBM Plex Mono"/>
                          <a:sym typeface="IBM Plex Mono"/>
                        </a:rPr>
                        <a:t>Актор</a:t>
                      </a:r>
                      <a:r>
                        <a:rPr lang="ru-RU" sz="1100" b="1" u="sng" dirty="0" smtClean="0">
                          <a:solidFill>
                            <a:schemeClr val="hlink"/>
                          </a:solidFill>
                          <a:latin typeface="+mn-lt"/>
                          <a:ea typeface="IBM Plex Mono"/>
                          <a:cs typeface="IBM Plex Mono"/>
                          <a:sym typeface="IBM Plex Mono"/>
                        </a:rPr>
                        <a:t> / Роль</a:t>
                      </a:r>
                      <a:endParaRPr sz="1100" b="1" u="sng" dirty="0">
                        <a:solidFill>
                          <a:schemeClr val="dk1"/>
                        </a:solidFill>
                        <a:latin typeface="+mn-lt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ru-RU" sz="1100" b="1" dirty="0" smtClean="0">
                          <a:solidFill>
                            <a:schemeClr val="dk1"/>
                          </a:solidFill>
                          <a:latin typeface="+mn-lt"/>
                          <a:ea typeface="Poppins"/>
                          <a:cs typeface="Poppins"/>
                          <a:sym typeface="Poppins"/>
                        </a:rPr>
                        <a:t>Описание</a:t>
                      </a:r>
                      <a:endParaRPr sz="1100" b="1" dirty="0">
                        <a:solidFill>
                          <a:schemeClr val="dk1"/>
                        </a:solidFill>
                        <a:latin typeface="+mn-lt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4037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sng" dirty="0" smtClean="0">
                          <a:solidFill>
                            <a:schemeClr val="dk1"/>
                          </a:solidFill>
                          <a:latin typeface="+mn-lt"/>
                          <a:ea typeface="IBM Plex Mono"/>
                          <a:cs typeface="IBM Plex Mono"/>
                          <a:sym typeface="IBM Plex Mono"/>
                        </a:rPr>
                        <a:t>Клиент очереди</a:t>
                      </a:r>
                      <a:endParaRPr sz="1100" b="1" u="sng" dirty="0">
                        <a:solidFill>
                          <a:schemeClr val="dk1"/>
                        </a:solidFill>
                        <a:latin typeface="+mn-lt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200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dirty="0" smtClean="0">
                          <a:solidFill>
                            <a:schemeClr val="dk1"/>
                          </a:solidFill>
                          <a:latin typeface="+mn-lt"/>
                          <a:ea typeface="Poppins"/>
                          <a:cs typeface="Poppins"/>
                          <a:sym typeface="Poppins"/>
                        </a:rPr>
                        <a:t>Основной потребитель услуги</a:t>
                      </a:r>
                      <a:endParaRPr sz="1100" dirty="0">
                        <a:solidFill>
                          <a:schemeClr val="dk1"/>
                        </a:solidFill>
                        <a:latin typeface="+mn-lt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6606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sng" dirty="0" smtClean="0">
                          <a:solidFill>
                            <a:schemeClr val="dk1"/>
                          </a:solidFill>
                          <a:latin typeface="+mn-lt"/>
                          <a:ea typeface="IBM Plex Mono"/>
                          <a:cs typeface="IBM Plex Mono"/>
                          <a:sym typeface="IBM Plex Mono"/>
                        </a:rPr>
                        <a:t>Исполнитель услуги</a:t>
                      </a:r>
                      <a:endParaRPr sz="1100" b="1" u="sng" dirty="0">
                        <a:solidFill>
                          <a:schemeClr val="dk1"/>
                        </a:solidFill>
                        <a:latin typeface="+mn-lt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200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ru-RU" sz="1100" b="0" i="0" u="none" strike="noStrike" cap="none" dirty="0" smtClean="0">
                          <a:solidFill>
                            <a:schemeClr val="dk1"/>
                          </a:solidFill>
                          <a:latin typeface="+mn-lt"/>
                          <a:ea typeface="Poppins"/>
                          <a:cs typeface="Poppins"/>
                          <a:sym typeface="Poppins"/>
                        </a:rPr>
                        <a:t>Работает только с вызванным клиентом. Видит всю очередь и информацию о текущем клиенте, подтверждает завершение обслуживания. Для получения следующего клиента должен подтвердить готовность к обслуживанию. В одной очереди их может быть несколько</a:t>
                      </a:r>
                      <a:endParaRPr sz="110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7838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sng" dirty="0" smtClean="0">
                          <a:solidFill>
                            <a:schemeClr val="dk1"/>
                          </a:solidFill>
                          <a:latin typeface="+mn-lt"/>
                          <a:ea typeface="IBM Plex Mono"/>
                          <a:cs typeface="IBM Plex Mono"/>
                          <a:sym typeface="IBM Plex Mono"/>
                        </a:rPr>
                        <a:t>Оператор</a:t>
                      </a:r>
                      <a:endParaRPr sz="1100" b="1" u="sng" dirty="0">
                        <a:solidFill>
                          <a:schemeClr val="dk1"/>
                        </a:solidFill>
                        <a:latin typeface="+mn-lt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200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ru-RU" sz="1100" b="0" i="0" u="none" strike="noStrike" cap="none" dirty="0" smtClean="0">
                          <a:solidFill>
                            <a:schemeClr val="dk1"/>
                          </a:solidFill>
                          <a:latin typeface="+mn-lt"/>
                          <a:ea typeface="Poppins"/>
                          <a:cs typeface="Poppins"/>
                          <a:sym typeface="Poppins"/>
                        </a:rPr>
                        <a:t>Управляет текущим состоянием существующей очереди, не обязательно обслуживает. Может вызывать к исполнителям, перемещать и удалять любого клиента в очереди. В одной очереди их может быть несколько</a:t>
                      </a:r>
                      <a:endParaRPr sz="110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2986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sng" dirty="0" smtClean="0">
                          <a:solidFill>
                            <a:schemeClr val="dk1"/>
                          </a:solidFill>
                          <a:latin typeface="+mn-lt"/>
                          <a:ea typeface="IBM Plex Mono"/>
                          <a:cs typeface="IBM Plex Mono"/>
                          <a:sym typeface="IBM Plex Mono"/>
                        </a:rPr>
                        <a:t>Администратор</a:t>
                      </a:r>
                      <a:endParaRPr sz="1100" b="1" u="sng" dirty="0">
                        <a:solidFill>
                          <a:schemeClr val="dk1"/>
                        </a:solidFill>
                        <a:latin typeface="+mn-lt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200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ru-RU" sz="1100" b="0" i="0" u="none" strike="noStrike" cap="none" dirty="0" smtClean="0">
                          <a:solidFill>
                            <a:schemeClr val="dk1"/>
                          </a:solidFill>
                          <a:latin typeface="+mn-lt"/>
                          <a:ea typeface="Poppins"/>
                          <a:cs typeface="Poppins"/>
                          <a:sym typeface="Poppins"/>
                        </a:rPr>
                        <a:t>Управляет конфигурацией очереди. Инициализирует новую очередь, настраивает её поведение, закрывает сессию очереди. Назначает Операторов и Исполнителей</a:t>
                      </a: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2986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sng" dirty="0" smtClean="0">
                          <a:solidFill>
                            <a:schemeClr val="dk1"/>
                          </a:solidFill>
                          <a:latin typeface="+mn-lt"/>
                          <a:ea typeface="IBM Plex Mono"/>
                          <a:cs typeface="IBM Plex Mono"/>
                          <a:sym typeface="IBM Plex Mono"/>
                        </a:rPr>
                        <a:t>Неавторизованный клиент</a:t>
                      </a:r>
                      <a:endParaRPr sz="1100" b="1" u="sng" dirty="0">
                        <a:solidFill>
                          <a:schemeClr val="dk1"/>
                        </a:solidFill>
                        <a:latin typeface="+mn-lt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200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ru-RU" sz="1100" b="0" i="0" u="none" strike="noStrike" cap="none" dirty="0" smtClean="0">
                          <a:solidFill>
                            <a:schemeClr val="dk1"/>
                          </a:solidFill>
                          <a:latin typeface="+mn-lt"/>
                          <a:ea typeface="Poppins"/>
                          <a:cs typeface="Poppins"/>
                          <a:sym typeface="Poppins"/>
                        </a:rPr>
                        <a:t>Клиент, который изъявил желание встать в очередь</a:t>
                      </a: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1218775"/>
                  </a:ext>
                </a:extLst>
              </a:tr>
              <a:tr h="644037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sng" dirty="0" smtClean="0">
                          <a:solidFill>
                            <a:schemeClr val="dk1"/>
                          </a:solidFill>
                          <a:latin typeface="+mn-lt"/>
                          <a:ea typeface="IBM Plex Mono"/>
                          <a:cs typeface="IBM Plex Mono"/>
                          <a:sym typeface="IBM Plex Mono"/>
                        </a:rPr>
                        <a:t>Наблюдатель очереди</a:t>
                      </a:r>
                      <a:endParaRPr sz="1100" b="1" u="sng" dirty="0">
                        <a:solidFill>
                          <a:schemeClr val="dk1"/>
                        </a:solidFill>
                        <a:latin typeface="+mn-lt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200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ru-RU" sz="1100" b="0" i="0" u="none" strike="noStrike" cap="none" dirty="0" smtClean="0">
                          <a:solidFill>
                            <a:schemeClr val="dk1"/>
                          </a:solidFill>
                          <a:latin typeface="+mn-lt"/>
                          <a:ea typeface="Poppins"/>
                          <a:cs typeface="Poppins"/>
                          <a:sym typeface="Poppins"/>
                        </a:rPr>
                        <a:t>Только чтение, не может менять данные и не имеет места в очереди</a:t>
                      </a:r>
                      <a:endParaRPr sz="110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4457107"/>
                  </a:ext>
                </a:extLst>
              </a:tr>
            </a:tbl>
          </a:graphicData>
        </a:graphic>
      </p:graphicFrame>
      <p:grpSp>
        <p:nvGrpSpPr>
          <p:cNvPr id="8" name="Google Shape;1422;p34"/>
          <p:cNvGrpSpPr/>
          <p:nvPr/>
        </p:nvGrpSpPr>
        <p:grpSpPr>
          <a:xfrm>
            <a:off x="546175" y="683285"/>
            <a:ext cx="3936683" cy="134070"/>
            <a:chOff x="1096850" y="3242811"/>
            <a:chExt cx="3936683" cy="134070"/>
          </a:xfrm>
        </p:grpSpPr>
        <p:cxnSp>
          <p:nvCxnSpPr>
            <p:cNvPr id="9" name="Google Shape;1423;p34"/>
            <p:cNvCxnSpPr/>
            <p:nvPr/>
          </p:nvCxnSpPr>
          <p:spPr>
            <a:xfrm>
              <a:off x="1096850" y="3309850"/>
              <a:ext cx="38406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" name="Google Shape;1424;p34"/>
            <p:cNvGrpSpPr/>
            <p:nvPr/>
          </p:nvGrpSpPr>
          <p:grpSpPr>
            <a:xfrm>
              <a:off x="4899464" y="3242811"/>
              <a:ext cx="134070" cy="134070"/>
              <a:chOff x="8382514" y="1084976"/>
              <a:chExt cx="265800" cy="265800"/>
            </a:xfrm>
          </p:grpSpPr>
          <p:sp>
            <p:nvSpPr>
              <p:cNvPr id="11" name="Google Shape;1425;p34"/>
              <p:cNvSpPr/>
              <p:nvPr/>
            </p:nvSpPr>
            <p:spPr>
              <a:xfrm>
                <a:off x="8442213" y="1144734"/>
                <a:ext cx="146400" cy="1464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1426;p34"/>
              <p:cNvSpPr/>
              <p:nvPr/>
            </p:nvSpPr>
            <p:spPr>
              <a:xfrm>
                <a:off x="8382514" y="1084976"/>
                <a:ext cx="265800" cy="2658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17267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Google Shape;1749;p44"/>
          <p:cNvSpPr txBox="1">
            <a:spLocks noGrp="1"/>
          </p:cNvSpPr>
          <p:nvPr>
            <p:ph type="subTitle" idx="1"/>
          </p:nvPr>
        </p:nvSpPr>
        <p:spPr>
          <a:xfrm>
            <a:off x="142330" y="1439320"/>
            <a:ext cx="7172869" cy="48877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 smtClean="0">
                <a:latin typeface="+mn-lt"/>
              </a:rPr>
              <a:t>Требования </a:t>
            </a:r>
            <a:r>
              <a:rPr lang="ru-RU" sz="2000" dirty="0">
                <a:latin typeface="+mn-lt"/>
              </a:rPr>
              <a:t>к работе с </a:t>
            </a:r>
            <a:r>
              <a:rPr lang="ru-RU" sz="2000" dirty="0" smtClean="0">
                <a:latin typeface="+mn-lt"/>
              </a:rPr>
              <a:t>клиентами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+mn-lt"/>
              </a:rPr>
              <a:t>Требования к работе с приоритетными </a:t>
            </a:r>
            <a:r>
              <a:rPr lang="ru-RU" sz="2000" dirty="0" smtClean="0">
                <a:latin typeface="+mn-lt"/>
              </a:rPr>
              <a:t>клиентами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+mn-lt"/>
              </a:rPr>
              <a:t>Требования к клиентскому </a:t>
            </a:r>
            <a:r>
              <a:rPr lang="ru-RU" sz="2000" dirty="0" smtClean="0">
                <a:latin typeface="+mn-lt"/>
              </a:rPr>
              <a:t>интерфейсу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+mn-lt"/>
              </a:rPr>
              <a:t>Требования к исполнителю </a:t>
            </a:r>
            <a:r>
              <a:rPr lang="ru-RU" sz="2000" dirty="0" smtClean="0">
                <a:latin typeface="+mn-lt"/>
              </a:rPr>
              <a:t>услуги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+mn-lt"/>
              </a:rPr>
              <a:t>Требования к </a:t>
            </a:r>
            <a:r>
              <a:rPr lang="ru-RU" sz="2000" dirty="0" smtClean="0">
                <a:latin typeface="+mn-lt"/>
              </a:rPr>
              <a:t>оператору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+mn-lt"/>
              </a:rPr>
              <a:t>Требования к администрированию </a:t>
            </a:r>
            <a:r>
              <a:rPr lang="ru-RU" sz="2000" dirty="0" smtClean="0">
                <a:latin typeface="+mn-lt"/>
              </a:rPr>
              <a:t>системы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+mn-lt"/>
              </a:rPr>
              <a:t>Требования к наблюдателю </a:t>
            </a:r>
            <a:r>
              <a:rPr lang="ru-RU" sz="2000" dirty="0" smtClean="0">
                <a:latin typeface="+mn-lt"/>
              </a:rPr>
              <a:t>очереди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+mn-lt"/>
              </a:rPr>
              <a:t>Требования к данным и истории </a:t>
            </a:r>
            <a:r>
              <a:rPr lang="ru-RU" sz="2000" dirty="0" smtClean="0">
                <a:latin typeface="+mn-lt"/>
              </a:rPr>
              <a:t>журнала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+mn-lt"/>
              </a:rPr>
              <a:t>Требования к </a:t>
            </a:r>
            <a:r>
              <a:rPr lang="ru-RU" sz="2000" dirty="0" smtClean="0">
                <a:latin typeface="+mn-lt"/>
              </a:rPr>
              <a:t>уведомлениям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+mn-lt"/>
              </a:rPr>
              <a:t>Требования к обработке </a:t>
            </a:r>
            <a:r>
              <a:rPr lang="ru-RU" sz="2000" dirty="0" smtClean="0">
                <a:latin typeface="+mn-lt"/>
              </a:rPr>
              <a:t>ошибок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+mn-lt"/>
              </a:rPr>
              <a:t>Требования к доступу к </a:t>
            </a:r>
            <a:r>
              <a:rPr lang="ru-RU" sz="2000" dirty="0" smtClean="0">
                <a:latin typeface="+mn-lt"/>
              </a:rPr>
              <a:t>системе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+mn-lt"/>
              </a:rPr>
              <a:t>Требования к режимам распределения клиентов</a:t>
            </a:r>
            <a:endParaRPr lang="ru-RU" sz="2000" dirty="0" smtClean="0">
              <a:latin typeface="+mn-lt"/>
            </a:endParaRPr>
          </a:p>
          <a:p>
            <a:pPr marL="0" lvl="0" indent="0"/>
            <a:endParaRPr sz="1600" dirty="0">
              <a:latin typeface="+mn-lt"/>
            </a:endParaRPr>
          </a:p>
        </p:txBody>
      </p:sp>
      <p:sp>
        <p:nvSpPr>
          <p:cNvPr id="1752" name="Google Shape;1752;p44"/>
          <p:cNvSpPr txBox="1">
            <a:spLocks noGrp="1"/>
          </p:cNvSpPr>
          <p:nvPr>
            <p:ph type="title"/>
          </p:nvPr>
        </p:nvSpPr>
        <p:spPr>
          <a:xfrm>
            <a:off x="341944" y="97896"/>
            <a:ext cx="6427972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dirty="0"/>
              <a:t>Ф</a:t>
            </a:r>
            <a:r>
              <a:rPr lang="ru-RU" dirty="0" smtClean="0"/>
              <a:t>ункциональные требования</a:t>
            </a:r>
            <a:endParaRPr dirty="0"/>
          </a:p>
        </p:txBody>
      </p:sp>
      <p:sp>
        <p:nvSpPr>
          <p:cNvPr id="15" name="Google Shape;1475;p37"/>
          <p:cNvSpPr txBox="1">
            <a:spLocks/>
          </p:cNvSpPr>
          <p:nvPr/>
        </p:nvSpPr>
        <p:spPr>
          <a:xfrm>
            <a:off x="341944" y="635809"/>
            <a:ext cx="5563906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ru-RU" sz="1600" dirty="0" smtClean="0">
                <a:latin typeface="+mn-lt"/>
                <a:cs typeface="Arial" panose="020B0604020202020204" pitchFamily="34" charset="0"/>
              </a:rPr>
              <a:t>Выделенные категории требований</a:t>
            </a:r>
            <a:endParaRPr lang="ru-RU" sz="1600" dirty="0">
              <a:latin typeface="+mn-lt"/>
              <a:cs typeface="Arial" panose="020B0604020202020204" pitchFamily="34" charset="0"/>
            </a:endParaRPr>
          </a:p>
        </p:txBody>
      </p:sp>
      <p:grpSp>
        <p:nvGrpSpPr>
          <p:cNvPr id="16" name="Google Shape;1512;p37"/>
          <p:cNvGrpSpPr/>
          <p:nvPr/>
        </p:nvGrpSpPr>
        <p:grpSpPr>
          <a:xfrm>
            <a:off x="394004" y="596488"/>
            <a:ext cx="4558967" cy="134100"/>
            <a:chOff x="796100" y="3019701"/>
            <a:chExt cx="4558967" cy="134100"/>
          </a:xfrm>
        </p:grpSpPr>
        <p:sp>
          <p:nvSpPr>
            <p:cNvPr id="17" name="Google Shape;1513;p37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8" name="Google Shape;1514;p37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9" name="Google Shape;1515;p37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9128732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Google Shape;1749;p44"/>
          <p:cNvSpPr txBox="1">
            <a:spLocks noGrp="1"/>
          </p:cNvSpPr>
          <p:nvPr>
            <p:ph type="subTitle" idx="1"/>
          </p:nvPr>
        </p:nvSpPr>
        <p:spPr>
          <a:xfrm>
            <a:off x="167497" y="1582607"/>
            <a:ext cx="897650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b="1" dirty="0" smtClean="0"/>
              <a:t>• </a:t>
            </a:r>
            <a:r>
              <a:rPr lang="ru-RU" sz="1600" dirty="0" smtClean="0">
                <a:latin typeface="+mn-lt"/>
              </a:rPr>
              <a:t>Время </a:t>
            </a:r>
            <a:r>
              <a:rPr lang="ru-RU" sz="1600" dirty="0">
                <a:latin typeface="+mn-lt"/>
              </a:rPr>
              <a:t>отклика системы при обновлении статуса очереди не должно превышать 3 секунд</a:t>
            </a:r>
            <a:endParaRPr sz="1600" dirty="0">
              <a:latin typeface="+mn-lt"/>
            </a:endParaRPr>
          </a:p>
        </p:txBody>
      </p:sp>
      <p:sp>
        <p:nvSpPr>
          <p:cNvPr id="1752" name="Google Shape;1752;p44"/>
          <p:cNvSpPr txBox="1">
            <a:spLocks noGrp="1"/>
          </p:cNvSpPr>
          <p:nvPr>
            <p:ph type="title"/>
          </p:nvPr>
        </p:nvSpPr>
        <p:spPr>
          <a:xfrm>
            <a:off x="341944" y="97896"/>
            <a:ext cx="6427972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dirty="0" smtClean="0"/>
              <a:t>Нефункциональные требования</a:t>
            </a:r>
            <a:endParaRPr dirty="0"/>
          </a:p>
        </p:txBody>
      </p:sp>
      <p:sp>
        <p:nvSpPr>
          <p:cNvPr id="1757" name="Google Shape;1757;p44"/>
          <p:cNvSpPr txBox="1">
            <a:spLocks noGrp="1"/>
          </p:cNvSpPr>
          <p:nvPr>
            <p:ph type="subTitle" idx="7"/>
          </p:nvPr>
        </p:nvSpPr>
        <p:spPr>
          <a:xfrm>
            <a:off x="167500" y="1329992"/>
            <a:ext cx="2992365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ru-RU" dirty="0"/>
              <a:t>Производительность</a:t>
            </a:r>
            <a:endParaRPr dirty="0"/>
          </a:p>
        </p:txBody>
      </p:sp>
      <p:sp>
        <p:nvSpPr>
          <p:cNvPr id="15" name="Google Shape;1475;p37"/>
          <p:cNvSpPr txBox="1">
            <a:spLocks/>
          </p:cNvSpPr>
          <p:nvPr/>
        </p:nvSpPr>
        <p:spPr>
          <a:xfrm>
            <a:off x="341944" y="635809"/>
            <a:ext cx="5563906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ru-RU" sz="1600" dirty="0" smtClean="0">
                <a:latin typeface="+mn-lt"/>
                <a:cs typeface="Arial" panose="020B0604020202020204" pitchFamily="34" charset="0"/>
              </a:rPr>
              <a:t>Часть требований, имеющих наибольшую важность</a:t>
            </a:r>
            <a:endParaRPr lang="ru-RU" sz="1600" dirty="0">
              <a:latin typeface="+mn-lt"/>
              <a:cs typeface="Arial" panose="020B0604020202020204" pitchFamily="34" charset="0"/>
            </a:endParaRPr>
          </a:p>
        </p:txBody>
      </p:sp>
      <p:grpSp>
        <p:nvGrpSpPr>
          <p:cNvPr id="16" name="Google Shape;1512;p37"/>
          <p:cNvGrpSpPr/>
          <p:nvPr/>
        </p:nvGrpSpPr>
        <p:grpSpPr>
          <a:xfrm>
            <a:off x="394004" y="596488"/>
            <a:ext cx="4558967" cy="134100"/>
            <a:chOff x="796100" y="3019701"/>
            <a:chExt cx="4558967" cy="134100"/>
          </a:xfrm>
        </p:grpSpPr>
        <p:sp>
          <p:nvSpPr>
            <p:cNvPr id="17" name="Google Shape;1513;p37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8" name="Google Shape;1514;p37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9" name="Google Shape;1515;p37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" name="Google Shape;1749;p44"/>
          <p:cNvSpPr txBox="1">
            <a:spLocks/>
          </p:cNvSpPr>
          <p:nvPr/>
        </p:nvSpPr>
        <p:spPr>
          <a:xfrm>
            <a:off x="167497" y="2310025"/>
            <a:ext cx="8733218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ru-RU" b="1" dirty="0" smtClean="0"/>
              <a:t>• </a:t>
            </a:r>
            <a:r>
              <a:rPr lang="ru-RU" sz="1600" dirty="0" smtClean="0">
                <a:latin typeface="+mn-lt"/>
              </a:rPr>
              <a:t>Все </a:t>
            </a:r>
            <a:r>
              <a:rPr lang="ru-RU" sz="1600" dirty="0">
                <a:latin typeface="+mn-lt"/>
              </a:rPr>
              <a:t>пароли пользователей должны храниться в БД в хешированном виде</a:t>
            </a:r>
          </a:p>
        </p:txBody>
      </p:sp>
      <p:sp>
        <p:nvSpPr>
          <p:cNvPr id="21" name="Google Shape;1757;p44"/>
          <p:cNvSpPr txBox="1">
            <a:spLocks/>
          </p:cNvSpPr>
          <p:nvPr/>
        </p:nvSpPr>
        <p:spPr>
          <a:xfrm>
            <a:off x="167497" y="2058296"/>
            <a:ext cx="2992365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0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pPr marL="0" indent="0"/>
            <a:r>
              <a:rPr lang="ru-RU" dirty="0"/>
              <a:t>Безопасность</a:t>
            </a:r>
          </a:p>
        </p:txBody>
      </p:sp>
      <p:sp>
        <p:nvSpPr>
          <p:cNvPr id="32" name="Google Shape;1749;p44"/>
          <p:cNvSpPr txBox="1">
            <a:spLocks/>
          </p:cNvSpPr>
          <p:nvPr/>
        </p:nvSpPr>
        <p:spPr>
          <a:xfrm>
            <a:off x="167497" y="2661382"/>
            <a:ext cx="8733218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ru-RU" b="1" dirty="0" smtClean="0"/>
              <a:t>• </a:t>
            </a:r>
            <a:r>
              <a:rPr lang="ru-RU" sz="1600" dirty="0" smtClean="0">
                <a:latin typeface="+mn-lt"/>
              </a:rPr>
              <a:t>Передача </a:t>
            </a:r>
            <a:r>
              <a:rPr lang="ru-RU" sz="1600" dirty="0">
                <a:latin typeface="+mn-lt"/>
              </a:rPr>
              <a:t>данных должна осуществляться по защищенному протоколу HTTPS</a:t>
            </a:r>
          </a:p>
        </p:txBody>
      </p:sp>
      <p:sp>
        <p:nvSpPr>
          <p:cNvPr id="33" name="Google Shape;1749;p44"/>
          <p:cNvSpPr txBox="1">
            <a:spLocks/>
          </p:cNvSpPr>
          <p:nvPr/>
        </p:nvSpPr>
        <p:spPr>
          <a:xfrm>
            <a:off x="167497" y="3036118"/>
            <a:ext cx="8733218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ru-RU" b="1" dirty="0" smtClean="0"/>
              <a:t>• </a:t>
            </a:r>
            <a:r>
              <a:rPr lang="ru-RU" sz="1600" dirty="0" smtClean="0">
                <a:latin typeface="+mn-lt"/>
              </a:rPr>
              <a:t>Система </a:t>
            </a:r>
            <a:r>
              <a:rPr lang="ru-RU" sz="1600" dirty="0">
                <a:latin typeface="+mn-lt"/>
              </a:rPr>
              <a:t>должна предотвращать базовые веб-уязвимости (SQL </a:t>
            </a:r>
            <a:r>
              <a:rPr lang="ru-RU" sz="1600" dirty="0" err="1">
                <a:latin typeface="+mn-lt"/>
              </a:rPr>
              <a:t>Injection</a:t>
            </a:r>
            <a:r>
              <a:rPr lang="ru-RU" sz="1600" dirty="0">
                <a:latin typeface="+mn-lt"/>
              </a:rPr>
              <a:t>, XSS)</a:t>
            </a:r>
          </a:p>
        </p:txBody>
      </p:sp>
      <p:sp>
        <p:nvSpPr>
          <p:cNvPr id="34" name="Google Shape;1757;p44"/>
          <p:cNvSpPr txBox="1">
            <a:spLocks/>
          </p:cNvSpPr>
          <p:nvPr/>
        </p:nvSpPr>
        <p:spPr>
          <a:xfrm>
            <a:off x="167496" y="3583752"/>
            <a:ext cx="2992365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0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pPr marL="0" indent="0"/>
            <a:r>
              <a:rPr lang="ru-RU" dirty="0"/>
              <a:t>Надёжность</a:t>
            </a:r>
          </a:p>
        </p:txBody>
      </p:sp>
      <p:sp>
        <p:nvSpPr>
          <p:cNvPr id="35" name="Google Shape;1749;p44"/>
          <p:cNvSpPr txBox="1">
            <a:spLocks/>
          </p:cNvSpPr>
          <p:nvPr/>
        </p:nvSpPr>
        <p:spPr>
          <a:xfrm>
            <a:off x="167497" y="3859900"/>
            <a:ext cx="8733218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ru-RU" b="1" dirty="0" smtClean="0"/>
              <a:t>• </a:t>
            </a:r>
            <a:r>
              <a:rPr lang="ru-RU" sz="1600" dirty="0" smtClean="0">
                <a:latin typeface="+mn-lt"/>
              </a:rPr>
              <a:t>БД </a:t>
            </a:r>
            <a:r>
              <a:rPr lang="ru-RU" sz="1600" dirty="0">
                <a:latin typeface="+mn-lt"/>
              </a:rPr>
              <a:t>должна дополнительно </a:t>
            </a:r>
            <a:r>
              <a:rPr lang="ru-RU" sz="1600" dirty="0" err="1">
                <a:latin typeface="+mn-lt"/>
              </a:rPr>
              <a:t>валидировать</a:t>
            </a:r>
            <a:r>
              <a:rPr lang="ru-RU" sz="1600" dirty="0">
                <a:latin typeface="+mn-lt"/>
              </a:rPr>
              <a:t> вводимые в неё данные</a:t>
            </a:r>
          </a:p>
        </p:txBody>
      </p:sp>
      <p:sp>
        <p:nvSpPr>
          <p:cNvPr id="36" name="Google Shape;1757;p44"/>
          <p:cNvSpPr txBox="1">
            <a:spLocks/>
          </p:cNvSpPr>
          <p:nvPr/>
        </p:nvSpPr>
        <p:spPr>
          <a:xfrm>
            <a:off x="167496" y="4404917"/>
            <a:ext cx="2992365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0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pPr marL="0" indent="0"/>
            <a:r>
              <a:rPr lang="ru-RU" dirty="0"/>
              <a:t>Масштабируемость</a:t>
            </a:r>
          </a:p>
        </p:txBody>
      </p:sp>
      <p:sp>
        <p:nvSpPr>
          <p:cNvPr id="37" name="Google Shape;1749;p44"/>
          <p:cNvSpPr txBox="1">
            <a:spLocks/>
          </p:cNvSpPr>
          <p:nvPr/>
        </p:nvSpPr>
        <p:spPr>
          <a:xfrm>
            <a:off x="167497" y="4723515"/>
            <a:ext cx="8850667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ru-RU" b="1" dirty="0" smtClean="0"/>
              <a:t>• </a:t>
            </a:r>
            <a:r>
              <a:rPr lang="ru-RU" sz="1600" dirty="0" smtClean="0">
                <a:latin typeface="+mn-lt"/>
              </a:rPr>
              <a:t>Архитектура </a:t>
            </a:r>
            <a:r>
              <a:rPr lang="ru-RU" sz="1600" dirty="0">
                <a:latin typeface="+mn-lt"/>
              </a:rPr>
              <a:t>должна позволять действовать нескольким Исполнителям услуг и Операторам для одной очереди без конфликтов</a:t>
            </a:r>
          </a:p>
        </p:txBody>
      </p:sp>
      <p:sp>
        <p:nvSpPr>
          <p:cNvPr id="38" name="Google Shape;1757;p44"/>
          <p:cNvSpPr txBox="1">
            <a:spLocks/>
          </p:cNvSpPr>
          <p:nvPr/>
        </p:nvSpPr>
        <p:spPr>
          <a:xfrm>
            <a:off x="167496" y="5561579"/>
            <a:ext cx="4110886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0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pPr marL="0" indent="0"/>
            <a:r>
              <a:rPr lang="ru-RU" dirty="0"/>
              <a:t>Удобство использования</a:t>
            </a:r>
          </a:p>
        </p:txBody>
      </p:sp>
      <p:sp>
        <p:nvSpPr>
          <p:cNvPr id="39" name="Google Shape;1749;p44"/>
          <p:cNvSpPr txBox="1">
            <a:spLocks/>
          </p:cNvSpPr>
          <p:nvPr/>
        </p:nvSpPr>
        <p:spPr>
          <a:xfrm>
            <a:off x="167497" y="5838212"/>
            <a:ext cx="8850667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ru-RU" b="1" dirty="0" smtClean="0"/>
              <a:t>• </a:t>
            </a:r>
            <a:r>
              <a:rPr lang="ru-RU" sz="1600" dirty="0" smtClean="0">
                <a:latin typeface="+mn-lt"/>
              </a:rPr>
              <a:t>Процесс </a:t>
            </a:r>
            <a:r>
              <a:rPr lang="ru-RU" sz="1600" dirty="0">
                <a:latin typeface="+mn-lt"/>
              </a:rPr>
              <a:t>обслуживания клиента должен занимать не более 2 </a:t>
            </a:r>
            <a:r>
              <a:rPr lang="ru-RU" sz="1600" dirty="0" smtClean="0">
                <a:latin typeface="+mn-lt"/>
              </a:rPr>
              <a:t>кликов</a:t>
            </a:r>
            <a:endParaRPr lang="ru-RU" sz="16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66004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4" name="Google Shape;1624;p40"/>
          <p:cNvSpPr txBox="1">
            <a:spLocks noGrp="1"/>
          </p:cNvSpPr>
          <p:nvPr>
            <p:ph type="subTitle" idx="1"/>
          </p:nvPr>
        </p:nvSpPr>
        <p:spPr>
          <a:xfrm>
            <a:off x="332367" y="5022501"/>
            <a:ext cx="2340300" cy="132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Для составления </a:t>
            </a:r>
            <a:r>
              <a:rPr lang="ru-RU" sz="16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бэклога</a:t>
            </a:r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 и организации выполнения задач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25" name="Google Shape;1625;p40"/>
          <p:cNvSpPr txBox="1">
            <a:spLocks noGrp="1"/>
          </p:cNvSpPr>
          <p:nvPr>
            <p:ph type="subTitle" idx="2"/>
          </p:nvPr>
        </p:nvSpPr>
        <p:spPr>
          <a:xfrm>
            <a:off x="5709595" y="1770228"/>
            <a:ext cx="2340300" cy="132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Для совместной работы и хранения материалов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26" name="Google Shape;1626;p40"/>
          <p:cNvSpPr txBox="1">
            <a:spLocks noGrp="1"/>
          </p:cNvSpPr>
          <p:nvPr>
            <p:ph type="subTitle" idx="3"/>
          </p:nvPr>
        </p:nvSpPr>
        <p:spPr>
          <a:xfrm>
            <a:off x="332367" y="4325766"/>
            <a:ext cx="1495783" cy="84707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 err="1"/>
              <a:t>Github</a:t>
            </a:r>
            <a:r>
              <a:rPr lang="en-US" dirty="0"/>
              <a:t> P</a:t>
            </a:r>
            <a:r>
              <a:rPr lang="en-US" dirty="0" smtClean="0"/>
              <a:t>rojects</a:t>
            </a:r>
            <a:endParaRPr dirty="0"/>
          </a:p>
        </p:txBody>
      </p:sp>
      <p:sp>
        <p:nvSpPr>
          <p:cNvPr id="1627" name="Google Shape;1627;p40"/>
          <p:cNvSpPr txBox="1">
            <a:spLocks noGrp="1"/>
          </p:cNvSpPr>
          <p:nvPr>
            <p:ph type="subTitle" idx="4"/>
          </p:nvPr>
        </p:nvSpPr>
        <p:spPr>
          <a:xfrm>
            <a:off x="5702388" y="1052926"/>
            <a:ext cx="1771833" cy="82045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 err="1"/>
              <a:t>Github</a:t>
            </a:r>
            <a:r>
              <a:rPr lang="en-US" dirty="0"/>
              <a:t> Repository</a:t>
            </a:r>
            <a:endParaRPr dirty="0"/>
          </a:p>
        </p:txBody>
      </p:sp>
      <p:sp>
        <p:nvSpPr>
          <p:cNvPr id="1628" name="Google Shape;1628;p40"/>
          <p:cNvSpPr txBox="1">
            <a:spLocks noGrp="1"/>
          </p:cNvSpPr>
          <p:nvPr>
            <p:ph type="title"/>
          </p:nvPr>
        </p:nvSpPr>
        <p:spPr>
          <a:xfrm>
            <a:off x="332367" y="12157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Организация работы</a:t>
            </a:r>
            <a:endParaRPr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22" y="800566"/>
            <a:ext cx="5139894" cy="320201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7706" y="3343187"/>
            <a:ext cx="6168229" cy="3103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2485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Google Shape;1475;p37"/>
          <p:cNvSpPr txBox="1">
            <a:spLocks noGrp="1"/>
          </p:cNvSpPr>
          <p:nvPr>
            <p:ph type="subTitle" idx="1"/>
          </p:nvPr>
        </p:nvSpPr>
        <p:spPr>
          <a:xfrm>
            <a:off x="475129" y="590578"/>
            <a:ext cx="5056991" cy="45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В нотации </a:t>
            </a:r>
            <a:r>
              <a:rPr lang="ru-RU" sz="16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Чена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76" name="Google Shape;1476;p37"/>
          <p:cNvGrpSpPr/>
          <p:nvPr/>
        </p:nvGrpSpPr>
        <p:grpSpPr>
          <a:xfrm>
            <a:off x="-2384002" y="4741421"/>
            <a:ext cx="3922590" cy="2969900"/>
            <a:chOff x="-374387" y="3354325"/>
            <a:chExt cx="3922590" cy="2969900"/>
          </a:xfrm>
        </p:grpSpPr>
        <p:pic>
          <p:nvPicPr>
            <p:cNvPr id="1477" name="Google Shape;1477;p37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-374387" y="3354325"/>
              <a:ext cx="3891276" cy="29699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78" name="Google Shape;1478;p37"/>
            <p:cNvGrpSpPr/>
            <p:nvPr/>
          </p:nvGrpSpPr>
          <p:grpSpPr>
            <a:xfrm>
              <a:off x="1853583" y="4445557"/>
              <a:ext cx="1694620" cy="1360169"/>
              <a:chOff x="7945225" y="4302000"/>
              <a:chExt cx="904666" cy="726121"/>
            </a:xfrm>
          </p:grpSpPr>
          <p:sp>
            <p:nvSpPr>
              <p:cNvPr id="1479" name="Google Shape;1479;p37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Google Shape;1480;p37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Google Shape;1481;p37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82" name="Google Shape;1482;p37"/>
          <p:cNvGrpSpPr/>
          <p:nvPr/>
        </p:nvGrpSpPr>
        <p:grpSpPr>
          <a:xfrm>
            <a:off x="7475338" y="-820809"/>
            <a:ext cx="4829487" cy="7542613"/>
            <a:chOff x="6128138" y="-1301175"/>
            <a:chExt cx="4268216" cy="6666030"/>
          </a:xfrm>
        </p:grpSpPr>
        <p:sp>
          <p:nvSpPr>
            <p:cNvPr id="1483" name="Google Shape;1483;p37"/>
            <p:cNvSpPr/>
            <p:nvPr/>
          </p:nvSpPr>
          <p:spPr>
            <a:xfrm>
              <a:off x="6368175" y="103161"/>
              <a:ext cx="4006263" cy="4749291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37"/>
            <p:cNvSpPr/>
            <p:nvPr/>
          </p:nvSpPr>
          <p:spPr>
            <a:xfrm>
              <a:off x="6711143" y="81300"/>
              <a:ext cx="2925190" cy="3057668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37"/>
            <p:cNvSpPr/>
            <p:nvPr/>
          </p:nvSpPr>
          <p:spPr>
            <a:xfrm>
              <a:off x="7243039" y="245650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37"/>
            <p:cNvSpPr/>
            <p:nvPr/>
          </p:nvSpPr>
          <p:spPr>
            <a:xfrm>
              <a:off x="6875804" y="622450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37"/>
            <p:cNvSpPr/>
            <p:nvPr/>
          </p:nvSpPr>
          <p:spPr>
            <a:xfrm>
              <a:off x="6573850" y="621225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488" name="Google Shape;1488;p37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6128138" y="-1301175"/>
              <a:ext cx="4198516" cy="3204401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89" name="Google Shape;1489;p37"/>
            <p:cNvGrpSpPr/>
            <p:nvPr/>
          </p:nvGrpSpPr>
          <p:grpSpPr>
            <a:xfrm rot="5400000">
              <a:off x="7873341" y="4254316"/>
              <a:ext cx="708100" cy="708500"/>
              <a:chOff x="3678700" y="407275"/>
              <a:chExt cx="708100" cy="708500"/>
            </a:xfrm>
          </p:grpSpPr>
          <p:sp>
            <p:nvSpPr>
              <p:cNvPr id="1490" name="Google Shape;1490;p37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Google Shape;1491;p37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Google Shape;1492;p37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Google Shape;1493;p37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Google Shape;1494;p37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Google Shape;1495;p37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Google Shape;1496;p37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7" name="Google Shape;1497;p37"/>
            <p:cNvGrpSpPr/>
            <p:nvPr/>
          </p:nvGrpSpPr>
          <p:grpSpPr>
            <a:xfrm rot="5400000">
              <a:off x="8639847" y="3354200"/>
              <a:ext cx="457787" cy="458045"/>
              <a:chOff x="3678700" y="407275"/>
              <a:chExt cx="708100" cy="708500"/>
            </a:xfrm>
          </p:grpSpPr>
          <p:sp>
            <p:nvSpPr>
              <p:cNvPr id="1498" name="Google Shape;1498;p37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Google Shape;1499;p37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Google Shape;1500;p37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Google Shape;1501;p37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37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37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37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5" name="Google Shape;1505;p37"/>
            <p:cNvGrpSpPr/>
            <p:nvPr/>
          </p:nvGrpSpPr>
          <p:grpSpPr>
            <a:xfrm>
              <a:off x="7787267" y="539497"/>
              <a:ext cx="208184" cy="208184"/>
              <a:chOff x="8356813" y="1074288"/>
              <a:chExt cx="351900" cy="351900"/>
            </a:xfrm>
          </p:grpSpPr>
          <p:sp>
            <p:nvSpPr>
              <p:cNvPr id="1506" name="Google Shape;1506;p37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37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8" name="Google Shape;1508;p37"/>
            <p:cNvGrpSpPr/>
            <p:nvPr/>
          </p:nvGrpSpPr>
          <p:grpSpPr>
            <a:xfrm>
              <a:off x="7194833" y="2467660"/>
              <a:ext cx="208184" cy="208184"/>
              <a:chOff x="8356822" y="1074288"/>
              <a:chExt cx="351901" cy="351900"/>
            </a:xfrm>
          </p:grpSpPr>
          <p:sp>
            <p:nvSpPr>
              <p:cNvPr id="1509" name="Google Shape;1509;p37"/>
              <p:cNvSpPr/>
              <p:nvPr/>
            </p:nvSpPr>
            <p:spPr>
              <a:xfrm>
                <a:off x="8356822" y="1074288"/>
                <a:ext cx="351901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37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11" name="Google Shape;1511;p37"/>
            <p:cNvSpPr/>
            <p:nvPr/>
          </p:nvSpPr>
          <p:spPr>
            <a:xfrm>
              <a:off x="7095150" y="4164050"/>
              <a:ext cx="147900" cy="147900"/>
            </a:xfrm>
            <a:prstGeom prst="ellipse">
              <a:avLst/>
            </a:pr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2" name="Google Shape;1512;p37"/>
          <p:cNvGrpSpPr/>
          <p:nvPr/>
        </p:nvGrpSpPr>
        <p:grpSpPr>
          <a:xfrm>
            <a:off x="527189" y="551257"/>
            <a:ext cx="4558967" cy="134100"/>
            <a:chOff x="796100" y="3019701"/>
            <a:chExt cx="4558967" cy="134100"/>
          </a:xfrm>
        </p:grpSpPr>
        <p:sp>
          <p:nvSpPr>
            <p:cNvPr id="1513" name="Google Shape;1513;p37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14" name="Google Shape;1514;p37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15" name="Google Shape;1515;p37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74" name="Google Shape;1474;p37"/>
          <p:cNvSpPr txBox="1">
            <a:spLocks noGrp="1"/>
          </p:cNvSpPr>
          <p:nvPr>
            <p:ph type="title"/>
          </p:nvPr>
        </p:nvSpPr>
        <p:spPr>
          <a:xfrm>
            <a:off x="428136" y="-98339"/>
            <a:ext cx="8489161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sz="3600" dirty="0" smtClean="0"/>
              <a:t>Концептуальная модель данных</a:t>
            </a:r>
            <a:endParaRPr sz="36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230" y="945869"/>
            <a:ext cx="7990856" cy="5935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127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Google Shape;1475;p37"/>
          <p:cNvSpPr txBox="1">
            <a:spLocks noGrp="1"/>
          </p:cNvSpPr>
          <p:nvPr>
            <p:ph type="subTitle" idx="1"/>
          </p:nvPr>
        </p:nvSpPr>
        <p:spPr>
          <a:xfrm>
            <a:off x="475696" y="488046"/>
            <a:ext cx="5056991" cy="45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В нотации Мартина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76" name="Google Shape;1476;p37"/>
          <p:cNvGrpSpPr/>
          <p:nvPr/>
        </p:nvGrpSpPr>
        <p:grpSpPr>
          <a:xfrm>
            <a:off x="-2384002" y="4741421"/>
            <a:ext cx="3922590" cy="2969900"/>
            <a:chOff x="-374387" y="3354325"/>
            <a:chExt cx="3922590" cy="2969900"/>
          </a:xfrm>
        </p:grpSpPr>
        <p:pic>
          <p:nvPicPr>
            <p:cNvPr id="1477" name="Google Shape;1477;p37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-374387" y="3354325"/>
              <a:ext cx="3891276" cy="29699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78" name="Google Shape;1478;p37"/>
            <p:cNvGrpSpPr/>
            <p:nvPr/>
          </p:nvGrpSpPr>
          <p:grpSpPr>
            <a:xfrm>
              <a:off x="1853583" y="4445557"/>
              <a:ext cx="1694620" cy="1360169"/>
              <a:chOff x="7945225" y="4302000"/>
              <a:chExt cx="904666" cy="726121"/>
            </a:xfrm>
          </p:grpSpPr>
          <p:sp>
            <p:nvSpPr>
              <p:cNvPr id="1479" name="Google Shape;1479;p37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Google Shape;1480;p37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Google Shape;1481;p37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82" name="Google Shape;1482;p37"/>
          <p:cNvGrpSpPr/>
          <p:nvPr/>
        </p:nvGrpSpPr>
        <p:grpSpPr>
          <a:xfrm>
            <a:off x="7475338" y="-820809"/>
            <a:ext cx="4829487" cy="7542613"/>
            <a:chOff x="6128138" y="-1301175"/>
            <a:chExt cx="4268216" cy="6666030"/>
          </a:xfrm>
        </p:grpSpPr>
        <p:sp>
          <p:nvSpPr>
            <p:cNvPr id="1483" name="Google Shape;1483;p37"/>
            <p:cNvSpPr/>
            <p:nvPr/>
          </p:nvSpPr>
          <p:spPr>
            <a:xfrm>
              <a:off x="6368175" y="103161"/>
              <a:ext cx="4006263" cy="4749291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37"/>
            <p:cNvSpPr/>
            <p:nvPr/>
          </p:nvSpPr>
          <p:spPr>
            <a:xfrm>
              <a:off x="6711143" y="81300"/>
              <a:ext cx="2925190" cy="3057668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37"/>
            <p:cNvSpPr/>
            <p:nvPr/>
          </p:nvSpPr>
          <p:spPr>
            <a:xfrm>
              <a:off x="7243039" y="245650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37"/>
            <p:cNvSpPr/>
            <p:nvPr/>
          </p:nvSpPr>
          <p:spPr>
            <a:xfrm>
              <a:off x="6875804" y="622450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37"/>
            <p:cNvSpPr/>
            <p:nvPr/>
          </p:nvSpPr>
          <p:spPr>
            <a:xfrm>
              <a:off x="6573850" y="621225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488" name="Google Shape;1488;p37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6128138" y="-1301175"/>
              <a:ext cx="4198516" cy="3204401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89" name="Google Shape;1489;p37"/>
            <p:cNvGrpSpPr/>
            <p:nvPr/>
          </p:nvGrpSpPr>
          <p:grpSpPr>
            <a:xfrm rot="5400000">
              <a:off x="7873341" y="4254316"/>
              <a:ext cx="708100" cy="708500"/>
              <a:chOff x="3678700" y="407275"/>
              <a:chExt cx="708100" cy="708500"/>
            </a:xfrm>
          </p:grpSpPr>
          <p:sp>
            <p:nvSpPr>
              <p:cNvPr id="1490" name="Google Shape;1490;p37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Google Shape;1491;p37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Google Shape;1492;p37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Google Shape;1493;p37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Google Shape;1494;p37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Google Shape;1495;p37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Google Shape;1496;p37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7" name="Google Shape;1497;p37"/>
            <p:cNvGrpSpPr/>
            <p:nvPr/>
          </p:nvGrpSpPr>
          <p:grpSpPr>
            <a:xfrm rot="5400000">
              <a:off x="8639847" y="3354200"/>
              <a:ext cx="457787" cy="458045"/>
              <a:chOff x="3678700" y="407275"/>
              <a:chExt cx="708100" cy="708500"/>
            </a:xfrm>
          </p:grpSpPr>
          <p:sp>
            <p:nvSpPr>
              <p:cNvPr id="1498" name="Google Shape;1498;p37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Google Shape;1499;p37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Google Shape;1500;p37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Google Shape;1501;p37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37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37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37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5" name="Google Shape;1505;p37"/>
            <p:cNvGrpSpPr/>
            <p:nvPr/>
          </p:nvGrpSpPr>
          <p:grpSpPr>
            <a:xfrm>
              <a:off x="7787267" y="539497"/>
              <a:ext cx="208184" cy="208184"/>
              <a:chOff x="8356813" y="1074288"/>
              <a:chExt cx="351900" cy="351900"/>
            </a:xfrm>
          </p:grpSpPr>
          <p:sp>
            <p:nvSpPr>
              <p:cNvPr id="1506" name="Google Shape;1506;p37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37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8" name="Google Shape;1508;p37"/>
            <p:cNvGrpSpPr/>
            <p:nvPr/>
          </p:nvGrpSpPr>
          <p:grpSpPr>
            <a:xfrm>
              <a:off x="7194833" y="2467660"/>
              <a:ext cx="208184" cy="208184"/>
              <a:chOff x="8356822" y="1074288"/>
              <a:chExt cx="351901" cy="351900"/>
            </a:xfrm>
          </p:grpSpPr>
          <p:sp>
            <p:nvSpPr>
              <p:cNvPr id="1509" name="Google Shape;1509;p37"/>
              <p:cNvSpPr/>
              <p:nvPr/>
            </p:nvSpPr>
            <p:spPr>
              <a:xfrm>
                <a:off x="8356822" y="1074288"/>
                <a:ext cx="351901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37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11" name="Google Shape;1511;p37"/>
            <p:cNvSpPr/>
            <p:nvPr/>
          </p:nvSpPr>
          <p:spPr>
            <a:xfrm>
              <a:off x="7095150" y="4164050"/>
              <a:ext cx="147900" cy="147900"/>
            </a:xfrm>
            <a:prstGeom prst="ellipse">
              <a:avLst/>
            </a:pr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2" name="Google Shape;1512;p37"/>
          <p:cNvGrpSpPr/>
          <p:nvPr/>
        </p:nvGrpSpPr>
        <p:grpSpPr>
          <a:xfrm>
            <a:off x="527756" y="448725"/>
            <a:ext cx="4558967" cy="134100"/>
            <a:chOff x="796100" y="3019701"/>
            <a:chExt cx="4558967" cy="134100"/>
          </a:xfrm>
        </p:grpSpPr>
        <p:sp>
          <p:nvSpPr>
            <p:cNvPr id="1513" name="Google Shape;1513;p37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14" name="Google Shape;1514;p37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15" name="Google Shape;1515;p37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74" name="Google Shape;1474;p37"/>
          <p:cNvSpPr txBox="1">
            <a:spLocks noGrp="1"/>
          </p:cNvSpPr>
          <p:nvPr>
            <p:ph type="title"/>
          </p:nvPr>
        </p:nvSpPr>
        <p:spPr>
          <a:xfrm>
            <a:off x="428703" y="-200871"/>
            <a:ext cx="8489161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sz="3600" dirty="0" smtClean="0"/>
              <a:t>Логическая </a:t>
            </a:r>
            <a:r>
              <a:rPr lang="ru-RU" sz="3600" dirty="0"/>
              <a:t>модель данных</a:t>
            </a:r>
            <a:endParaRPr sz="36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016" y="841250"/>
            <a:ext cx="5540862" cy="5968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206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0" name="Google Shape;1520;p38"/>
          <p:cNvSpPr txBox="1">
            <a:spLocks noGrp="1"/>
          </p:cNvSpPr>
          <p:nvPr>
            <p:ph type="title"/>
          </p:nvPr>
        </p:nvSpPr>
        <p:spPr>
          <a:xfrm>
            <a:off x="476719" y="151086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Архитектура</a:t>
            </a:r>
            <a:endParaRPr dirty="0"/>
          </a:p>
        </p:txBody>
      </p:sp>
      <p:sp>
        <p:nvSpPr>
          <p:cNvPr id="1522" name="Google Shape;1522;p38"/>
          <p:cNvSpPr txBox="1">
            <a:spLocks noGrp="1"/>
          </p:cNvSpPr>
          <p:nvPr>
            <p:ph type="subTitle" idx="2"/>
          </p:nvPr>
        </p:nvSpPr>
        <p:spPr>
          <a:xfrm>
            <a:off x="476720" y="827290"/>
            <a:ext cx="7627046" cy="16423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sz="2800" b="1" dirty="0" smtClean="0">
                <a:latin typeface="+mn-lt"/>
              </a:rPr>
              <a:t>Компонентная </a:t>
            </a:r>
            <a:r>
              <a:rPr lang="ru-RU" sz="2800" dirty="0">
                <a:latin typeface="+mn-lt"/>
              </a:rPr>
              <a:t>архитектура с супер-тонким клиентом</a:t>
            </a:r>
            <a:endParaRPr sz="2800" dirty="0">
              <a:latin typeface="+mn-lt"/>
            </a:endParaRPr>
          </a:p>
        </p:txBody>
      </p:sp>
      <p:grpSp>
        <p:nvGrpSpPr>
          <p:cNvPr id="1523" name="Google Shape;1523;p38"/>
          <p:cNvGrpSpPr/>
          <p:nvPr/>
        </p:nvGrpSpPr>
        <p:grpSpPr>
          <a:xfrm>
            <a:off x="-128627" y="6144460"/>
            <a:ext cx="5828639" cy="1458924"/>
            <a:chOff x="-123925" y="4132283"/>
            <a:chExt cx="4558967" cy="1141122"/>
          </a:xfrm>
        </p:grpSpPr>
        <p:grpSp>
          <p:nvGrpSpPr>
            <p:cNvPr id="1524" name="Google Shape;1524;p38"/>
            <p:cNvGrpSpPr/>
            <p:nvPr/>
          </p:nvGrpSpPr>
          <p:grpSpPr>
            <a:xfrm>
              <a:off x="-2" y="4132283"/>
              <a:ext cx="2308406" cy="1141122"/>
              <a:chOff x="-2" y="4132283"/>
              <a:chExt cx="2308406" cy="1141122"/>
            </a:xfrm>
          </p:grpSpPr>
          <p:sp>
            <p:nvSpPr>
              <p:cNvPr id="1525" name="Google Shape;1525;p38"/>
              <p:cNvSpPr/>
              <p:nvPr/>
            </p:nvSpPr>
            <p:spPr>
              <a:xfrm rot="5400000">
                <a:off x="663005" y="3628622"/>
                <a:ext cx="981776" cy="2307791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38"/>
              <p:cNvSpPr/>
              <p:nvPr/>
            </p:nvSpPr>
            <p:spPr>
              <a:xfrm rot="5400000">
                <a:off x="663620" y="3469276"/>
                <a:ext cx="981776" cy="2307791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27" name="Google Shape;1527;p38"/>
            <p:cNvGrpSpPr/>
            <p:nvPr/>
          </p:nvGrpSpPr>
          <p:grpSpPr>
            <a:xfrm>
              <a:off x="-123925" y="4386226"/>
              <a:ext cx="4558967" cy="134100"/>
              <a:chOff x="796100" y="3019701"/>
              <a:chExt cx="4558967" cy="134100"/>
            </a:xfrm>
          </p:grpSpPr>
          <p:sp>
            <p:nvSpPr>
              <p:cNvPr id="1528" name="Google Shape;1528;p38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529" name="Google Shape;1529;p38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530" name="Google Shape;1530;p38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" name="Google Shape;1656;p41"/>
          <p:cNvSpPr txBox="1">
            <a:spLocks noGrp="1"/>
          </p:cNvSpPr>
          <p:nvPr>
            <p:ph type="subTitle" idx="4294967295"/>
          </p:nvPr>
        </p:nvSpPr>
        <p:spPr>
          <a:xfrm>
            <a:off x="326948" y="4603337"/>
            <a:ext cx="1901623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139700" lvl="0" indent="0">
              <a:buNone/>
            </a:pPr>
            <a:r>
              <a:rPr lang="ru-RU" sz="1600" b="1" dirty="0" smtClean="0">
                <a:latin typeface="+mn-lt"/>
              </a:rPr>
              <a:t>Компоненты</a:t>
            </a:r>
            <a:endParaRPr sz="1600" b="1" dirty="0">
              <a:latin typeface="+mn-lt"/>
            </a:endParaRPr>
          </a:p>
        </p:txBody>
      </p:sp>
      <p:sp>
        <p:nvSpPr>
          <p:cNvPr id="13" name="Google Shape;1657;p41"/>
          <p:cNvSpPr txBox="1">
            <a:spLocks noGrp="1"/>
          </p:cNvSpPr>
          <p:nvPr>
            <p:ph type="subTitle" idx="1"/>
          </p:nvPr>
        </p:nvSpPr>
        <p:spPr>
          <a:xfrm>
            <a:off x="476717" y="3075473"/>
            <a:ext cx="6687479" cy="71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sz="1600" dirty="0" smtClean="0">
                <a:latin typeface="+mn-lt"/>
              </a:rPr>
              <a:t>Браузер </a:t>
            </a:r>
            <a:r>
              <a:rPr lang="ru-RU" sz="1600" dirty="0">
                <a:latin typeface="+mn-lt"/>
              </a:rPr>
              <a:t>(клиент) инициирует запросы, </a:t>
            </a:r>
            <a:r>
              <a:rPr lang="ru-RU" sz="1600" dirty="0" err="1">
                <a:latin typeface="+mn-lt"/>
              </a:rPr>
              <a:t>бэкенд</a:t>
            </a:r>
            <a:r>
              <a:rPr lang="ru-RU" sz="1600" dirty="0">
                <a:latin typeface="+mn-lt"/>
              </a:rPr>
              <a:t> (сервер) отвечает</a:t>
            </a:r>
            <a:endParaRPr sz="1600" dirty="0">
              <a:latin typeface="+mn-lt"/>
            </a:endParaRPr>
          </a:p>
        </p:txBody>
      </p:sp>
      <p:sp>
        <p:nvSpPr>
          <p:cNvPr id="15" name="Google Shape;1659;p41"/>
          <p:cNvSpPr txBox="1">
            <a:spLocks/>
          </p:cNvSpPr>
          <p:nvPr/>
        </p:nvSpPr>
        <p:spPr>
          <a:xfrm>
            <a:off x="476719" y="4886773"/>
            <a:ext cx="8256220" cy="7140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600" dirty="0">
                <a:latin typeface="+mn-lt"/>
              </a:rPr>
              <a:t>Код </a:t>
            </a:r>
            <a:r>
              <a:rPr lang="ru-RU" sz="1600" dirty="0" err="1">
                <a:latin typeface="+mn-lt"/>
              </a:rPr>
              <a:t>backend</a:t>
            </a:r>
            <a:r>
              <a:rPr lang="ru-RU" sz="1600" dirty="0">
                <a:latin typeface="+mn-lt"/>
              </a:rPr>
              <a:t> разделён на компоненты с чёткими интерфейсами и ограниченной зоной </a:t>
            </a:r>
            <a:r>
              <a:rPr lang="ru-RU" sz="1600" dirty="0" smtClean="0">
                <a:latin typeface="+mn-lt"/>
              </a:rPr>
              <a:t>ответственности</a:t>
            </a:r>
            <a:endParaRPr lang="en-US" sz="1600" dirty="0">
              <a:latin typeface="+mn-lt"/>
            </a:endParaRPr>
          </a:p>
        </p:txBody>
      </p:sp>
      <p:sp>
        <p:nvSpPr>
          <p:cNvPr id="16" name="Google Shape;1660;p41"/>
          <p:cNvSpPr txBox="1">
            <a:spLocks/>
          </p:cNvSpPr>
          <p:nvPr/>
        </p:nvSpPr>
        <p:spPr>
          <a:xfrm>
            <a:off x="476719" y="2749373"/>
            <a:ext cx="2199368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600" b="1" dirty="0" smtClean="0">
                <a:latin typeface="+mn-lt"/>
              </a:rPr>
              <a:t>Клиент-сервер</a:t>
            </a:r>
            <a:endParaRPr lang="en-US" sz="1600" b="1" dirty="0">
              <a:latin typeface="+mn-lt"/>
            </a:endParaRPr>
          </a:p>
        </p:txBody>
      </p:sp>
      <p:grpSp>
        <p:nvGrpSpPr>
          <p:cNvPr id="73" name="Google Shape;14166;p83"/>
          <p:cNvGrpSpPr>
            <a:grpSpLocks noChangeAspect="1"/>
          </p:cNvGrpSpPr>
          <p:nvPr/>
        </p:nvGrpSpPr>
        <p:grpSpPr>
          <a:xfrm>
            <a:off x="539398" y="2207807"/>
            <a:ext cx="450445" cy="531333"/>
            <a:chOff x="859265" y="3348175"/>
            <a:chExt cx="312316" cy="368400"/>
          </a:xfrm>
          <a:solidFill>
            <a:schemeClr val="tx2"/>
          </a:solidFill>
        </p:grpSpPr>
        <p:sp>
          <p:nvSpPr>
            <p:cNvPr id="74" name="Google Shape;14167;p83"/>
            <p:cNvSpPr/>
            <p:nvPr/>
          </p:nvSpPr>
          <p:spPr>
            <a:xfrm>
              <a:off x="968792" y="3507102"/>
              <a:ext cx="92498" cy="30589"/>
            </a:xfrm>
            <a:custGeom>
              <a:avLst/>
              <a:gdLst/>
              <a:ahLst/>
              <a:cxnLst/>
              <a:rect l="l" t="t" r="r" b="b"/>
              <a:pathLst>
                <a:path w="2906" h="961" extrusionOk="0">
                  <a:moveTo>
                    <a:pt x="1169" y="1"/>
                  </a:moveTo>
                  <a:cubicBezTo>
                    <a:pt x="820" y="1"/>
                    <a:pt x="503" y="37"/>
                    <a:pt x="298" y="68"/>
                  </a:cubicBezTo>
                  <a:cubicBezTo>
                    <a:pt x="119" y="104"/>
                    <a:pt x="0" y="247"/>
                    <a:pt x="0" y="413"/>
                  </a:cubicBezTo>
                  <a:lnTo>
                    <a:pt x="0" y="794"/>
                  </a:lnTo>
                  <a:cubicBezTo>
                    <a:pt x="0" y="890"/>
                    <a:pt x="72" y="961"/>
                    <a:pt x="167" y="961"/>
                  </a:cubicBezTo>
                  <a:cubicBezTo>
                    <a:pt x="250" y="961"/>
                    <a:pt x="322" y="890"/>
                    <a:pt x="322" y="794"/>
                  </a:cubicBezTo>
                  <a:lnTo>
                    <a:pt x="322" y="413"/>
                  </a:lnTo>
                  <a:cubicBezTo>
                    <a:pt x="322" y="413"/>
                    <a:pt x="322" y="401"/>
                    <a:pt x="346" y="401"/>
                  </a:cubicBezTo>
                  <a:cubicBezTo>
                    <a:pt x="513" y="373"/>
                    <a:pt x="820" y="331"/>
                    <a:pt x="1157" y="331"/>
                  </a:cubicBezTo>
                  <a:cubicBezTo>
                    <a:pt x="1250" y="331"/>
                    <a:pt x="1345" y="334"/>
                    <a:pt x="1441" y="342"/>
                  </a:cubicBezTo>
                  <a:cubicBezTo>
                    <a:pt x="1977" y="366"/>
                    <a:pt x="2346" y="497"/>
                    <a:pt x="2572" y="735"/>
                  </a:cubicBezTo>
                  <a:cubicBezTo>
                    <a:pt x="2602" y="764"/>
                    <a:pt x="2646" y="779"/>
                    <a:pt x="2691" y="779"/>
                  </a:cubicBezTo>
                  <a:cubicBezTo>
                    <a:pt x="2736" y="779"/>
                    <a:pt x="2780" y="764"/>
                    <a:pt x="2810" y="735"/>
                  </a:cubicBezTo>
                  <a:cubicBezTo>
                    <a:pt x="2905" y="675"/>
                    <a:pt x="2905" y="556"/>
                    <a:pt x="2834" y="497"/>
                  </a:cubicBezTo>
                  <a:cubicBezTo>
                    <a:pt x="2432" y="102"/>
                    <a:pt x="1754" y="1"/>
                    <a:pt x="116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14168;p83"/>
            <p:cNvSpPr/>
            <p:nvPr/>
          </p:nvSpPr>
          <p:spPr>
            <a:xfrm>
              <a:off x="911562" y="3458466"/>
              <a:ext cx="206577" cy="258109"/>
            </a:xfrm>
            <a:custGeom>
              <a:avLst/>
              <a:gdLst/>
              <a:ahLst/>
              <a:cxnLst/>
              <a:rect l="l" t="t" r="r" b="b"/>
              <a:pathLst>
                <a:path w="6490" h="8109" extrusionOk="0">
                  <a:moveTo>
                    <a:pt x="5061" y="322"/>
                  </a:moveTo>
                  <a:lnTo>
                    <a:pt x="5061" y="1953"/>
                  </a:lnTo>
                  <a:cubicBezTo>
                    <a:pt x="5061" y="2203"/>
                    <a:pt x="5001" y="2441"/>
                    <a:pt x="4894" y="2668"/>
                  </a:cubicBezTo>
                  <a:cubicBezTo>
                    <a:pt x="4882" y="2703"/>
                    <a:pt x="4882" y="2715"/>
                    <a:pt x="4882" y="2739"/>
                  </a:cubicBezTo>
                  <a:lnTo>
                    <a:pt x="4882" y="3215"/>
                  </a:lnTo>
                  <a:cubicBezTo>
                    <a:pt x="4882" y="3680"/>
                    <a:pt x="4703" y="4096"/>
                    <a:pt x="4358" y="4430"/>
                  </a:cubicBezTo>
                  <a:cubicBezTo>
                    <a:pt x="4044" y="4712"/>
                    <a:pt x="3660" y="4875"/>
                    <a:pt x="3244" y="4875"/>
                  </a:cubicBezTo>
                  <a:cubicBezTo>
                    <a:pt x="3203" y="4875"/>
                    <a:pt x="3161" y="4873"/>
                    <a:pt x="3120" y="4870"/>
                  </a:cubicBezTo>
                  <a:cubicBezTo>
                    <a:pt x="2275" y="4823"/>
                    <a:pt x="1596" y="4072"/>
                    <a:pt x="1596" y="3180"/>
                  </a:cubicBezTo>
                  <a:lnTo>
                    <a:pt x="1596" y="2763"/>
                  </a:lnTo>
                  <a:cubicBezTo>
                    <a:pt x="1596" y="2727"/>
                    <a:pt x="1596" y="2715"/>
                    <a:pt x="1572" y="2679"/>
                  </a:cubicBezTo>
                  <a:cubicBezTo>
                    <a:pt x="1477" y="2465"/>
                    <a:pt x="1417" y="2227"/>
                    <a:pt x="1417" y="1965"/>
                  </a:cubicBezTo>
                  <a:lnTo>
                    <a:pt x="1417" y="1596"/>
                  </a:lnTo>
                  <a:cubicBezTo>
                    <a:pt x="1417" y="894"/>
                    <a:pt x="1989" y="322"/>
                    <a:pt x="2691" y="322"/>
                  </a:cubicBezTo>
                  <a:close/>
                  <a:moveTo>
                    <a:pt x="4168" y="4989"/>
                  </a:moveTo>
                  <a:lnTo>
                    <a:pt x="4168" y="5299"/>
                  </a:lnTo>
                  <a:lnTo>
                    <a:pt x="3239" y="5930"/>
                  </a:lnTo>
                  <a:lnTo>
                    <a:pt x="2322" y="5299"/>
                  </a:lnTo>
                  <a:lnTo>
                    <a:pt x="2322" y="4989"/>
                  </a:lnTo>
                  <a:cubicBezTo>
                    <a:pt x="2560" y="5120"/>
                    <a:pt x="2822" y="5204"/>
                    <a:pt x="3108" y="5215"/>
                  </a:cubicBezTo>
                  <a:lnTo>
                    <a:pt x="3239" y="5215"/>
                  </a:lnTo>
                  <a:cubicBezTo>
                    <a:pt x="3572" y="5215"/>
                    <a:pt x="3882" y="5144"/>
                    <a:pt x="4168" y="4989"/>
                  </a:cubicBezTo>
                  <a:close/>
                  <a:moveTo>
                    <a:pt x="2191" y="5620"/>
                  </a:moveTo>
                  <a:lnTo>
                    <a:pt x="2989" y="6168"/>
                  </a:lnTo>
                  <a:lnTo>
                    <a:pt x="2560" y="6585"/>
                  </a:lnTo>
                  <a:lnTo>
                    <a:pt x="2548" y="6585"/>
                  </a:lnTo>
                  <a:lnTo>
                    <a:pt x="2024" y="5799"/>
                  </a:lnTo>
                  <a:lnTo>
                    <a:pt x="2191" y="5620"/>
                  </a:lnTo>
                  <a:close/>
                  <a:moveTo>
                    <a:pt x="4299" y="5596"/>
                  </a:moveTo>
                  <a:lnTo>
                    <a:pt x="4465" y="5775"/>
                  </a:lnTo>
                  <a:lnTo>
                    <a:pt x="3941" y="6585"/>
                  </a:lnTo>
                  <a:lnTo>
                    <a:pt x="3929" y="6585"/>
                  </a:lnTo>
                  <a:lnTo>
                    <a:pt x="3501" y="6156"/>
                  </a:lnTo>
                  <a:lnTo>
                    <a:pt x="4299" y="5596"/>
                  </a:lnTo>
                  <a:close/>
                  <a:moveTo>
                    <a:pt x="2703" y="1"/>
                  </a:moveTo>
                  <a:cubicBezTo>
                    <a:pt x="1810" y="1"/>
                    <a:pt x="1084" y="727"/>
                    <a:pt x="1084" y="1620"/>
                  </a:cubicBezTo>
                  <a:lnTo>
                    <a:pt x="1084" y="1977"/>
                  </a:lnTo>
                  <a:cubicBezTo>
                    <a:pt x="1084" y="2263"/>
                    <a:pt x="1143" y="2548"/>
                    <a:pt x="1262" y="2799"/>
                  </a:cubicBezTo>
                  <a:lnTo>
                    <a:pt x="1262" y="3191"/>
                  </a:lnTo>
                  <a:cubicBezTo>
                    <a:pt x="1262" y="3822"/>
                    <a:pt x="1548" y="4394"/>
                    <a:pt x="1989" y="4763"/>
                  </a:cubicBezTo>
                  <a:lnTo>
                    <a:pt x="1989" y="5335"/>
                  </a:lnTo>
                  <a:lnTo>
                    <a:pt x="1679" y="5656"/>
                  </a:lnTo>
                  <a:cubicBezTo>
                    <a:pt x="1655" y="5692"/>
                    <a:pt x="1632" y="5751"/>
                    <a:pt x="1632" y="5787"/>
                  </a:cubicBezTo>
                  <a:lnTo>
                    <a:pt x="596" y="6168"/>
                  </a:lnTo>
                  <a:cubicBezTo>
                    <a:pt x="239" y="6299"/>
                    <a:pt x="0" y="6620"/>
                    <a:pt x="0" y="7013"/>
                  </a:cubicBezTo>
                  <a:lnTo>
                    <a:pt x="0" y="7954"/>
                  </a:lnTo>
                  <a:cubicBezTo>
                    <a:pt x="0" y="8037"/>
                    <a:pt x="72" y="8109"/>
                    <a:pt x="155" y="8109"/>
                  </a:cubicBezTo>
                  <a:cubicBezTo>
                    <a:pt x="250" y="8109"/>
                    <a:pt x="322" y="8037"/>
                    <a:pt x="322" y="7954"/>
                  </a:cubicBezTo>
                  <a:lnTo>
                    <a:pt x="322" y="7013"/>
                  </a:lnTo>
                  <a:cubicBezTo>
                    <a:pt x="322" y="6775"/>
                    <a:pt x="477" y="6561"/>
                    <a:pt x="691" y="6489"/>
                  </a:cubicBezTo>
                  <a:lnTo>
                    <a:pt x="1798" y="6085"/>
                  </a:lnTo>
                  <a:lnTo>
                    <a:pt x="2263" y="6775"/>
                  </a:lnTo>
                  <a:cubicBezTo>
                    <a:pt x="2322" y="6859"/>
                    <a:pt x="2405" y="6918"/>
                    <a:pt x="2513" y="6918"/>
                  </a:cubicBezTo>
                  <a:lnTo>
                    <a:pt x="2536" y="6918"/>
                  </a:lnTo>
                  <a:cubicBezTo>
                    <a:pt x="2632" y="6918"/>
                    <a:pt x="2715" y="6894"/>
                    <a:pt x="2798" y="6823"/>
                  </a:cubicBezTo>
                  <a:lnTo>
                    <a:pt x="3072" y="6537"/>
                  </a:lnTo>
                  <a:lnTo>
                    <a:pt x="3072" y="7930"/>
                  </a:lnTo>
                  <a:cubicBezTo>
                    <a:pt x="3072" y="8025"/>
                    <a:pt x="3156" y="8097"/>
                    <a:pt x="3239" y="8097"/>
                  </a:cubicBezTo>
                  <a:cubicBezTo>
                    <a:pt x="3334" y="8097"/>
                    <a:pt x="3406" y="8025"/>
                    <a:pt x="3406" y="7930"/>
                  </a:cubicBezTo>
                  <a:lnTo>
                    <a:pt x="3406" y="6537"/>
                  </a:lnTo>
                  <a:lnTo>
                    <a:pt x="3691" y="6823"/>
                  </a:lnTo>
                  <a:cubicBezTo>
                    <a:pt x="3751" y="6882"/>
                    <a:pt x="3834" y="6918"/>
                    <a:pt x="3941" y="6918"/>
                  </a:cubicBezTo>
                  <a:lnTo>
                    <a:pt x="3965" y="6918"/>
                  </a:lnTo>
                  <a:cubicBezTo>
                    <a:pt x="4072" y="6906"/>
                    <a:pt x="4168" y="6859"/>
                    <a:pt x="4227" y="6775"/>
                  </a:cubicBezTo>
                  <a:lnTo>
                    <a:pt x="4680" y="6085"/>
                  </a:lnTo>
                  <a:lnTo>
                    <a:pt x="5787" y="6489"/>
                  </a:lnTo>
                  <a:cubicBezTo>
                    <a:pt x="6013" y="6561"/>
                    <a:pt x="6156" y="6775"/>
                    <a:pt x="6156" y="7013"/>
                  </a:cubicBezTo>
                  <a:lnTo>
                    <a:pt x="6156" y="7954"/>
                  </a:lnTo>
                  <a:cubicBezTo>
                    <a:pt x="6156" y="8037"/>
                    <a:pt x="6227" y="8109"/>
                    <a:pt x="6323" y="8109"/>
                  </a:cubicBezTo>
                  <a:cubicBezTo>
                    <a:pt x="6406" y="8109"/>
                    <a:pt x="6489" y="8037"/>
                    <a:pt x="6489" y="7954"/>
                  </a:cubicBezTo>
                  <a:lnTo>
                    <a:pt x="6489" y="7013"/>
                  </a:lnTo>
                  <a:cubicBezTo>
                    <a:pt x="6489" y="6632"/>
                    <a:pt x="6251" y="6299"/>
                    <a:pt x="5906" y="6168"/>
                  </a:cubicBezTo>
                  <a:lnTo>
                    <a:pt x="4870" y="5799"/>
                  </a:lnTo>
                  <a:cubicBezTo>
                    <a:pt x="4870" y="5751"/>
                    <a:pt x="4846" y="5704"/>
                    <a:pt x="4822" y="5656"/>
                  </a:cubicBezTo>
                  <a:lnTo>
                    <a:pt x="4513" y="5335"/>
                  </a:lnTo>
                  <a:lnTo>
                    <a:pt x="4513" y="4787"/>
                  </a:lnTo>
                  <a:cubicBezTo>
                    <a:pt x="4537" y="4751"/>
                    <a:pt x="4572" y="4727"/>
                    <a:pt x="4608" y="4692"/>
                  </a:cubicBezTo>
                  <a:cubicBezTo>
                    <a:pt x="5013" y="4323"/>
                    <a:pt x="5239" y="3787"/>
                    <a:pt x="5239" y="3251"/>
                  </a:cubicBezTo>
                  <a:lnTo>
                    <a:pt x="5239" y="2799"/>
                  </a:lnTo>
                  <a:cubicBezTo>
                    <a:pt x="5358" y="2537"/>
                    <a:pt x="5418" y="2263"/>
                    <a:pt x="5418" y="1977"/>
                  </a:cubicBezTo>
                  <a:lnTo>
                    <a:pt x="5418" y="167"/>
                  </a:lnTo>
                  <a:cubicBezTo>
                    <a:pt x="5418" y="72"/>
                    <a:pt x="5334" y="1"/>
                    <a:pt x="525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14169;p83"/>
            <p:cNvSpPr/>
            <p:nvPr/>
          </p:nvSpPr>
          <p:spPr>
            <a:xfrm>
              <a:off x="946034" y="3694580"/>
              <a:ext cx="10663" cy="21613"/>
            </a:xfrm>
            <a:custGeom>
              <a:avLst/>
              <a:gdLst/>
              <a:ahLst/>
              <a:cxnLst/>
              <a:rect l="l" t="t" r="r" b="b"/>
              <a:pathLst>
                <a:path w="335" h="679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524"/>
                  </a:lnTo>
                  <a:cubicBezTo>
                    <a:pt x="1" y="607"/>
                    <a:pt x="72" y="679"/>
                    <a:pt x="168" y="679"/>
                  </a:cubicBezTo>
                  <a:cubicBezTo>
                    <a:pt x="251" y="679"/>
                    <a:pt x="334" y="607"/>
                    <a:pt x="334" y="524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14170;p83"/>
            <p:cNvSpPr/>
            <p:nvPr/>
          </p:nvSpPr>
          <p:spPr>
            <a:xfrm>
              <a:off x="1073004" y="3694580"/>
              <a:ext cx="10631" cy="21613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524"/>
                  </a:lnTo>
                  <a:cubicBezTo>
                    <a:pt x="0" y="607"/>
                    <a:pt x="72" y="679"/>
                    <a:pt x="167" y="679"/>
                  </a:cubicBezTo>
                  <a:cubicBezTo>
                    <a:pt x="251" y="679"/>
                    <a:pt x="334" y="607"/>
                    <a:pt x="334" y="524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14171;p83"/>
            <p:cNvSpPr/>
            <p:nvPr/>
          </p:nvSpPr>
          <p:spPr>
            <a:xfrm>
              <a:off x="859265" y="3348175"/>
              <a:ext cx="312316" cy="293759"/>
            </a:xfrm>
            <a:custGeom>
              <a:avLst/>
              <a:gdLst/>
              <a:ahLst/>
              <a:cxnLst/>
              <a:rect l="l" t="t" r="r" b="b"/>
              <a:pathLst>
                <a:path w="9812" h="9229" extrusionOk="0">
                  <a:moveTo>
                    <a:pt x="3275" y="632"/>
                  </a:moveTo>
                  <a:cubicBezTo>
                    <a:pt x="3025" y="846"/>
                    <a:pt x="2786" y="1120"/>
                    <a:pt x="2560" y="1441"/>
                  </a:cubicBezTo>
                  <a:cubicBezTo>
                    <a:pt x="2417" y="1680"/>
                    <a:pt x="2286" y="1918"/>
                    <a:pt x="2179" y="2180"/>
                  </a:cubicBezTo>
                  <a:lnTo>
                    <a:pt x="1239" y="2180"/>
                  </a:lnTo>
                  <a:cubicBezTo>
                    <a:pt x="1762" y="1489"/>
                    <a:pt x="2453" y="941"/>
                    <a:pt x="3275" y="632"/>
                  </a:cubicBezTo>
                  <a:close/>
                  <a:moveTo>
                    <a:pt x="4703" y="346"/>
                  </a:moveTo>
                  <a:lnTo>
                    <a:pt x="4703" y="2180"/>
                  </a:lnTo>
                  <a:lnTo>
                    <a:pt x="2536" y="2180"/>
                  </a:lnTo>
                  <a:cubicBezTo>
                    <a:pt x="3036" y="1132"/>
                    <a:pt x="3810" y="429"/>
                    <a:pt x="4703" y="346"/>
                  </a:cubicBezTo>
                  <a:close/>
                  <a:moveTo>
                    <a:pt x="5049" y="346"/>
                  </a:moveTo>
                  <a:cubicBezTo>
                    <a:pt x="5942" y="418"/>
                    <a:pt x="6715" y="1120"/>
                    <a:pt x="7227" y="2180"/>
                  </a:cubicBezTo>
                  <a:lnTo>
                    <a:pt x="5049" y="2180"/>
                  </a:lnTo>
                  <a:lnTo>
                    <a:pt x="5049" y="346"/>
                  </a:lnTo>
                  <a:close/>
                  <a:moveTo>
                    <a:pt x="6489" y="644"/>
                  </a:moveTo>
                  <a:lnTo>
                    <a:pt x="6489" y="644"/>
                  </a:lnTo>
                  <a:cubicBezTo>
                    <a:pt x="7311" y="953"/>
                    <a:pt x="8013" y="1489"/>
                    <a:pt x="8525" y="2192"/>
                  </a:cubicBezTo>
                  <a:lnTo>
                    <a:pt x="7597" y="2192"/>
                  </a:lnTo>
                  <a:cubicBezTo>
                    <a:pt x="7477" y="1918"/>
                    <a:pt x="7358" y="1680"/>
                    <a:pt x="7204" y="1453"/>
                  </a:cubicBezTo>
                  <a:cubicBezTo>
                    <a:pt x="7001" y="1132"/>
                    <a:pt x="6763" y="858"/>
                    <a:pt x="6489" y="644"/>
                  </a:cubicBezTo>
                  <a:close/>
                  <a:moveTo>
                    <a:pt x="2024" y="2513"/>
                  </a:moveTo>
                  <a:cubicBezTo>
                    <a:pt x="1786" y="3192"/>
                    <a:pt x="1655" y="3930"/>
                    <a:pt x="1632" y="4716"/>
                  </a:cubicBezTo>
                  <a:lnTo>
                    <a:pt x="334" y="4716"/>
                  </a:lnTo>
                  <a:cubicBezTo>
                    <a:pt x="358" y="3918"/>
                    <a:pt x="596" y="3168"/>
                    <a:pt x="1000" y="2513"/>
                  </a:cubicBezTo>
                  <a:close/>
                  <a:moveTo>
                    <a:pt x="8751" y="2513"/>
                  </a:moveTo>
                  <a:cubicBezTo>
                    <a:pt x="9156" y="3156"/>
                    <a:pt x="9394" y="3918"/>
                    <a:pt x="9430" y="4716"/>
                  </a:cubicBezTo>
                  <a:lnTo>
                    <a:pt x="8132" y="4716"/>
                  </a:lnTo>
                  <a:cubicBezTo>
                    <a:pt x="8120" y="3930"/>
                    <a:pt x="7978" y="3192"/>
                    <a:pt x="7728" y="2513"/>
                  </a:cubicBezTo>
                  <a:close/>
                  <a:moveTo>
                    <a:pt x="9430" y="5049"/>
                  </a:moveTo>
                  <a:cubicBezTo>
                    <a:pt x="9394" y="5811"/>
                    <a:pt x="9192" y="6549"/>
                    <a:pt x="8799" y="7192"/>
                  </a:cubicBezTo>
                  <a:cubicBezTo>
                    <a:pt x="8787" y="7204"/>
                    <a:pt x="8775" y="7228"/>
                    <a:pt x="8751" y="7252"/>
                  </a:cubicBezTo>
                  <a:lnTo>
                    <a:pt x="7728" y="7252"/>
                  </a:lnTo>
                  <a:cubicBezTo>
                    <a:pt x="7739" y="7204"/>
                    <a:pt x="7763" y="7156"/>
                    <a:pt x="7775" y="7097"/>
                  </a:cubicBezTo>
                  <a:cubicBezTo>
                    <a:pt x="8001" y="6466"/>
                    <a:pt x="8120" y="5775"/>
                    <a:pt x="8132" y="5049"/>
                  </a:cubicBezTo>
                  <a:close/>
                  <a:moveTo>
                    <a:pt x="1632" y="5061"/>
                  </a:moveTo>
                  <a:cubicBezTo>
                    <a:pt x="1655" y="5775"/>
                    <a:pt x="1762" y="6466"/>
                    <a:pt x="1989" y="7121"/>
                  </a:cubicBezTo>
                  <a:cubicBezTo>
                    <a:pt x="2001" y="7156"/>
                    <a:pt x="2013" y="7216"/>
                    <a:pt x="2024" y="7264"/>
                  </a:cubicBezTo>
                  <a:lnTo>
                    <a:pt x="989" y="7264"/>
                  </a:lnTo>
                  <a:cubicBezTo>
                    <a:pt x="584" y="6609"/>
                    <a:pt x="358" y="5847"/>
                    <a:pt x="334" y="5061"/>
                  </a:cubicBezTo>
                  <a:close/>
                  <a:moveTo>
                    <a:pt x="4882" y="1"/>
                  </a:moveTo>
                  <a:cubicBezTo>
                    <a:pt x="3572" y="1"/>
                    <a:pt x="2358" y="513"/>
                    <a:pt x="1429" y="1430"/>
                  </a:cubicBezTo>
                  <a:cubicBezTo>
                    <a:pt x="512" y="2358"/>
                    <a:pt x="0" y="3573"/>
                    <a:pt x="0" y="4882"/>
                  </a:cubicBezTo>
                  <a:cubicBezTo>
                    <a:pt x="0" y="6716"/>
                    <a:pt x="1012" y="8371"/>
                    <a:pt x="2644" y="9216"/>
                  </a:cubicBezTo>
                  <a:cubicBezTo>
                    <a:pt x="2667" y="9228"/>
                    <a:pt x="2679" y="9228"/>
                    <a:pt x="2715" y="9228"/>
                  </a:cubicBezTo>
                  <a:cubicBezTo>
                    <a:pt x="2775" y="9228"/>
                    <a:pt x="2834" y="9204"/>
                    <a:pt x="2858" y="9145"/>
                  </a:cubicBezTo>
                  <a:cubicBezTo>
                    <a:pt x="2905" y="9050"/>
                    <a:pt x="2882" y="8966"/>
                    <a:pt x="2786" y="8919"/>
                  </a:cubicBezTo>
                  <a:cubicBezTo>
                    <a:pt x="2167" y="8585"/>
                    <a:pt x="1643" y="8133"/>
                    <a:pt x="1239" y="7597"/>
                  </a:cubicBezTo>
                  <a:lnTo>
                    <a:pt x="2179" y="7597"/>
                  </a:lnTo>
                  <a:cubicBezTo>
                    <a:pt x="2382" y="8049"/>
                    <a:pt x="2644" y="8466"/>
                    <a:pt x="2941" y="8800"/>
                  </a:cubicBezTo>
                  <a:cubicBezTo>
                    <a:pt x="2972" y="8837"/>
                    <a:pt x="3013" y="8855"/>
                    <a:pt x="3057" y="8855"/>
                  </a:cubicBezTo>
                  <a:cubicBezTo>
                    <a:pt x="3097" y="8855"/>
                    <a:pt x="3140" y="8840"/>
                    <a:pt x="3179" y="8811"/>
                  </a:cubicBezTo>
                  <a:cubicBezTo>
                    <a:pt x="3251" y="8752"/>
                    <a:pt x="3251" y="8645"/>
                    <a:pt x="3191" y="8573"/>
                  </a:cubicBezTo>
                  <a:cubicBezTo>
                    <a:pt x="2941" y="8288"/>
                    <a:pt x="2727" y="7966"/>
                    <a:pt x="2548" y="7597"/>
                  </a:cubicBezTo>
                  <a:cubicBezTo>
                    <a:pt x="2644" y="7573"/>
                    <a:pt x="2703" y="7514"/>
                    <a:pt x="2703" y="7430"/>
                  </a:cubicBezTo>
                  <a:cubicBezTo>
                    <a:pt x="2703" y="7335"/>
                    <a:pt x="2620" y="7264"/>
                    <a:pt x="2536" y="7264"/>
                  </a:cubicBezTo>
                  <a:lnTo>
                    <a:pt x="2417" y="7264"/>
                  </a:lnTo>
                  <a:cubicBezTo>
                    <a:pt x="2167" y="6609"/>
                    <a:pt x="2001" y="5847"/>
                    <a:pt x="1977" y="5061"/>
                  </a:cubicBezTo>
                  <a:lnTo>
                    <a:pt x="2179" y="5061"/>
                  </a:lnTo>
                  <a:cubicBezTo>
                    <a:pt x="2263" y="5061"/>
                    <a:pt x="2346" y="4990"/>
                    <a:pt x="2346" y="4894"/>
                  </a:cubicBezTo>
                  <a:cubicBezTo>
                    <a:pt x="2346" y="4811"/>
                    <a:pt x="2263" y="4740"/>
                    <a:pt x="2179" y="4740"/>
                  </a:cubicBezTo>
                  <a:lnTo>
                    <a:pt x="1977" y="4740"/>
                  </a:lnTo>
                  <a:cubicBezTo>
                    <a:pt x="2001" y="3930"/>
                    <a:pt x="2155" y="3192"/>
                    <a:pt x="2417" y="2537"/>
                  </a:cubicBezTo>
                  <a:lnTo>
                    <a:pt x="4739" y="2537"/>
                  </a:lnTo>
                  <a:lnTo>
                    <a:pt x="4739" y="2906"/>
                  </a:lnTo>
                  <a:cubicBezTo>
                    <a:pt x="4739" y="2989"/>
                    <a:pt x="4810" y="3073"/>
                    <a:pt x="4894" y="3073"/>
                  </a:cubicBezTo>
                  <a:cubicBezTo>
                    <a:pt x="4989" y="3073"/>
                    <a:pt x="5061" y="2989"/>
                    <a:pt x="5061" y="2906"/>
                  </a:cubicBezTo>
                  <a:lnTo>
                    <a:pt x="5061" y="2537"/>
                  </a:lnTo>
                  <a:lnTo>
                    <a:pt x="7382" y="2537"/>
                  </a:lnTo>
                  <a:cubicBezTo>
                    <a:pt x="7632" y="3168"/>
                    <a:pt x="7787" y="3930"/>
                    <a:pt x="7811" y="4740"/>
                  </a:cubicBezTo>
                  <a:lnTo>
                    <a:pt x="7620" y="4740"/>
                  </a:lnTo>
                  <a:cubicBezTo>
                    <a:pt x="7537" y="4740"/>
                    <a:pt x="7454" y="4811"/>
                    <a:pt x="7454" y="4894"/>
                  </a:cubicBezTo>
                  <a:cubicBezTo>
                    <a:pt x="7454" y="4990"/>
                    <a:pt x="7537" y="5061"/>
                    <a:pt x="7620" y="5061"/>
                  </a:cubicBezTo>
                  <a:lnTo>
                    <a:pt x="7811" y="5061"/>
                  </a:lnTo>
                  <a:cubicBezTo>
                    <a:pt x="7799" y="5847"/>
                    <a:pt x="7656" y="6609"/>
                    <a:pt x="7382" y="7264"/>
                  </a:cubicBezTo>
                  <a:lnTo>
                    <a:pt x="7263" y="7264"/>
                  </a:lnTo>
                  <a:cubicBezTo>
                    <a:pt x="7180" y="7264"/>
                    <a:pt x="7096" y="7335"/>
                    <a:pt x="7096" y="7430"/>
                  </a:cubicBezTo>
                  <a:cubicBezTo>
                    <a:pt x="7096" y="7514"/>
                    <a:pt x="7156" y="7597"/>
                    <a:pt x="7251" y="7597"/>
                  </a:cubicBezTo>
                  <a:cubicBezTo>
                    <a:pt x="7073" y="7966"/>
                    <a:pt x="6846" y="8311"/>
                    <a:pt x="6608" y="8573"/>
                  </a:cubicBezTo>
                  <a:cubicBezTo>
                    <a:pt x="6549" y="8645"/>
                    <a:pt x="6549" y="8752"/>
                    <a:pt x="6620" y="8811"/>
                  </a:cubicBezTo>
                  <a:cubicBezTo>
                    <a:pt x="6656" y="8847"/>
                    <a:pt x="6704" y="8859"/>
                    <a:pt x="6739" y="8859"/>
                  </a:cubicBezTo>
                  <a:cubicBezTo>
                    <a:pt x="6787" y="8859"/>
                    <a:pt x="6835" y="8847"/>
                    <a:pt x="6882" y="8800"/>
                  </a:cubicBezTo>
                  <a:cubicBezTo>
                    <a:pt x="7180" y="8466"/>
                    <a:pt x="7442" y="8049"/>
                    <a:pt x="7632" y="7597"/>
                  </a:cubicBezTo>
                  <a:lnTo>
                    <a:pt x="8573" y="7597"/>
                  </a:lnTo>
                  <a:cubicBezTo>
                    <a:pt x="8204" y="8085"/>
                    <a:pt x="7739" y="8514"/>
                    <a:pt x="7192" y="8823"/>
                  </a:cubicBezTo>
                  <a:cubicBezTo>
                    <a:pt x="7120" y="8871"/>
                    <a:pt x="7085" y="8978"/>
                    <a:pt x="7132" y="9061"/>
                  </a:cubicBezTo>
                  <a:cubicBezTo>
                    <a:pt x="7163" y="9116"/>
                    <a:pt x="7215" y="9145"/>
                    <a:pt x="7274" y="9145"/>
                  </a:cubicBezTo>
                  <a:cubicBezTo>
                    <a:pt x="7305" y="9145"/>
                    <a:pt x="7338" y="9137"/>
                    <a:pt x="7370" y="9121"/>
                  </a:cubicBezTo>
                  <a:cubicBezTo>
                    <a:pt x="8097" y="8704"/>
                    <a:pt x="8704" y="8097"/>
                    <a:pt x="9144" y="7371"/>
                  </a:cubicBezTo>
                  <a:cubicBezTo>
                    <a:pt x="9585" y="6621"/>
                    <a:pt x="9811" y="5763"/>
                    <a:pt x="9811" y="4894"/>
                  </a:cubicBezTo>
                  <a:cubicBezTo>
                    <a:pt x="9763" y="3585"/>
                    <a:pt x="9263" y="2346"/>
                    <a:pt x="8335" y="1430"/>
                  </a:cubicBezTo>
                  <a:cubicBezTo>
                    <a:pt x="7418" y="513"/>
                    <a:pt x="6192" y="1"/>
                    <a:pt x="488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9" name="Google Shape;14472;p83"/>
          <p:cNvSpPr>
            <a:spLocks noChangeAspect="1"/>
          </p:cNvSpPr>
          <p:nvPr/>
        </p:nvSpPr>
        <p:spPr>
          <a:xfrm>
            <a:off x="575154" y="4091021"/>
            <a:ext cx="469611" cy="469653"/>
          </a:xfrm>
          <a:custGeom>
            <a:avLst/>
            <a:gdLst/>
            <a:ahLst/>
            <a:cxnLst/>
            <a:rect l="l" t="t" r="r" b="b"/>
            <a:pathLst>
              <a:path w="11133" h="11134" extrusionOk="0">
                <a:moveTo>
                  <a:pt x="2876" y="2961"/>
                </a:moveTo>
                <a:cubicBezTo>
                  <a:pt x="2929" y="2961"/>
                  <a:pt x="2983" y="2967"/>
                  <a:pt x="3036" y="2977"/>
                </a:cubicBezTo>
                <a:cubicBezTo>
                  <a:pt x="3358" y="3037"/>
                  <a:pt x="3584" y="3287"/>
                  <a:pt x="3656" y="3596"/>
                </a:cubicBezTo>
                <a:cubicBezTo>
                  <a:pt x="3703" y="3882"/>
                  <a:pt x="3608" y="4180"/>
                  <a:pt x="3382" y="4358"/>
                </a:cubicBezTo>
                <a:cubicBezTo>
                  <a:pt x="3239" y="4489"/>
                  <a:pt x="3144" y="4680"/>
                  <a:pt x="3144" y="4882"/>
                </a:cubicBezTo>
                <a:lnTo>
                  <a:pt x="3144" y="5239"/>
                </a:lnTo>
                <a:cubicBezTo>
                  <a:pt x="3144" y="5525"/>
                  <a:pt x="3370" y="5740"/>
                  <a:pt x="3644" y="5740"/>
                </a:cubicBezTo>
                <a:lnTo>
                  <a:pt x="5406" y="5740"/>
                </a:lnTo>
                <a:lnTo>
                  <a:pt x="5406" y="7502"/>
                </a:lnTo>
                <a:cubicBezTo>
                  <a:pt x="5406" y="7609"/>
                  <a:pt x="5311" y="7680"/>
                  <a:pt x="5227" y="7680"/>
                </a:cubicBezTo>
                <a:lnTo>
                  <a:pt x="4870" y="7680"/>
                </a:lnTo>
                <a:cubicBezTo>
                  <a:pt x="4763" y="7680"/>
                  <a:pt x="4668" y="7633"/>
                  <a:pt x="4596" y="7561"/>
                </a:cubicBezTo>
                <a:cubicBezTo>
                  <a:pt x="4386" y="7313"/>
                  <a:pt x="4084" y="7164"/>
                  <a:pt x="3770" y="7164"/>
                </a:cubicBezTo>
                <a:cubicBezTo>
                  <a:pt x="3693" y="7164"/>
                  <a:pt x="3614" y="7173"/>
                  <a:pt x="3537" y="7192"/>
                </a:cubicBezTo>
                <a:cubicBezTo>
                  <a:pt x="3096" y="7264"/>
                  <a:pt x="2739" y="7621"/>
                  <a:pt x="2655" y="8049"/>
                </a:cubicBezTo>
                <a:cubicBezTo>
                  <a:pt x="2584" y="8395"/>
                  <a:pt x="2667" y="8740"/>
                  <a:pt x="2882" y="9002"/>
                </a:cubicBezTo>
                <a:cubicBezTo>
                  <a:pt x="3084" y="9276"/>
                  <a:pt x="3417" y="9419"/>
                  <a:pt x="3739" y="9419"/>
                </a:cubicBezTo>
                <a:cubicBezTo>
                  <a:pt x="4084" y="9419"/>
                  <a:pt x="4394" y="9276"/>
                  <a:pt x="4608" y="9014"/>
                </a:cubicBezTo>
                <a:cubicBezTo>
                  <a:pt x="4668" y="8942"/>
                  <a:pt x="4763" y="8895"/>
                  <a:pt x="4870" y="8895"/>
                </a:cubicBezTo>
                <a:lnTo>
                  <a:pt x="5215" y="8895"/>
                </a:lnTo>
                <a:cubicBezTo>
                  <a:pt x="5322" y="8895"/>
                  <a:pt x="5394" y="8990"/>
                  <a:pt x="5394" y="9073"/>
                </a:cubicBezTo>
                <a:lnTo>
                  <a:pt x="5394" y="10812"/>
                </a:lnTo>
                <a:lnTo>
                  <a:pt x="870" y="10812"/>
                </a:lnTo>
                <a:cubicBezTo>
                  <a:pt x="572" y="10812"/>
                  <a:pt x="334" y="10573"/>
                  <a:pt x="334" y="10276"/>
                </a:cubicBezTo>
                <a:lnTo>
                  <a:pt x="334" y="5728"/>
                </a:lnTo>
                <a:lnTo>
                  <a:pt x="2084" y="5728"/>
                </a:lnTo>
                <a:cubicBezTo>
                  <a:pt x="2370" y="5728"/>
                  <a:pt x="2596" y="5513"/>
                  <a:pt x="2596" y="5228"/>
                </a:cubicBezTo>
                <a:lnTo>
                  <a:pt x="2596" y="4882"/>
                </a:lnTo>
                <a:cubicBezTo>
                  <a:pt x="2596" y="4680"/>
                  <a:pt x="2501" y="4477"/>
                  <a:pt x="2358" y="4358"/>
                </a:cubicBezTo>
                <a:cubicBezTo>
                  <a:pt x="2179" y="4216"/>
                  <a:pt x="2072" y="3989"/>
                  <a:pt x="2072" y="3751"/>
                </a:cubicBezTo>
                <a:cubicBezTo>
                  <a:pt x="2072" y="3513"/>
                  <a:pt x="2179" y="3287"/>
                  <a:pt x="2370" y="3144"/>
                </a:cubicBezTo>
                <a:cubicBezTo>
                  <a:pt x="2517" y="3024"/>
                  <a:pt x="2694" y="2961"/>
                  <a:pt x="2876" y="2961"/>
                </a:cubicBezTo>
                <a:close/>
                <a:moveTo>
                  <a:pt x="10287" y="334"/>
                </a:moveTo>
                <a:cubicBezTo>
                  <a:pt x="10585" y="334"/>
                  <a:pt x="10823" y="572"/>
                  <a:pt x="10823" y="870"/>
                </a:cubicBezTo>
                <a:lnTo>
                  <a:pt x="10823" y="5406"/>
                </a:lnTo>
                <a:lnTo>
                  <a:pt x="10633" y="5406"/>
                </a:lnTo>
                <a:cubicBezTo>
                  <a:pt x="10537" y="5406"/>
                  <a:pt x="10466" y="5478"/>
                  <a:pt x="10466" y="5573"/>
                </a:cubicBezTo>
                <a:cubicBezTo>
                  <a:pt x="10466" y="5656"/>
                  <a:pt x="10537" y="5728"/>
                  <a:pt x="10633" y="5728"/>
                </a:cubicBezTo>
                <a:lnTo>
                  <a:pt x="10811" y="5728"/>
                </a:lnTo>
                <a:lnTo>
                  <a:pt x="10811" y="10276"/>
                </a:lnTo>
                <a:cubicBezTo>
                  <a:pt x="10811" y="10573"/>
                  <a:pt x="10573" y="10812"/>
                  <a:pt x="10275" y="10812"/>
                </a:cubicBezTo>
                <a:lnTo>
                  <a:pt x="5739" y="10812"/>
                </a:lnTo>
                <a:lnTo>
                  <a:pt x="5739" y="9049"/>
                </a:lnTo>
                <a:cubicBezTo>
                  <a:pt x="5739" y="8764"/>
                  <a:pt x="5513" y="8549"/>
                  <a:pt x="5227" y="8549"/>
                </a:cubicBezTo>
                <a:lnTo>
                  <a:pt x="4882" y="8549"/>
                </a:lnTo>
                <a:cubicBezTo>
                  <a:pt x="4680" y="8549"/>
                  <a:pt x="4489" y="8633"/>
                  <a:pt x="4370" y="8788"/>
                </a:cubicBezTo>
                <a:cubicBezTo>
                  <a:pt x="4215" y="8966"/>
                  <a:pt x="3989" y="9061"/>
                  <a:pt x="3751" y="9061"/>
                </a:cubicBezTo>
                <a:cubicBezTo>
                  <a:pt x="3513" y="9061"/>
                  <a:pt x="3287" y="8966"/>
                  <a:pt x="3144" y="8764"/>
                </a:cubicBezTo>
                <a:cubicBezTo>
                  <a:pt x="2989" y="8573"/>
                  <a:pt x="2941" y="8335"/>
                  <a:pt x="2977" y="8097"/>
                </a:cubicBezTo>
                <a:cubicBezTo>
                  <a:pt x="3036" y="7787"/>
                  <a:pt x="3287" y="7549"/>
                  <a:pt x="3608" y="7490"/>
                </a:cubicBezTo>
                <a:cubicBezTo>
                  <a:pt x="3659" y="7479"/>
                  <a:pt x="3710" y="7473"/>
                  <a:pt x="3761" y="7473"/>
                </a:cubicBezTo>
                <a:cubicBezTo>
                  <a:pt x="3988" y="7473"/>
                  <a:pt x="4212" y="7577"/>
                  <a:pt x="4358" y="7752"/>
                </a:cubicBezTo>
                <a:cubicBezTo>
                  <a:pt x="4501" y="7906"/>
                  <a:pt x="4680" y="7990"/>
                  <a:pt x="4882" y="7990"/>
                </a:cubicBezTo>
                <a:lnTo>
                  <a:pt x="5239" y="7990"/>
                </a:lnTo>
                <a:cubicBezTo>
                  <a:pt x="5525" y="7990"/>
                  <a:pt x="5751" y="7775"/>
                  <a:pt x="5751" y="7490"/>
                </a:cubicBezTo>
                <a:lnTo>
                  <a:pt x="5751" y="5728"/>
                </a:lnTo>
                <a:lnTo>
                  <a:pt x="7501" y="5728"/>
                </a:lnTo>
                <a:cubicBezTo>
                  <a:pt x="7608" y="5728"/>
                  <a:pt x="7680" y="5823"/>
                  <a:pt x="7680" y="5906"/>
                </a:cubicBezTo>
                <a:lnTo>
                  <a:pt x="7680" y="6263"/>
                </a:lnTo>
                <a:cubicBezTo>
                  <a:pt x="7680" y="6371"/>
                  <a:pt x="7632" y="6478"/>
                  <a:pt x="7561" y="6537"/>
                </a:cubicBezTo>
                <a:cubicBezTo>
                  <a:pt x="7251" y="6799"/>
                  <a:pt x="7097" y="7204"/>
                  <a:pt x="7192" y="7609"/>
                </a:cubicBezTo>
                <a:cubicBezTo>
                  <a:pt x="7263" y="8037"/>
                  <a:pt x="7620" y="8395"/>
                  <a:pt x="8049" y="8490"/>
                </a:cubicBezTo>
                <a:cubicBezTo>
                  <a:pt x="8132" y="8502"/>
                  <a:pt x="8216" y="8514"/>
                  <a:pt x="8287" y="8514"/>
                </a:cubicBezTo>
                <a:cubicBezTo>
                  <a:pt x="8549" y="8514"/>
                  <a:pt x="8799" y="8418"/>
                  <a:pt x="9002" y="8264"/>
                </a:cubicBezTo>
                <a:cubicBezTo>
                  <a:pt x="9275" y="8049"/>
                  <a:pt x="9418" y="7728"/>
                  <a:pt x="9418" y="7394"/>
                </a:cubicBezTo>
                <a:cubicBezTo>
                  <a:pt x="9418" y="7061"/>
                  <a:pt x="9275" y="6740"/>
                  <a:pt x="9025" y="6537"/>
                </a:cubicBezTo>
                <a:cubicBezTo>
                  <a:pt x="8942" y="6478"/>
                  <a:pt x="8906" y="6371"/>
                  <a:pt x="8906" y="6263"/>
                </a:cubicBezTo>
                <a:lnTo>
                  <a:pt x="8906" y="5930"/>
                </a:lnTo>
                <a:cubicBezTo>
                  <a:pt x="8906" y="5823"/>
                  <a:pt x="8990" y="5751"/>
                  <a:pt x="9085" y="5751"/>
                </a:cubicBezTo>
                <a:lnTo>
                  <a:pt x="9954" y="5751"/>
                </a:lnTo>
                <a:cubicBezTo>
                  <a:pt x="10049" y="5751"/>
                  <a:pt x="10121" y="5668"/>
                  <a:pt x="10121" y="5585"/>
                </a:cubicBezTo>
                <a:cubicBezTo>
                  <a:pt x="10121" y="5489"/>
                  <a:pt x="10049" y="5418"/>
                  <a:pt x="9954" y="5418"/>
                </a:cubicBezTo>
                <a:lnTo>
                  <a:pt x="9085" y="5418"/>
                </a:lnTo>
                <a:cubicBezTo>
                  <a:pt x="8799" y="5418"/>
                  <a:pt x="8573" y="5644"/>
                  <a:pt x="8573" y="5918"/>
                </a:cubicBezTo>
                <a:lnTo>
                  <a:pt x="8573" y="6263"/>
                </a:lnTo>
                <a:cubicBezTo>
                  <a:pt x="8573" y="6478"/>
                  <a:pt x="8668" y="6668"/>
                  <a:pt x="8811" y="6787"/>
                </a:cubicBezTo>
                <a:cubicBezTo>
                  <a:pt x="8990" y="6930"/>
                  <a:pt x="9097" y="7156"/>
                  <a:pt x="9097" y="7394"/>
                </a:cubicBezTo>
                <a:cubicBezTo>
                  <a:pt x="9097" y="7633"/>
                  <a:pt x="8990" y="7859"/>
                  <a:pt x="8799" y="8014"/>
                </a:cubicBezTo>
                <a:cubicBezTo>
                  <a:pt x="8652" y="8124"/>
                  <a:pt x="8477" y="8185"/>
                  <a:pt x="8295" y="8185"/>
                </a:cubicBezTo>
                <a:cubicBezTo>
                  <a:pt x="8241" y="8185"/>
                  <a:pt x="8187" y="8179"/>
                  <a:pt x="8132" y="8168"/>
                </a:cubicBezTo>
                <a:cubicBezTo>
                  <a:pt x="7811" y="8109"/>
                  <a:pt x="7573" y="7859"/>
                  <a:pt x="7513" y="7549"/>
                </a:cubicBezTo>
                <a:cubicBezTo>
                  <a:pt x="7454" y="7264"/>
                  <a:pt x="7561" y="6966"/>
                  <a:pt x="7787" y="6787"/>
                </a:cubicBezTo>
                <a:cubicBezTo>
                  <a:pt x="7930" y="6656"/>
                  <a:pt x="8025" y="6478"/>
                  <a:pt x="8025" y="6263"/>
                </a:cubicBezTo>
                <a:lnTo>
                  <a:pt x="8025" y="5930"/>
                </a:lnTo>
                <a:cubicBezTo>
                  <a:pt x="8025" y="5644"/>
                  <a:pt x="7799" y="5418"/>
                  <a:pt x="7525" y="5418"/>
                </a:cubicBezTo>
                <a:lnTo>
                  <a:pt x="5763" y="5418"/>
                </a:lnTo>
                <a:lnTo>
                  <a:pt x="5763" y="3668"/>
                </a:lnTo>
                <a:cubicBezTo>
                  <a:pt x="5763" y="3561"/>
                  <a:pt x="5858" y="3489"/>
                  <a:pt x="5942" y="3489"/>
                </a:cubicBezTo>
                <a:lnTo>
                  <a:pt x="6299" y="3489"/>
                </a:lnTo>
                <a:cubicBezTo>
                  <a:pt x="6406" y="3489"/>
                  <a:pt x="6501" y="3525"/>
                  <a:pt x="6561" y="3608"/>
                </a:cubicBezTo>
                <a:cubicBezTo>
                  <a:pt x="6783" y="3859"/>
                  <a:pt x="7091" y="4001"/>
                  <a:pt x="7409" y="4001"/>
                </a:cubicBezTo>
                <a:cubicBezTo>
                  <a:pt x="7483" y="4001"/>
                  <a:pt x="7558" y="3993"/>
                  <a:pt x="7632" y="3977"/>
                </a:cubicBezTo>
                <a:cubicBezTo>
                  <a:pt x="8073" y="3906"/>
                  <a:pt x="8430" y="3549"/>
                  <a:pt x="8513" y="3108"/>
                </a:cubicBezTo>
                <a:cubicBezTo>
                  <a:pt x="8585" y="2775"/>
                  <a:pt x="8501" y="2430"/>
                  <a:pt x="8287" y="2156"/>
                </a:cubicBezTo>
                <a:cubicBezTo>
                  <a:pt x="8085" y="1894"/>
                  <a:pt x="7751" y="1739"/>
                  <a:pt x="7430" y="1739"/>
                </a:cubicBezTo>
                <a:cubicBezTo>
                  <a:pt x="7085" y="1739"/>
                  <a:pt x="6775" y="1894"/>
                  <a:pt x="6561" y="2144"/>
                </a:cubicBezTo>
                <a:cubicBezTo>
                  <a:pt x="6501" y="2215"/>
                  <a:pt x="6406" y="2263"/>
                  <a:pt x="6299" y="2263"/>
                </a:cubicBezTo>
                <a:lnTo>
                  <a:pt x="5954" y="2263"/>
                </a:lnTo>
                <a:cubicBezTo>
                  <a:pt x="5846" y="2263"/>
                  <a:pt x="5775" y="2180"/>
                  <a:pt x="5775" y="2084"/>
                </a:cubicBezTo>
                <a:lnTo>
                  <a:pt x="5775" y="1203"/>
                </a:lnTo>
                <a:cubicBezTo>
                  <a:pt x="5775" y="1120"/>
                  <a:pt x="5703" y="1048"/>
                  <a:pt x="5608" y="1048"/>
                </a:cubicBezTo>
                <a:cubicBezTo>
                  <a:pt x="5525" y="1048"/>
                  <a:pt x="5453" y="1120"/>
                  <a:pt x="5453" y="1203"/>
                </a:cubicBezTo>
                <a:lnTo>
                  <a:pt x="5453" y="2084"/>
                </a:lnTo>
                <a:cubicBezTo>
                  <a:pt x="5453" y="2370"/>
                  <a:pt x="5668" y="2596"/>
                  <a:pt x="5954" y="2596"/>
                </a:cubicBezTo>
                <a:lnTo>
                  <a:pt x="6299" y="2596"/>
                </a:lnTo>
                <a:cubicBezTo>
                  <a:pt x="6501" y="2596"/>
                  <a:pt x="6704" y="2501"/>
                  <a:pt x="6823" y="2358"/>
                </a:cubicBezTo>
                <a:cubicBezTo>
                  <a:pt x="6966" y="2180"/>
                  <a:pt x="7192" y="2072"/>
                  <a:pt x="7430" y="2072"/>
                </a:cubicBezTo>
                <a:cubicBezTo>
                  <a:pt x="7668" y="2072"/>
                  <a:pt x="7894" y="2180"/>
                  <a:pt x="8037" y="2370"/>
                </a:cubicBezTo>
                <a:cubicBezTo>
                  <a:pt x="8192" y="2561"/>
                  <a:pt x="8251" y="2799"/>
                  <a:pt x="8204" y="3037"/>
                </a:cubicBezTo>
                <a:cubicBezTo>
                  <a:pt x="8144" y="3346"/>
                  <a:pt x="7894" y="3584"/>
                  <a:pt x="7573" y="3644"/>
                </a:cubicBezTo>
                <a:cubicBezTo>
                  <a:pt x="7519" y="3656"/>
                  <a:pt x="7465" y="3661"/>
                  <a:pt x="7411" y="3661"/>
                </a:cubicBezTo>
                <a:cubicBezTo>
                  <a:pt x="7187" y="3661"/>
                  <a:pt x="6966" y="3564"/>
                  <a:pt x="6823" y="3382"/>
                </a:cubicBezTo>
                <a:cubicBezTo>
                  <a:pt x="6680" y="3227"/>
                  <a:pt x="6501" y="3144"/>
                  <a:pt x="6299" y="3144"/>
                </a:cubicBezTo>
                <a:lnTo>
                  <a:pt x="5942" y="3144"/>
                </a:lnTo>
                <a:cubicBezTo>
                  <a:pt x="5656" y="3144"/>
                  <a:pt x="5430" y="3370"/>
                  <a:pt x="5430" y="3644"/>
                </a:cubicBezTo>
                <a:lnTo>
                  <a:pt x="5430" y="5406"/>
                </a:lnTo>
                <a:lnTo>
                  <a:pt x="3679" y="5406"/>
                </a:lnTo>
                <a:cubicBezTo>
                  <a:pt x="3572" y="5406"/>
                  <a:pt x="3501" y="5311"/>
                  <a:pt x="3501" y="5228"/>
                </a:cubicBezTo>
                <a:lnTo>
                  <a:pt x="3501" y="4870"/>
                </a:lnTo>
                <a:cubicBezTo>
                  <a:pt x="3501" y="4763"/>
                  <a:pt x="3548" y="4656"/>
                  <a:pt x="3620" y="4597"/>
                </a:cubicBezTo>
                <a:cubicBezTo>
                  <a:pt x="3929" y="4335"/>
                  <a:pt x="4084" y="3930"/>
                  <a:pt x="3989" y="3525"/>
                </a:cubicBezTo>
                <a:cubicBezTo>
                  <a:pt x="3918" y="3096"/>
                  <a:pt x="3560" y="2739"/>
                  <a:pt x="3132" y="2656"/>
                </a:cubicBezTo>
                <a:cubicBezTo>
                  <a:pt x="3047" y="2635"/>
                  <a:pt x="2962" y="2626"/>
                  <a:pt x="2879" y="2626"/>
                </a:cubicBezTo>
                <a:cubicBezTo>
                  <a:pt x="2622" y="2626"/>
                  <a:pt x="2377" y="2717"/>
                  <a:pt x="2179" y="2870"/>
                </a:cubicBezTo>
                <a:cubicBezTo>
                  <a:pt x="1905" y="3084"/>
                  <a:pt x="1763" y="3406"/>
                  <a:pt x="1763" y="3739"/>
                </a:cubicBezTo>
                <a:cubicBezTo>
                  <a:pt x="1763" y="4085"/>
                  <a:pt x="1905" y="4394"/>
                  <a:pt x="2155" y="4597"/>
                </a:cubicBezTo>
                <a:cubicBezTo>
                  <a:pt x="2239" y="4656"/>
                  <a:pt x="2274" y="4763"/>
                  <a:pt x="2274" y="4870"/>
                </a:cubicBezTo>
                <a:lnTo>
                  <a:pt x="2274" y="5216"/>
                </a:lnTo>
                <a:cubicBezTo>
                  <a:pt x="2274" y="5311"/>
                  <a:pt x="2191" y="5394"/>
                  <a:pt x="2096" y="5394"/>
                </a:cubicBezTo>
                <a:lnTo>
                  <a:pt x="346" y="5394"/>
                </a:lnTo>
                <a:lnTo>
                  <a:pt x="346" y="870"/>
                </a:lnTo>
                <a:cubicBezTo>
                  <a:pt x="346" y="572"/>
                  <a:pt x="584" y="334"/>
                  <a:pt x="881" y="334"/>
                </a:cubicBezTo>
                <a:lnTo>
                  <a:pt x="5418" y="334"/>
                </a:lnTo>
                <a:lnTo>
                  <a:pt x="5418" y="513"/>
                </a:lnTo>
                <a:cubicBezTo>
                  <a:pt x="5418" y="596"/>
                  <a:pt x="5489" y="667"/>
                  <a:pt x="5584" y="667"/>
                </a:cubicBezTo>
                <a:cubicBezTo>
                  <a:pt x="5680" y="667"/>
                  <a:pt x="5751" y="596"/>
                  <a:pt x="5751" y="513"/>
                </a:cubicBezTo>
                <a:lnTo>
                  <a:pt x="5751" y="334"/>
                </a:lnTo>
                <a:close/>
                <a:moveTo>
                  <a:pt x="870" y="1"/>
                </a:moveTo>
                <a:cubicBezTo>
                  <a:pt x="393" y="1"/>
                  <a:pt x="0" y="394"/>
                  <a:pt x="0" y="870"/>
                </a:cubicBezTo>
                <a:lnTo>
                  <a:pt x="0" y="10276"/>
                </a:lnTo>
                <a:cubicBezTo>
                  <a:pt x="0" y="10752"/>
                  <a:pt x="393" y="11133"/>
                  <a:pt x="870" y="11133"/>
                </a:cubicBezTo>
                <a:lnTo>
                  <a:pt x="10275" y="11133"/>
                </a:lnTo>
                <a:cubicBezTo>
                  <a:pt x="10752" y="11133"/>
                  <a:pt x="11133" y="10752"/>
                  <a:pt x="11133" y="10276"/>
                </a:cubicBezTo>
                <a:lnTo>
                  <a:pt x="11133" y="870"/>
                </a:lnTo>
                <a:cubicBezTo>
                  <a:pt x="11133" y="394"/>
                  <a:pt x="10752" y="1"/>
                  <a:pt x="1027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082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Google Shape;1475;p37"/>
          <p:cNvSpPr txBox="1">
            <a:spLocks noGrp="1"/>
          </p:cNvSpPr>
          <p:nvPr>
            <p:ph type="subTitle" idx="1"/>
          </p:nvPr>
        </p:nvSpPr>
        <p:spPr>
          <a:xfrm>
            <a:off x="475696" y="488046"/>
            <a:ext cx="5056991" cy="45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Диаграмма компонентов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C4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76" name="Google Shape;1476;p37"/>
          <p:cNvGrpSpPr/>
          <p:nvPr/>
        </p:nvGrpSpPr>
        <p:grpSpPr>
          <a:xfrm>
            <a:off x="-2384002" y="4741421"/>
            <a:ext cx="3922590" cy="2969900"/>
            <a:chOff x="-374387" y="3354325"/>
            <a:chExt cx="3922590" cy="2969900"/>
          </a:xfrm>
        </p:grpSpPr>
        <p:pic>
          <p:nvPicPr>
            <p:cNvPr id="1477" name="Google Shape;1477;p37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-374387" y="3354325"/>
              <a:ext cx="3891276" cy="29699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78" name="Google Shape;1478;p37"/>
            <p:cNvGrpSpPr/>
            <p:nvPr/>
          </p:nvGrpSpPr>
          <p:grpSpPr>
            <a:xfrm>
              <a:off x="1853583" y="4445557"/>
              <a:ext cx="1694620" cy="1360169"/>
              <a:chOff x="7945225" y="4302000"/>
              <a:chExt cx="904666" cy="726121"/>
            </a:xfrm>
          </p:grpSpPr>
          <p:sp>
            <p:nvSpPr>
              <p:cNvPr id="1479" name="Google Shape;1479;p37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Google Shape;1480;p37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Google Shape;1481;p37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82" name="Google Shape;1482;p37"/>
          <p:cNvGrpSpPr/>
          <p:nvPr/>
        </p:nvGrpSpPr>
        <p:grpSpPr>
          <a:xfrm>
            <a:off x="7475338" y="-820809"/>
            <a:ext cx="4829487" cy="7542613"/>
            <a:chOff x="6128138" y="-1301175"/>
            <a:chExt cx="4268216" cy="6666030"/>
          </a:xfrm>
        </p:grpSpPr>
        <p:sp>
          <p:nvSpPr>
            <p:cNvPr id="1483" name="Google Shape;1483;p37"/>
            <p:cNvSpPr/>
            <p:nvPr/>
          </p:nvSpPr>
          <p:spPr>
            <a:xfrm>
              <a:off x="6368175" y="103161"/>
              <a:ext cx="4006263" cy="4749291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37"/>
            <p:cNvSpPr/>
            <p:nvPr/>
          </p:nvSpPr>
          <p:spPr>
            <a:xfrm>
              <a:off x="6711143" y="81300"/>
              <a:ext cx="2925190" cy="3057668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37"/>
            <p:cNvSpPr/>
            <p:nvPr/>
          </p:nvSpPr>
          <p:spPr>
            <a:xfrm>
              <a:off x="7243039" y="245650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37"/>
            <p:cNvSpPr/>
            <p:nvPr/>
          </p:nvSpPr>
          <p:spPr>
            <a:xfrm>
              <a:off x="6875804" y="622450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37"/>
            <p:cNvSpPr/>
            <p:nvPr/>
          </p:nvSpPr>
          <p:spPr>
            <a:xfrm>
              <a:off x="6573850" y="621225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488" name="Google Shape;1488;p37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6128138" y="-1301175"/>
              <a:ext cx="4198516" cy="3204401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89" name="Google Shape;1489;p37"/>
            <p:cNvGrpSpPr/>
            <p:nvPr/>
          </p:nvGrpSpPr>
          <p:grpSpPr>
            <a:xfrm rot="5400000">
              <a:off x="7873341" y="4254316"/>
              <a:ext cx="708100" cy="708500"/>
              <a:chOff x="3678700" y="407275"/>
              <a:chExt cx="708100" cy="708500"/>
            </a:xfrm>
          </p:grpSpPr>
          <p:sp>
            <p:nvSpPr>
              <p:cNvPr id="1490" name="Google Shape;1490;p37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Google Shape;1491;p37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Google Shape;1492;p37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Google Shape;1493;p37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Google Shape;1494;p37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Google Shape;1495;p37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Google Shape;1496;p37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7" name="Google Shape;1497;p37"/>
            <p:cNvGrpSpPr/>
            <p:nvPr/>
          </p:nvGrpSpPr>
          <p:grpSpPr>
            <a:xfrm rot="5400000">
              <a:off x="8639847" y="3354200"/>
              <a:ext cx="457787" cy="458045"/>
              <a:chOff x="3678700" y="407275"/>
              <a:chExt cx="708100" cy="708500"/>
            </a:xfrm>
          </p:grpSpPr>
          <p:sp>
            <p:nvSpPr>
              <p:cNvPr id="1498" name="Google Shape;1498;p37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Google Shape;1499;p37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Google Shape;1500;p37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Google Shape;1501;p37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37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37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37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5" name="Google Shape;1505;p37"/>
            <p:cNvGrpSpPr/>
            <p:nvPr/>
          </p:nvGrpSpPr>
          <p:grpSpPr>
            <a:xfrm>
              <a:off x="7787267" y="539497"/>
              <a:ext cx="208184" cy="208184"/>
              <a:chOff x="8356813" y="1074288"/>
              <a:chExt cx="351900" cy="351900"/>
            </a:xfrm>
          </p:grpSpPr>
          <p:sp>
            <p:nvSpPr>
              <p:cNvPr id="1506" name="Google Shape;1506;p37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37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8" name="Google Shape;1508;p37"/>
            <p:cNvGrpSpPr/>
            <p:nvPr/>
          </p:nvGrpSpPr>
          <p:grpSpPr>
            <a:xfrm>
              <a:off x="7194833" y="2467660"/>
              <a:ext cx="208184" cy="208184"/>
              <a:chOff x="8356822" y="1074288"/>
              <a:chExt cx="351901" cy="351900"/>
            </a:xfrm>
          </p:grpSpPr>
          <p:sp>
            <p:nvSpPr>
              <p:cNvPr id="1509" name="Google Shape;1509;p37"/>
              <p:cNvSpPr/>
              <p:nvPr/>
            </p:nvSpPr>
            <p:spPr>
              <a:xfrm>
                <a:off x="8356822" y="1074288"/>
                <a:ext cx="351901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37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11" name="Google Shape;1511;p37"/>
            <p:cNvSpPr/>
            <p:nvPr/>
          </p:nvSpPr>
          <p:spPr>
            <a:xfrm>
              <a:off x="7095150" y="4164050"/>
              <a:ext cx="147900" cy="147900"/>
            </a:xfrm>
            <a:prstGeom prst="ellipse">
              <a:avLst/>
            </a:pr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2" name="Google Shape;1512;p37"/>
          <p:cNvGrpSpPr/>
          <p:nvPr/>
        </p:nvGrpSpPr>
        <p:grpSpPr>
          <a:xfrm>
            <a:off x="527756" y="448725"/>
            <a:ext cx="4558967" cy="134100"/>
            <a:chOff x="796100" y="3019701"/>
            <a:chExt cx="4558967" cy="134100"/>
          </a:xfrm>
        </p:grpSpPr>
        <p:sp>
          <p:nvSpPr>
            <p:cNvPr id="1513" name="Google Shape;1513;p37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14" name="Google Shape;1514;p37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15" name="Google Shape;1515;p37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74" name="Google Shape;1474;p37"/>
          <p:cNvSpPr txBox="1">
            <a:spLocks noGrp="1"/>
          </p:cNvSpPr>
          <p:nvPr>
            <p:ph type="title"/>
          </p:nvPr>
        </p:nvSpPr>
        <p:spPr>
          <a:xfrm>
            <a:off x="428703" y="-200871"/>
            <a:ext cx="8489161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sz="3600" dirty="0" smtClean="0"/>
              <a:t>Выделенные компоненты</a:t>
            </a:r>
            <a:endParaRPr sz="3600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44" y="814384"/>
            <a:ext cx="8952411" cy="6066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799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6" name="Google Shape;1476;p37"/>
          <p:cNvGrpSpPr/>
          <p:nvPr/>
        </p:nvGrpSpPr>
        <p:grpSpPr>
          <a:xfrm>
            <a:off x="-2384002" y="4741421"/>
            <a:ext cx="3922590" cy="2969900"/>
            <a:chOff x="-374387" y="3354325"/>
            <a:chExt cx="3922590" cy="2969900"/>
          </a:xfrm>
        </p:grpSpPr>
        <p:pic>
          <p:nvPicPr>
            <p:cNvPr id="1477" name="Google Shape;1477;p37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-374387" y="3354325"/>
              <a:ext cx="3891276" cy="29699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78" name="Google Shape;1478;p37"/>
            <p:cNvGrpSpPr/>
            <p:nvPr/>
          </p:nvGrpSpPr>
          <p:grpSpPr>
            <a:xfrm>
              <a:off x="1853583" y="4445557"/>
              <a:ext cx="1694620" cy="1360169"/>
              <a:chOff x="7945225" y="4302000"/>
              <a:chExt cx="904666" cy="726121"/>
            </a:xfrm>
          </p:grpSpPr>
          <p:sp>
            <p:nvSpPr>
              <p:cNvPr id="1479" name="Google Shape;1479;p37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Google Shape;1480;p37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Google Shape;1481;p37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82" name="Google Shape;1482;p37"/>
          <p:cNvGrpSpPr/>
          <p:nvPr/>
        </p:nvGrpSpPr>
        <p:grpSpPr>
          <a:xfrm>
            <a:off x="7475338" y="-820809"/>
            <a:ext cx="4829487" cy="7542613"/>
            <a:chOff x="6128138" y="-1301175"/>
            <a:chExt cx="4268216" cy="6666030"/>
          </a:xfrm>
        </p:grpSpPr>
        <p:sp>
          <p:nvSpPr>
            <p:cNvPr id="1483" name="Google Shape;1483;p37"/>
            <p:cNvSpPr/>
            <p:nvPr/>
          </p:nvSpPr>
          <p:spPr>
            <a:xfrm>
              <a:off x="6368175" y="103161"/>
              <a:ext cx="4006263" cy="4749291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37"/>
            <p:cNvSpPr/>
            <p:nvPr/>
          </p:nvSpPr>
          <p:spPr>
            <a:xfrm>
              <a:off x="6711143" y="81300"/>
              <a:ext cx="2925190" cy="3057668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37"/>
            <p:cNvSpPr/>
            <p:nvPr/>
          </p:nvSpPr>
          <p:spPr>
            <a:xfrm>
              <a:off x="7243039" y="245650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37"/>
            <p:cNvSpPr/>
            <p:nvPr/>
          </p:nvSpPr>
          <p:spPr>
            <a:xfrm>
              <a:off x="6875804" y="622450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37"/>
            <p:cNvSpPr/>
            <p:nvPr/>
          </p:nvSpPr>
          <p:spPr>
            <a:xfrm>
              <a:off x="6573850" y="621225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488" name="Google Shape;1488;p37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6128138" y="-1301175"/>
              <a:ext cx="4198516" cy="3204401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89" name="Google Shape;1489;p37"/>
            <p:cNvGrpSpPr/>
            <p:nvPr/>
          </p:nvGrpSpPr>
          <p:grpSpPr>
            <a:xfrm rot="5400000">
              <a:off x="7873341" y="4254316"/>
              <a:ext cx="708100" cy="708500"/>
              <a:chOff x="3678700" y="407275"/>
              <a:chExt cx="708100" cy="708500"/>
            </a:xfrm>
          </p:grpSpPr>
          <p:sp>
            <p:nvSpPr>
              <p:cNvPr id="1490" name="Google Shape;1490;p37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Google Shape;1491;p37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Google Shape;1492;p37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Google Shape;1493;p37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Google Shape;1494;p37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Google Shape;1495;p37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Google Shape;1496;p37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7" name="Google Shape;1497;p37"/>
            <p:cNvGrpSpPr/>
            <p:nvPr/>
          </p:nvGrpSpPr>
          <p:grpSpPr>
            <a:xfrm rot="5400000">
              <a:off x="8639847" y="3354200"/>
              <a:ext cx="457787" cy="458045"/>
              <a:chOff x="3678700" y="407275"/>
              <a:chExt cx="708100" cy="708500"/>
            </a:xfrm>
          </p:grpSpPr>
          <p:sp>
            <p:nvSpPr>
              <p:cNvPr id="1498" name="Google Shape;1498;p37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Google Shape;1499;p37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Google Shape;1500;p37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Google Shape;1501;p37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37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37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37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5" name="Google Shape;1505;p37"/>
            <p:cNvGrpSpPr/>
            <p:nvPr/>
          </p:nvGrpSpPr>
          <p:grpSpPr>
            <a:xfrm>
              <a:off x="7787267" y="539497"/>
              <a:ext cx="208184" cy="208184"/>
              <a:chOff x="8356813" y="1074288"/>
              <a:chExt cx="351900" cy="351900"/>
            </a:xfrm>
          </p:grpSpPr>
          <p:sp>
            <p:nvSpPr>
              <p:cNvPr id="1506" name="Google Shape;1506;p37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37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8" name="Google Shape;1508;p37"/>
            <p:cNvGrpSpPr/>
            <p:nvPr/>
          </p:nvGrpSpPr>
          <p:grpSpPr>
            <a:xfrm>
              <a:off x="7194833" y="2467660"/>
              <a:ext cx="208184" cy="208184"/>
              <a:chOff x="8356822" y="1074288"/>
              <a:chExt cx="351901" cy="351900"/>
            </a:xfrm>
          </p:grpSpPr>
          <p:sp>
            <p:nvSpPr>
              <p:cNvPr id="1509" name="Google Shape;1509;p37"/>
              <p:cNvSpPr/>
              <p:nvPr/>
            </p:nvSpPr>
            <p:spPr>
              <a:xfrm>
                <a:off x="8356822" y="1074288"/>
                <a:ext cx="351901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37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11" name="Google Shape;1511;p37"/>
            <p:cNvSpPr/>
            <p:nvPr/>
          </p:nvSpPr>
          <p:spPr>
            <a:xfrm>
              <a:off x="7095150" y="4164050"/>
              <a:ext cx="147900" cy="147900"/>
            </a:xfrm>
            <a:prstGeom prst="ellipse">
              <a:avLst/>
            </a:pr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2" name="Google Shape;1512;p37"/>
          <p:cNvGrpSpPr/>
          <p:nvPr/>
        </p:nvGrpSpPr>
        <p:grpSpPr>
          <a:xfrm>
            <a:off x="527756" y="448725"/>
            <a:ext cx="4558967" cy="134100"/>
            <a:chOff x="796100" y="3019701"/>
            <a:chExt cx="4558967" cy="134100"/>
          </a:xfrm>
        </p:grpSpPr>
        <p:sp>
          <p:nvSpPr>
            <p:cNvPr id="1513" name="Google Shape;1513;p37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14" name="Google Shape;1514;p37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15" name="Google Shape;1515;p37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74" name="Google Shape;1474;p37"/>
          <p:cNvSpPr txBox="1">
            <a:spLocks noGrp="1"/>
          </p:cNvSpPr>
          <p:nvPr>
            <p:ph type="title"/>
          </p:nvPr>
        </p:nvSpPr>
        <p:spPr>
          <a:xfrm>
            <a:off x="428703" y="-200871"/>
            <a:ext cx="8489161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sz="3600" dirty="0" smtClean="0"/>
              <a:t>Архитектура</a:t>
            </a:r>
            <a:endParaRPr sz="36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80" r="2489" b="9107"/>
          <a:stretch/>
        </p:blipFill>
        <p:spPr>
          <a:xfrm>
            <a:off x="1583305" y="591357"/>
            <a:ext cx="5922926" cy="6266643"/>
          </a:xfrm>
          <a:prstGeom prst="rect">
            <a:avLst/>
          </a:prstGeom>
        </p:spPr>
      </p:pic>
      <p:sp>
        <p:nvSpPr>
          <p:cNvPr id="48" name="Google Shape;1657;p41"/>
          <p:cNvSpPr txBox="1">
            <a:spLocks/>
          </p:cNvSpPr>
          <p:nvPr/>
        </p:nvSpPr>
        <p:spPr>
          <a:xfrm>
            <a:off x="6168233" y="6284536"/>
            <a:ext cx="1163804" cy="404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ru-RU" sz="1600" b="1" dirty="0" smtClean="0">
                <a:latin typeface="+mn-lt"/>
              </a:rPr>
              <a:t>Всего</a:t>
            </a:r>
            <a:r>
              <a:rPr lang="en-US" sz="1600" b="1" dirty="0" smtClean="0">
                <a:latin typeface="+mn-lt"/>
              </a:rPr>
              <a:t>:</a:t>
            </a:r>
            <a:r>
              <a:rPr lang="ru-RU" sz="1600" b="1" dirty="0" smtClean="0">
                <a:latin typeface="+mn-lt"/>
              </a:rPr>
              <a:t> 3</a:t>
            </a:r>
            <a:r>
              <a:rPr lang="en-US" sz="1600" b="1" dirty="0" smtClean="0">
                <a:latin typeface="+mn-lt"/>
              </a:rPr>
              <a:t>4</a:t>
            </a:r>
            <a:endParaRPr lang="ru-RU" sz="16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869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Google Shape;1749;p44"/>
          <p:cNvSpPr txBox="1">
            <a:spLocks noGrp="1"/>
          </p:cNvSpPr>
          <p:nvPr>
            <p:ph type="subTitle" idx="1"/>
          </p:nvPr>
        </p:nvSpPr>
        <p:spPr>
          <a:xfrm>
            <a:off x="341944" y="1422542"/>
            <a:ext cx="7172869" cy="48877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+mn-lt"/>
              </a:rPr>
              <a:t>Управление позицией в </a:t>
            </a:r>
            <a:r>
              <a:rPr lang="ru-RU" sz="2000" dirty="0" smtClean="0">
                <a:latin typeface="+mn-lt"/>
              </a:rPr>
              <a:t>очереди (вычисление позиций в очереди)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+mn-lt"/>
              </a:rPr>
              <a:t>Добавление позиций в </a:t>
            </a:r>
            <a:r>
              <a:rPr lang="ru-RU" sz="2000" dirty="0" smtClean="0">
                <a:latin typeface="+mn-lt"/>
              </a:rPr>
              <a:t>очереди (добавление новых позиций в очереди)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 smtClean="0">
                <a:latin typeface="+mn-lt"/>
              </a:rPr>
              <a:t>Приоритетность (вычисление приоритетности)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+mn-lt"/>
              </a:rPr>
              <a:t>Статусы </a:t>
            </a:r>
            <a:r>
              <a:rPr lang="ru-RU" sz="2000" dirty="0" smtClean="0">
                <a:latin typeface="+mn-lt"/>
              </a:rPr>
              <a:t>талона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+mn-lt"/>
              </a:rPr>
              <a:t>Конкурентный </a:t>
            </a:r>
            <a:r>
              <a:rPr lang="ru-RU" sz="2000" dirty="0" smtClean="0">
                <a:latin typeface="+mn-lt"/>
              </a:rPr>
              <a:t>доступ (способ разрешения проблем с доступом)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+mn-lt"/>
              </a:rPr>
              <a:t>Ограничения по сессии </a:t>
            </a:r>
            <a:r>
              <a:rPr lang="ru-RU" sz="2000" dirty="0" smtClean="0">
                <a:latin typeface="+mn-lt"/>
              </a:rPr>
              <a:t>клиента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+mn-lt"/>
              </a:rPr>
              <a:t>Расчёт времени </a:t>
            </a:r>
            <a:r>
              <a:rPr lang="ru-RU" sz="2000" dirty="0" smtClean="0">
                <a:latin typeface="+mn-lt"/>
              </a:rPr>
              <a:t>ожидания (правила расчёта)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+mn-lt"/>
              </a:rPr>
              <a:t>Стратегия генерации номеров талонов</a:t>
            </a:r>
            <a:endParaRPr lang="ru-RU" sz="2000" dirty="0" smtClean="0">
              <a:latin typeface="+mn-lt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+mn-lt"/>
              </a:rPr>
              <a:t>Безопасность данных</a:t>
            </a:r>
            <a:endParaRPr lang="ru-RU" sz="2000" dirty="0" smtClean="0">
              <a:latin typeface="+mn-lt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sz="1600" dirty="0">
              <a:latin typeface="+mn-lt"/>
            </a:endParaRPr>
          </a:p>
        </p:txBody>
      </p:sp>
      <p:sp>
        <p:nvSpPr>
          <p:cNvPr id="1752" name="Google Shape;1752;p44"/>
          <p:cNvSpPr txBox="1">
            <a:spLocks noGrp="1"/>
          </p:cNvSpPr>
          <p:nvPr>
            <p:ph type="title"/>
          </p:nvPr>
        </p:nvSpPr>
        <p:spPr>
          <a:xfrm>
            <a:off x="341944" y="97896"/>
            <a:ext cx="690614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dirty="0"/>
              <a:t>Бизнес-правила и ограничения</a:t>
            </a:r>
            <a:endParaRPr dirty="0"/>
          </a:p>
        </p:txBody>
      </p:sp>
      <p:sp>
        <p:nvSpPr>
          <p:cNvPr id="15" name="Google Shape;1475;p37"/>
          <p:cNvSpPr txBox="1">
            <a:spLocks/>
          </p:cNvSpPr>
          <p:nvPr/>
        </p:nvSpPr>
        <p:spPr>
          <a:xfrm>
            <a:off x="341944" y="635809"/>
            <a:ext cx="5563906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ru-RU" sz="1600" dirty="0" smtClean="0">
                <a:latin typeface="+mn-lt"/>
                <a:cs typeface="Arial" panose="020B0604020202020204" pitchFamily="34" charset="0"/>
              </a:rPr>
              <a:t>Выделенные категории правил</a:t>
            </a:r>
            <a:endParaRPr lang="ru-RU" sz="1600" dirty="0">
              <a:latin typeface="+mn-lt"/>
              <a:cs typeface="Arial" panose="020B0604020202020204" pitchFamily="34" charset="0"/>
            </a:endParaRPr>
          </a:p>
        </p:txBody>
      </p:sp>
      <p:grpSp>
        <p:nvGrpSpPr>
          <p:cNvPr id="16" name="Google Shape;1512;p37"/>
          <p:cNvGrpSpPr/>
          <p:nvPr/>
        </p:nvGrpSpPr>
        <p:grpSpPr>
          <a:xfrm>
            <a:off x="394004" y="596488"/>
            <a:ext cx="4558967" cy="134100"/>
            <a:chOff x="796100" y="3019701"/>
            <a:chExt cx="4558967" cy="134100"/>
          </a:xfrm>
        </p:grpSpPr>
        <p:sp>
          <p:nvSpPr>
            <p:cNvPr id="17" name="Google Shape;1513;p37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8" name="Google Shape;1514;p37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9" name="Google Shape;1515;p37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7530905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" name="Google Shape;1628;p40"/>
          <p:cNvSpPr txBox="1">
            <a:spLocks noGrp="1"/>
          </p:cNvSpPr>
          <p:nvPr>
            <p:ph type="title"/>
          </p:nvPr>
        </p:nvSpPr>
        <p:spPr>
          <a:xfrm>
            <a:off x="332367" y="66271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Словарь терминов проекта</a:t>
            </a:r>
            <a:endParaRPr dirty="0"/>
          </a:p>
        </p:txBody>
      </p:sp>
      <p:sp>
        <p:nvSpPr>
          <p:cNvPr id="4" name="Google Shape;1749;p44"/>
          <p:cNvSpPr txBox="1">
            <a:spLocks noGrp="1"/>
          </p:cNvSpPr>
          <p:nvPr>
            <p:ph type="subTitle" idx="1"/>
          </p:nvPr>
        </p:nvSpPr>
        <p:spPr>
          <a:xfrm>
            <a:off x="363281" y="638971"/>
            <a:ext cx="8003371" cy="60015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sz="1800" b="1" dirty="0" smtClean="0">
                <a:latin typeface="+mn-lt"/>
              </a:rPr>
              <a:t>Содержание</a:t>
            </a:r>
            <a:endParaRPr lang="en-US" sz="1800" b="1" dirty="0" smtClean="0">
              <a:latin typeface="+mn-lt"/>
            </a:endParaRPr>
          </a:p>
          <a:p>
            <a:pPr marL="0" lvl="0" indent="0"/>
            <a:r>
              <a:rPr lang="ru-RU" sz="1800" dirty="0" smtClean="0">
                <a:latin typeface="+mn-lt"/>
              </a:rPr>
              <a:t>1. Роли </a:t>
            </a:r>
            <a:r>
              <a:rPr lang="ru-RU" sz="1800" dirty="0">
                <a:latin typeface="+mn-lt"/>
              </a:rPr>
              <a:t>и участники</a:t>
            </a:r>
          </a:p>
          <a:p>
            <a:pPr marL="0" lvl="0" indent="0"/>
            <a:r>
              <a:rPr lang="ru-RU" sz="1800" dirty="0" smtClean="0">
                <a:latin typeface="+mn-lt"/>
              </a:rPr>
              <a:t>2. Бизнес-процессы </a:t>
            </a:r>
            <a:r>
              <a:rPr lang="ru-RU" sz="1800" dirty="0">
                <a:latin typeface="+mn-lt"/>
              </a:rPr>
              <a:t>и сценарии</a:t>
            </a:r>
          </a:p>
          <a:p>
            <a:pPr marL="0" lvl="0" indent="0"/>
            <a:r>
              <a:rPr lang="ru-RU" sz="1800" dirty="0">
                <a:latin typeface="+mn-lt"/>
              </a:rPr>
              <a:t>3. Сущности и хранимые данные</a:t>
            </a:r>
          </a:p>
          <a:p>
            <a:pPr marL="0" lvl="0" indent="0"/>
            <a:r>
              <a:rPr lang="ru-RU" sz="1800" dirty="0">
                <a:latin typeface="+mn-lt"/>
              </a:rPr>
              <a:t>4. Статусы, состояния и режимы</a:t>
            </a:r>
          </a:p>
          <a:p>
            <a:pPr marL="0" lvl="0" indent="0"/>
            <a:r>
              <a:rPr lang="ru-RU" sz="1800" dirty="0">
                <a:latin typeface="+mn-lt"/>
              </a:rPr>
              <a:t>4.1. Статусы талона</a:t>
            </a:r>
          </a:p>
          <a:p>
            <a:pPr marL="0" lvl="0" indent="0"/>
            <a:r>
              <a:rPr lang="ru-RU" sz="1800" dirty="0">
                <a:latin typeface="+mn-lt"/>
              </a:rPr>
              <a:t>4.2. Статусы сессии очереди</a:t>
            </a:r>
          </a:p>
          <a:p>
            <a:pPr marL="0" lvl="0" indent="0"/>
            <a:r>
              <a:rPr lang="ru-RU" sz="1800" dirty="0">
                <a:latin typeface="+mn-lt"/>
              </a:rPr>
              <a:t>4.3. Состояния исполнителя</a:t>
            </a:r>
          </a:p>
          <a:p>
            <a:pPr marL="0" lvl="0" indent="0"/>
            <a:r>
              <a:rPr lang="ru-RU" sz="1800" dirty="0">
                <a:latin typeface="+mn-lt"/>
              </a:rPr>
              <a:t>4.4. Режимы управления</a:t>
            </a:r>
          </a:p>
          <a:p>
            <a:pPr marL="0" lvl="0" indent="0"/>
            <a:r>
              <a:rPr lang="ru-RU" sz="1800" dirty="0">
                <a:latin typeface="+mn-lt"/>
              </a:rPr>
              <a:t>5. Мониторинг и показатели</a:t>
            </a:r>
          </a:p>
          <a:p>
            <a:pPr marL="0" lvl="0" indent="0"/>
            <a:r>
              <a:rPr lang="ru-RU" sz="1800" dirty="0">
                <a:latin typeface="+mn-lt"/>
              </a:rPr>
              <a:t>6. Компоненты (сервисы)</a:t>
            </a:r>
          </a:p>
          <a:p>
            <a:pPr marL="0" lvl="0" indent="0"/>
            <a:r>
              <a:rPr lang="ru-RU" sz="1800" dirty="0">
                <a:latin typeface="+mn-lt"/>
              </a:rPr>
              <a:t>7. Технологическая архитектура и инфраструктура</a:t>
            </a:r>
          </a:p>
          <a:p>
            <a:pPr marL="0" lvl="0" indent="0"/>
            <a:r>
              <a:rPr lang="ru-RU" sz="1800" dirty="0">
                <a:latin typeface="+mn-lt"/>
              </a:rPr>
              <a:t>8. </a:t>
            </a:r>
            <a:r>
              <a:rPr lang="ru-RU" sz="1800" dirty="0" err="1">
                <a:latin typeface="+mn-lt"/>
              </a:rPr>
              <a:t>Журналирование</a:t>
            </a:r>
            <a:r>
              <a:rPr lang="ru-RU" sz="1800" dirty="0">
                <a:latin typeface="+mn-lt"/>
              </a:rPr>
              <a:t> и системные события</a:t>
            </a:r>
          </a:p>
          <a:p>
            <a:pPr marL="0" lvl="0" indent="0"/>
            <a:r>
              <a:rPr lang="ru-RU" sz="1800" dirty="0">
                <a:latin typeface="+mn-lt"/>
              </a:rPr>
              <a:t>9. Ключевые проектные и технические понятия</a:t>
            </a:r>
          </a:p>
          <a:p>
            <a:pPr marL="0" lvl="0" indent="0"/>
            <a:r>
              <a:rPr lang="ru-RU" sz="1800" dirty="0">
                <a:latin typeface="+mn-lt"/>
              </a:rPr>
              <a:t>10. Нефункциональные требования (NFR)</a:t>
            </a:r>
          </a:p>
          <a:p>
            <a:pPr marL="0" lvl="0" indent="0"/>
            <a:r>
              <a:rPr lang="ru-RU" sz="1800" dirty="0">
                <a:latin typeface="+mn-lt"/>
              </a:rPr>
              <a:t>11. Архитектурные </a:t>
            </a:r>
            <a:r>
              <a:rPr lang="ru-RU" sz="1800" dirty="0" smtClean="0">
                <a:latin typeface="+mn-lt"/>
              </a:rPr>
              <a:t>стили</a:t>
            </a:r>
            <a:endParaRPr lang="ru-RU" sz="1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212802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367" y="717349"/>
            <a:ext cx="5775721" cy="5999298"/>
          </a:xfrm>
          <a:prstGeom prst="rect">
            <a:avLst/>
          </a:prstGeom>
        </p:spPr>
      </p:pic>
      <p:sp>
        <p:nvSpPr>
          <p:cNvPr id="1625" name="Google Shape;1625;p40"/>
          <p:cNvSpPr txBox="1">
            <a:spLocks noGrp="1"/>
          </p:cNvSpPr>
          <p:nvPr>
            <p:ph type="subTitle" idx="2"/>
          </p:nvPr>
        </p:nvSpPr>
        <p:spPr>
          <a:xfrm>
            <a:off x="6205983" y="1958403"/>
            <a:ext cx="2859640" cy="26048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Репозиторий</a:t>
            </a:r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 разделён на 3 логические части</a:t>
            </a: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ru-RU" sz="16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/>
            <a:r>
              <a:rPr lang="ru-RU" b="1" dirty="0" smtClean="0"/>
              <a:t>• </a:t>
            </a:r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Организация спринтов</a:t>
            </a:r>
          </a:p>
          <a:p>
            <a:pPr marL="0" lvl="0" indent="0"/>
            <a:endParaRPr lang="ru-RU" sz="16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/>
            <a:r>
              <a:rPr lang="ru-RU" b="1" dirty="0" smtClean="0"/>
              <a:t>• </a:t>
            </a:r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Документация</a:t>
            </a:r>
          </a:p>
          <a:p>
            <a:pPr marL="0" lvl="0" indent="0"/>
            <a:endParaRPr lang="ru-RU" sz="16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/>
            <a:r>
              <a:rPr lang="ru-RU" b="1" dirty="0" smtClean="0"/>
              <a:t>• </a:t>
            </a:r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Код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27" name="Google Shape;1627;p40"/>
          <p:cNvSpPr txBox="1">
            <a:spLocks noGrp="1"/>
          </p:cNvSpPr>
          <p:nvPr>
            <p:ph type="subTitle" idx="4"/>
          </p:nvPr>
        </p:nvSpPr>
        <p:spPr>
          <a:xfrm>
            <a:off x="6198776" y="1241102"/>
            <a:ext cx="1771833" cy="82045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 err="1"/>
              <a:t>Github</a:t>
            </a:r>
            <a:r>
              <a:rPr lang="en-US" dirty="0"/>
              <a:t> Repository</a:t>
            </a:r>
            <a:endParaRPr dirty="0"/>
          </a:p>
        </p:txBody>
      </p:sp>
      <p:sp>
        <p:nvSpPr>
          <p:cNvPr id="1628" name="Google Shape;1628;p40"/>
          <p:cNvSpPr txBox="1">
            <a:spLocks noGrp="1"/>
          </p:cNvSpPr>
          <p:nvPr>
            <p:ph type="title"/>
          </p:nvPr>
        </p:nvSpPr>
        <p:spPr>
          <a:xfrm>
            <a:off x="332367" y="66271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err="1" smtClean="0"/>
              <a:t>Рефакторинг</a:t>
            </a:r>
            <a:r>
              <a:rPr lang="ru-RU" dirty="0" smtClean="0"/>
              <a:t> </a:t>
            </a:r>
            <a:r>
              <a:rPr lang="ru-RU" dirty="0" err="1" smtClean="0"/>
              <a:t>репозитория</a:t>
            </a:r>
            <a:endParaRPr dirty="0"/>
          </a:p>
        </p:txBody>
      </p:sp>
      <p:sp>
        <p:nvSpPr>
          <p:cNvPr id="6" name="Google Shape;1625;p40"/>
          <p:cNvSpPr txBox="1">
            <a:spLocks noGrp="1"/>
          </p:cNvSpPr>
          <p:nvPr>
            <p:ph type="subTitle" idx="2"/>
          </p:nvPr>
        </p:nvSpPr>
        <p:spPr>
          <a:xfrm>
            <a:off x="6198777" y="4401295"/>
            <a:ext cx="2945224" cy="10851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Документация организована в соответствии </a:t>
            </a:r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с </a:t>
            </a:r>
            <a:r>
              <a:rPr lang="ru-RU" sz="16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фреймворком</a:t>
            </a:r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Diátaxis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40020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Google Shape;1749;p44"/>
          <p:cNvSpPr txBox="1">
            <a:spLocks noGrp="1"/>
          </p:cNvSpPr>
          <p:nvPr>
            <p:ph type="subTitle" idx="1"/>
          </p:nvPr>
        </p:nvSpPr>
        <p:spPr>
          <a:xfrm>
            <a:off x="732697" y="1870615"/>
            <a:ext cx="159140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Frontend</a:t>
            </a:r>
            <a:endParaRPr dirty="0"/>
          </a:p>
        </p:txBody>
      </p:sp>
      <p:sp>
        <p:nvSpPr>
          <p:cNvPr id="1750" name="Google Shape;1750;p44"/>
          <p:cNvSpPr txBox="1">
            <a:spLocks noGrp="1"/>
          </p:cNvSpPr>
          <p:nvPr>
            <p:ph type="subTitle" idx="2"/>
          </p:nvPr>
        </p:nvSpPr>
        <p:spPr>
          <a:xfrm>
            <a:off x="4562286" y="3639109"/>
            <a:ext cx="151590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D</a:t>
            </a:r>
            <a:r>
              <a:rPr lang="en-US" dirty="0" smtClean="0"/>
              <a:t>atabase</a:t>
            </a:r>
            <a:endParaRPr dirty="0"/>
          </a:p>
        </p:txBody>
      </p:sp>
      <p:sp>
        <p:nvSpPr>
          <p:cNvPr id="1751" name="Google Shape;1751;p44"/>
          <p:cNvSpPr txBox="1">
            <a:spLocks noGrp="1"/>
          </p:cNvSpPr>
          <p:nvPr>
            <p:ph type="subTitle" idx="8"/>
          </p:nvPr>
        </p:nvSpPr>
        <p:spPr>
          <a:xfrm>
            <a:off x="4562287" y="3313000"/>
            <a:ext cx="1725627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PostgreSQL</a:t>
            </a:r>
            <a:endParaRPr dirty="0"/>
          </a:p>
        </p:txBody>
      </p:sp>
      <p:sp>
        <p:nvSpPr>
          <p:cNvPr id="1752" name="Google Shape;1752;p44"/>
          <p:cNvSpPr txBox="1">
            <a:spLocks noGrp="1"/>
          </p:cNvSpPr>
          <p:nvPr>
            <p:ph type="title"/>
          </p:nvPr>
        </p:nvSpPr>
        <p:spPr>
          <a:xfrm>
            <a:off x="354843" y="252828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dirty="0" smtClean="0"/>
              <a:t>Выбор технологического стека</a:t>
            </a:r>
            <a:endParaRPr dirty="0"/>
          </a:p>
        </p:txBody>
      </p:sp>
      <p:sp>
        <p:nvSpPr>
          <p:cNvPr id="1753" name="Google Shape;1753;p44"/>
          <p:cNvSpPr txBox="1">
            <a:spLocks noGrp="1"/>
          </p:cNvSpPr>
          <p:nvPr>
            <p:ph type="subTitle" idx="3"/>
          </p:nvPr>
        </p:nvSpPr>
        <p:spPr>
          <a:xfrm>
            <a:off x="4562286" y="1898811"/>
            <a:ext cx="1273311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Backend</a:t>
            </a:r>
            <a:endParaRPr dirty="0"/>
          </a:p>
        </p:txBody>
      </p:sp>
      <p:sp>
        <p:nvSpPr>
          <p:cNvPr id="1754" name="Google Shape;1754;p44"/>
          <p:cNvSpPr txBox="1">
            <a:spLocks noGrp="1"/>
          </p:cNvSpPr>
          <p:nvPr>
            <p:ph type="subTitle" idx="4"/>
          </p:nvPr>
        </p:nvSpPr>
        <p:spPr>
          <a:xfrm>
            <a:off x="711804" y="5407019"/>
            <a:ext cx="1273311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Web Server</a:t>
            </a:r>
            <a:endParaRPr dirty="0"/>
          </a:p>
        </p:txBody>
      </p:sp>
      <p:sp>
        <p:nvSpPr>
          <p:cNvPr id="1755" name="Google Shape;1755;p44"/>
          <p:cNvSpPr txBox="1">
            <a:spLocks noGrp="1"/>
          </p:cNvSpPr>
          <p:nvPr>
            <p:ph type="subTitle" idx="5"/>
          </p:nvPr>
        </p:nvSpPr>
        <p:spPr>
          <a:xfrm>
            <a:off x="4567247" y="5407019"/>
            <a:ext cx="172066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Containerization</a:t>
            </a:r>
            <a:endParaRPr dirty="0"/>
          </a:p>
        </p:txBody>
      </p:sp>
      <p:sp>
        <p:nvSpPr>
          <p:cNvPr id="1757" name="Google Shape;1757;p44"/>
          <p:cNvSpPr txBox="1">
            <a:spLocks noGrp="1"/>
          </p:cNvSpPr>
          <p:nvPr>
            <p:ph type="subTitle" idx="7"/>
          </p:nvPr>
        </p:nvSpPr>
        <p:spPr>
          <a:xfrm>
            <a:off x="732697" y="1544506"/>
            <a:ext cx="1591404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 smtClean="0"/>
              <a:t>Vue.js</a:t>
            </a:r>
            <a:endParaRPr dirty="0"/>
          </a:p>
        </p:txBody>
      </p:sp>
      <p:sp>
        <p:nvSpPr>
          <p:cNvPr id="1758" name="Google Shape;1758;p44"/>
          <p:cNvSpPr txBox="1">
            <a:spLocks noGrp="1"/>
          </p:cNvSpPr>
          <p:nvPr>
            <p:ph type="subTitle" idx="9"/>
          </p:nvPr>
        </p:nvSpPr>
        <p:spPr>
          <a:xfrm>
            <a:off x="4562286" y="1506548"/>
            <a:ext cx="915725" cy="46846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.</a:t>
            </a:r>
            <a:r>
              <a:rPr lang="en-US" dirty="0" smtClean="0"/>
              <a:t>NET</a:t>
            </a:r>
            <a:endParaRPr dirty="0"/>
          </a:p>
        </p:txBody>
      </p:sp>
      <p:sp>
        <p:nvSpPr>
          <p:cNvPr id="1759" name="Google Shape;1759;p44"/>
          <p:cNvSpPr txBox="1">
            <a:spLocks noGrp="1"/>
          </p:cNvSpPr>
          <p:nvPr>
            <p:ph type="subTitle" idx="13"/>
          </p:nvPr>
        </p:nvSpPr>
        <p:spPr>
          <a:xfrm>
            <a:off x="711802" y="5080920"/>
            <a:ext cx="1273313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Nginx</a:t>
            </a:r>
            <a:endParaRPr dirty="0"/>
          </a:p>
        </p:txBody>
      </p:sp>
      <p:sp>
        <p:nvSpPr>
          <p:cNvPr id="1760" name="Google Shape;1760;p44"/>
          <p:cNvSpPr txBox="1">
            <a:spLocks noGrp="1"/>
          </p:cNvSpPr>
          <p:nvPr>
            <p:ph type="subTitle" idx="14"/>
          </p:nvPr>
        </p:nvSpPr>
        <p:spPr>
          <a:xfrm>
            <a:off x="4567248" y="5080910"/>
            <a:ext cx="1259271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Docker</a:t>
            </a:r>
            <a:endParaRPr dirty="0"/>
          </a:p>
        </p:txBody>
      </p:sp>
      <p:pic>
        <p:nvPicPr>
          <p:cNvPr id="1032" name="Picture 8" descr="https://yastatic.net/naydex/yandex-search/J1A2S2p91/f639e3UdtrG/sjYTftRHnGPnmsMLafqNF5enpGVMN_V6q_djc-v4yH3N708ics2X2VP4LvK4jhs9HeGeHn7PTJrMTMWy06MXzP27W3LfX9OoqoMOzWo4DVDCN6GlED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747" y="1548018"/>
            <a:ext cx="744455" cy="645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ttps://yastatic.net/naydex/yandex-search/J1A1S8p83/f639e3UdtrG/sjYTftRHnGPnmsMLafqNF5enpGVMN_V6q_djc-v4yH3N708ics2X2ZC7bLK-z509HaAcnn8KlNvLlBYriGrSy3r82Pba3dVpZQkGyis9n9UBa-r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0826" y="3220706"/>
            <a:ext cx="811120" cy="836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https://yastatic.net/naydex/yandex-search/J1A2S2p91/f639e3UdtrG/sjYTftRHnGPnmsMLafqNF5enpGVMN_V6q_djc-v4yH3N708ics2X2VO5LvF5zts9HeGeHr6NTVgMTMWy06MXzP27W3LfX9OoqoMOzWo4DVDCN6GlEDn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115" y="5200117"/>
            <a:ext cx="1785102" cy="377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https://yastatic.net/naydex/yandex-search/J1A3S0p05/f639e3UdtrG/sjYTftRHnGPnmsMLafqNF5enpGVMN_V6q_djc-v4yH3N708ics2X2FN47LJ5Dps8HCHeHL9NTFpJ09zzU7Ecjn2823IYG9TuaQCPAK--SYICZGahXrAnuz357w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4023" y="5080167"/>
            <a:ext cx="2598868" cy="5934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https://yastatic.net/naydex/yandex-search/J1A2S9p03/f639e3UdtrG/sjYTftRHnGPnmsMLafqNF5enpGVMN_V6q_djc-v4yH3N708ics2X2VM57bL5zts9HeGd3z8NThhMTMWy06MXzP27W3LfX9OoqoMOzu--X9fEZ6QhGeWwuvd5w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5639" y="3281111"/>
            <a:ext cx="952442" cy="760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Google Shape;1754;p44"/>
          <p:cNvSpPr txBox="1">
            <a:spLocks noGrp="1"/>
          </p:cNvSpPr>
          <p:nvPr>
            <p:ph type="subTitle" idx="4"/>
          </p:nvPr>
        </p:nvSpPr>
        <p:spPr>
          <a:xfrm>
            <a:off x="732697" y="3625806"/>
            <a:ext cx="1273311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Styles</a:t>
            </a:r>
            <a:endParaRPr dirty="0"/>
          </a:p>
        </p:txBody>
      </p:sp>
      <p:sp>
        <p:nvSpPr>
          <p:cNvPr id="28" name="Google Shape;1759;p44"/>
          <p:cNvSpPr txBox="1">
            <a:spLocks noGrp="1"/>
          </p:cNvSpPr>
          <p:nvPr>
            <p:ph type="subTitle" idx="13"/>
          </p:nvPr>
        </p:nvSpPr>
        <p:spPr>
          <a:xfrm>
            <a:off x="732695" y="3299707"/>
            <a:ext cx="1592944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Bootstrap</a:t>
            </a:r>
            <a:endParaRPr dirty="0"/>
          </a:p>
        </p:txBody>
      </p:sp>
      <p:grpSp>
        <p:nvGrpSpPr>
          <p:cNvPr id="29" name="Google Shape;1512;p37"/>
          <p:cNvGrpSpPr/>
          <p:nvPr/>
        </p:nvGrpSpPr>
        <p:grpSpPr>
          <a:xfrm>
            <a:off x="434426" y="813359"/>
            <a:ext cx="4558967" cy="134100"/>
            <a:chOff x="796100" y="3019701"/>
            <a:chExt cx="4558967" cy="134100"/>
          </a:xfrm>
        </p:grpSpPr>
        <p:sp>
          <p:nvSpPr>
            <p:cNvPr id="30" name="Google Shape;1513;p37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1" name="Google Shape;1514;p37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2" name="Google Shape;1515;p37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026" name="Picture 2" descr="https://yastatic.net/naydex/yandex-search/KpfE64t09/57c901-ahAr/jy7mVLCG1RqjdAv1weXu9gZzfnIXPhqyJqYZGVocWZbfevIbtdmQpHDGo_ye_jFXlmbrw6r8OZRBxftR-b_dIcCjrli7nprR7m3GM8InbrFT43uySzA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8257" y="1497376"/>
            <a:ext cx="752569" cy="752569"/>
          </a:xfrm>
          <a:prstGeom prst="rect">
            <a:avLst/>
          </a:prstGeom>
          <a:noFill/>
          <a:effectLst>
            <a:softEdge rad="254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1594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p62"/>
          <p:cNvSpPr txBox="1">
            <a:spLocks noGrp="1"/>
          </p:cNvSpPr>
          <p:nvPr>
            <p:ph type="title"/>
          </p:nvPr>
        </p:nvSpPr>
        <p:spPr>
          <a:xfrm>
            <a:off x="191621" y="136954"/>
            <a:ext cx="7970867" cy="61517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dirty="0"/>
              <a:t>Прототип интерфейса оператора</a:t>
            </a:r>
            <a:endParaRPr dirty="0"/>
          </a:p>
        </p:txBody>
      </p:sp>
      <p:sp>
        <p:nvSpPr>
          <p:cNvPr id="2315" name="Google Shape;2315;p62"/>
          <p:cNvSpPr txBox="1">
            <a:spLocks noGrp="1"/>
          </p:cNvSpPr>
          <p:nvPr>
            <p:ph type="subTitle" idx="1"/>
          </p:nvPr>
        </p:nvSpPr>
        <p:spPr>
          <a:xfrm>
            <a:off x="191621" y="752131"/>
            <a:ext cx="6980966" cy="44847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dirty="0">
                <a:latin typeface="+mn-lt"/>
              </a:rPr>
              <a:t>Сочетает возможности исполнителя очереди и оператора</a:t>
            </a:r>
          </a:p>
        </p:txBody>
      </p:sp>
      <p:grpSp>
        <p:nvGrpSpPr>
          <p:cNvPr id="2316" name="Google Shape;2316;p62"/>
          <p:cNvGrpSpPr>
            <a:grpSpLocks noChangeAspect="1"/>
          </p:cNvGrpSpPr>
          <p:nvPr/>
        </p:nvGrpSpPr>
        <p:grpSpPr>
          <a:xfrm>
            <a:off x="2262042" y="1571523"/>
            <a:ext cx="6414601" cy="4763151"/>
            <a:chOff x="5138725" y="1338401"/>
            <a:chExt cx="3552900" cy="2638199"/>
          </a:xfrm>
        </p:grpSpPr>
        <p:sp>
          <p:nvSpPr>
            <p:cNvPr id="2317" name="Google Shape;2317;p62"/>
            <p:cNvSpPr/>
            <p:nvPr/>
          </p:nvSpPr>
          <p:spPr>
            <a:xfrm>
              <a:off x="5138725" y="1338401"/>
              <a:ext cx="3552900" cy="2286300"/>
            </a:xfrm>
            <a:prstGeom prst="rect">
              <a:avLst/>
            </a:prstGeom>
            <a:solidFill>
              <a:schemeClr val="accen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8" name="Google Shape;2318;p62"/>
            <p:cNvSpPr/>
            <p:nvPr/>
          </p:nvSpPr>
          <p:spPr>
            <a:xfrm>
              <a:off x="6522475" y="3624700"/>
              <a:ext cx="785400" cy="248400"/>
            </a:xfrm>
            <a:prstGeom prst="rect">
              <a:avLst/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9" name="Google Shape;2319;p62"/>
            <p:cNvSpPr/>
            <p:nvPr/>
          </p:nvSpPr>
          <p:spPr>
            <a:xfrm>
              <a:off x="5884975" y="3873100"/>
              <a:ext cx="2060400" cy="103500"/>
            </a:xfrm>
            <a:prstGeom prst="rect">
              <a:avLst/>
            </a:prstGeom>
            <a:solidFill>
              <a:schemeClr val="accen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5" name="Google Shape;2325;p62"/>
          <p:cNvGrpSpPr/>
          <p:nvPr/>
        </p:nvGrpSpPr>
        <p:grpSpPr>
          <a:xfrm>
            <a:off x="1893124" y="6267613"/>
            <a:ext cx="6577330" cy="134100"/>
            <a:chOff x="2734920" y="3980886"/>
            <a:chExt cx="6577330" cy="134100"/>
          </a:xfrm>
        </p:grpSpPr>
        <p:sp>
          <p:nvSpPr>
            <p:cNvPr id="2326" name="Google Shape;2326;p62"/>
            <p:cNvSpPr/>
            <p:nvPr/>
          </p:nvSpPr>
          <p:spPr>
            <a:xfrm rot="10800000">
              <a:off x="2734920" y="3980886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327" name="Google Shape;2327;p62"/>
            <p:cNvCxnSpPr/>
            <p:nvPr/>
          </p:nvCxnSpPr>
          <p:spPr>
            <a:xfrm rot="10800000">
              <a:off x="2831050" y="4047947"/>
              <a:ext cx="64812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328" name="Google Shape;2328;p62"/>
            <p:cNvSpPr/>
            <p:nvPr/>
          </p:nvSpPr>
          <p:spPr>
            <a:xfrm rot="10800000">
              <a:off x="2765107" y="4011044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7" name="Рисунок 16"/>
          <p:cNvPicPr>
            <a:picLocks noChangeAspect="1"/>
          </p:cNvPicPr>
          <p:nvPr/>
        </p:nvPicPr>
        <p:blipFill rotWithShape="1">
          <a:blip r:embed="rId3"/>
          <a:srcRect l="10044" t="2602" r="10102" b="-1"/>
          <a:stretch/>
        </p:blipFill>
        <p:spPr>
          <a:xfrm>
            <a:off x="2433775" y="1718900"/>
            <a:ext cx="6071133" cy="3833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3557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p62"/>
          <p:cNvSpPr txBox="1">
            <a:spLocks noGrp="1"/>
          </p:cNvSpPr>
          <p:nvPr>
            <p:ph type="title"/>
          </p:nvPr>
        </p:nvSpPr>
        <p:spPr>
          <a:xfrm>
            <a:off x="113243" y="-78378"/>
            <a:ext cx="6635899" cy="82234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Прототип интерфейса клиента</a:t>
            </a:r>
            <a:endParaRPr dirty="0"/>
          </a:p>
        </p:txBody>
      </p:sp>
      <p:sp>
        <p:nvSpPr>
          <p:cNvPr id="2315" name="Google Shape;2315;p62"/>
          <p:cNvSpPr txBox="1">
            <a:spLocks noGrp="1"/>
          </p:cNvSpPr>
          <p:nvPr>
            <p:ph type="subTitle" idx="1"/>
          </p:nvPr>
        </p:nvSpPr>
        <p:spPr>
          <a:xfrm>
            <a:off x="156267" y="743968"/>
            <a:ext cx="7045722" cy="8755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latin typeface="+mn-lt"/>
              </a:rPr>
              <a:t>Видит информацию о своём местоположении в очереди, число клиентов и среднее время ожидания. Может сдвигаться в сторону конца очереди на </a:t>
            </a:r>
            <a:r>
              <a:rPr lang="en-US" smtClean="0">
                <a:latin typeface="+mn-lt"/>
              </a:rPr>
              <a:t>N </a:t>
            </a:r>
            <a:r>
              <a:rPr lang="ru-RU" smtClean="0">
                <a:latin typeface="+mn-lt"/>
              </a:rPr>
              <a:t>шагов</a:t>
            </a:r>
            <a:endParaRPr dirty="0">
              <a:latin typeface="+mn-lt"/>
            </a:endParaRPr>
          </a:p>
        </p:txBody>
      </p:sp>
      <p:grpSp>
        <p:nvGrpSpPr>
          <p:cNvPr id="2316" name="Google Shape;2316;p62"/>
          <p:cNvGrpSpPr>
            <a:grpSpLocks noChangeAspect="1"/>
          </p:cNvGrpSpPr>
          <p:nvPr/>
        </p:nvGrpSpPr>
        <p:grpSpPr>
          <a:xfrm>
            <a:off x="2173536" y="1667879"/>
            <a:ext cx="6414601" cy="4763151"/>
            <a:chOff x="5138725" y="1338401"/>
            <a:chExt cx="3552900" cy="2638199"/>
          </a:xfrm>
        </p:grpSpPr>
        <p:sp>
          <p:nvSpPr>
            <p:cNvPr id="2317" name="Google Shape;2317;p62"/>
            <p:cNvSpPr/>
            <p:nvPr/>
          </p:nvSpPr>
          <p:spPr>
            <a:xfrm>
              <a:off x="5138725" y="1338401"/>
              <a:ext cx="3552900" cy="2286300"/>
            </a:xfrm>
            <a:prstGeom prst="rect">
              <a:avLst/>
            </a:prstGeom>
            <a:solidFill>
              <a:schemeClr val="accen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8" name="Google Shape;2318;p62"/>
            <p:cNvSpPr/>
            <p:nvPr/>
          </p:nvSpPr>
          <p:spPr>
            <a:xfrm>
              <a:off x="6522475" y="3624700"/>
              <a:ext cx="785400" cy="248400"/>
            </a:xfrm>
            <a:prstGeom prst="rect">
              <a:avLst/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9" name="Google Shape;2319;p62"/>
            <p:cNvSpPr/>
            <p:nvPr/>
          </p:nvSpPr>
          <p:spPr>
            <a:xfrm>
              <a:off x="5884975" y="3873100"/>
              <a:ext cx="2060400" cy="103500"/>
            </a:xfrm>
            <a:prstGeom prst="rect">
              <a:avLst/>
            </a:prstGeom>
            <a:solidFill>
              <a:schemeClr val="accen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5" name="Google Shape;2325;p62"/>
          <p:cNvGrpSpPr/>
          <p:nvPr/>
        </p:nvGrpSpPr>
        <p:grpSpPr>
          <a:xfrm>
            <a:off x="1804618" y="6363969"/>
            <a:ext cx="6577330" cy="134100"/>
            <a:chOff x="2734920" y="3980886"/>
            <a:chExt cx="6577330" cy="134100"/>
          </a:xfrm>
        </p:grpSpPr>
        <p:sp>
          <p:nvSpPr>
            <p:cNvPr id="2326" name="Google Shape;2326;p62"/>
            <p:cNvSpPr/>
            <p:nvPr/>
          </p:nvSpPr>
          <p:spPr>
            <a:xfrm rot="10800000">
              <a:off x="2734920" y="3980886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327" name="Google Shape;2327;p62"/>
            <p:cNvCxnSpPr/>
            <p:nvPr/>
          </p:nvCxnSpPr>
          <p:spPr>
            <a:xfrm rot="10800000">
              <a:off x="2831050" y="4047947"/>
              <a:ext cx="64812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328" name="Google Shape;2328;p62"/>
            <p:cNvSpPr/>
            <p:nvPr/>
          </p:nvSpPr>
          <p:spPr>
            <a:xfrm rot="10800000">
              <a:off x="2765107" y="4011044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88" r="5795"/>
          <a:stretch/>
        </p:blipFill>
        <p:spPr>
          <a:xfrm>
            <a:off x="2319772" y="1803802"/>
            <a:ext cx="6122127" cy="385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27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l="21701" t="19541"/>
          <a:stretch/>
        </p:blipFill>
        <p:spPr>
          <a:xfrm>
            <a:off x="128246" y="2882645"/>
            <a:ext cx="8879602" cy="3037333"/>
          </a:xfrm>
          <a:prstGeom prst="rect">
            <a:avLst/>
          </a:prstGeom>
        </p:spPr>
      </p:pic>
      <p:sp>
        <p:nvSpPr>
          <p:cNvPr id="1625" name="Google Shape;1625;p40"/>
          <p:cNvSpPr txBox="1">
            <a:spLocks noGrp="1"/>
          </p:cNvSpPr>
          <p:nvPr>
            <p:ph type="subTitle" idx="2"/>
          </p:nvPr>
        </p:nvSpPr>
        <p:spPr>
          <a:xfrm>
            <a:off x="423490" y="1582696"/>
            <a:ext cx="3776667" cy="10025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Запущен </a:t>
            </a: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Docker</a:t>
            </a:r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контейнер</a:t>
            </a:r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в </a:t>
            </a:r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составе мульти-контейнерной системы, содержащий образ СУБД </a:t>
            </a: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PostgreSQL</a:t>
            </a:r>
            <a:endParaRPr lang="ru-RU" sz="16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27" name="Google Shape;1627;p40"/>
          <p:cNvSpPr txBox="1">
            <a:spLocks noGrp="1"/>
          </p:cNvSpPr>
          <p:nvPr>
            <p:ph type="subTitle" idx="4"/>
          </p:nvPr>
        </p:nvSpPr>
        <p:spPr>
          <a:xfrm>
            <a:off x="416284" y="865395"/>
            <a:ext cx="2292081" cy="82045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ru-RU" dirty="0" smtClean="0"/>
              <a:t>Развёртывание в</a:t>
            </a:r>
            <a:endParaRPr dirty="0"/>
          </a:p>
        </p:txBody>
      </p:sp>
      <p:sp>
        <p:nvSpPr>
          <p:cNvPr id="1628" name="Google Shape;1628;p40"/>
          <p:cNvSpPr txBox="1">
            <a:spLocks noGrp="1"/>
          </p:cNvSpPr>
          <p:nvPr>
            <p:ph type="title"/>
          </p:nvPr>
        </p:nvSpPr>
        <p:spPr>
          <a:xfrm>
            <a:off x="332367" y="66271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Развёртывание БД</a:t>
            </a:r>
            <a:endParaRPr dirty="0"/>
          </a:p>
        </p:txBody>
      </p:sp>
      <p:pic>
        <p:nvPicPr>
          <p:cNvPr id="6" name="Picture 16" descr="https://yastatic.net/naydex/yandex-search/J1A3S0p05/f639e3UdtrG/sjYTftRHnGPnmsMLafqNF5enpGVMN_V6q_djc-v4yH3N708ics2X2FN47LJ5Dps8HCHeHL9NTFpJ09zzU7Ecjn2823IYG9TuaQCPAK--SYICZGahXrAnuz357w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770" y="1285258"/>
            <a:ext cx="1302647" cy="297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Google Shape;1625;p40"/>
          <p:cNvSpPr txBox="1">
            <a:spLocks noGrp="1"/>
          </p:cNvSpPr>
          <p:nvPr>
            <p:ph type="subTitle" idx="2"/>
          </p:nvPr>
        </p:nvSpPr>
        <p:spPr>
          <a:xfrm>
            <a:off x="4574849" y="1592333"/>
            <a:ext cx="4432999" cy="10025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При помощи инструмента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Docker </a:t>
            </a: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Compose</a:t>
            </a:r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 в </a:t>
            </a: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PostgreSQL</a:t>
            </a:r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передан </a:t>
            </a: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DDL-</a:t>
            </a:r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скрипт инициализации таблиц на основе модели данных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Google Shape;1627;p40"/>
          <p:cNvSpPr txBox="1">
            <a:spLocks noGrp="1"/>
          </p:cNvSpPr>
          <p:nvPr>
            <p:ph type="subTitle" idx="4"/>
          </p:nvPr>
        </p:nvSpPr>
        <p:spPr>
          <a:xfrm>
            <a:off x="4567643" y="875032"/>
            <a:ext cx="2404513" cy="82045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ru-RU" dirty="0" smtClean="0"/>
              <a:t>Добавление таблиц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81478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5" name="Google Shape;1625;p40"/>
          <p:cNvSpPr txBox="1">
            <a:spLocks noGrp="1"/>
          </p:cNvSpPr>
          <p:nvPr>
            <p:ph type="subTitle" idx="2"/>
          </p:nvPr>
        </p:nvSpPr>
        <p:spPr>
          <a:xfrm>
            <a:off x="242114" y="1403289"/>
            <a:ext cx="8823509" cy="7999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Для подключения с целью проверки БД был выбрал универсальный </a:t>
            </a:r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графический клиент для работы с базами </a:t>
            </a:r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данных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DBeaver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/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27" name="Google Shape;1627;p40"/>
          <p:cNvSpPr txBox="1">
            <a:spLocks noGrp="1"/>
          </p:cNvSpPr>
          <p:nvPr>
            <p:ph type="subTitle" idx="4"/>
          </p:nvPr>
        </p:nvSpPr>
        <p:spPr>
          <a:xfrm>
            <a:off x="242114" y="701466"/>
            <a:ext cx="2866847" cy="82045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ru-RU" dirty="0" smtClean="0"/>
              <a:t>Подключение к БД через </a:t>
            </a:r>
            <a:r>
              <a:rPr lang="en-US" dirty="0" err="1"/>
              <a:t>DBeaver</a:t>
            </a:r>
            <a:endParaRPr dirty="0"/>
          </a:p>
        </p:txBody>
      </p:sp>
      <p:sp>
        <p:nvSpPr>
          <p:cNvPr id="1628" name="Google Shape;1628;p40"/>
          <p:cNvSpPr txBox="1">
            <a:spLocks noGrp="1"/>
          </p:cNvSpPr>
          <p:nvPr>
            <p:ph type="title"/>
          </p:nvPr>
        </p:nvSpPr>
        <p:spPr>
          <a:xfrm>
            <a:off x="332367" y="66271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Развёртывание БД</a:t>
            </a:r>
            <a:endParaRPr dirty="0"/>
          </a:p>
        </p:txBody>
      </p:sp>
      <p:pic>
        <p:nvPicPr>
          <p:cNvPr id="1026" name="Picture 2" descr="https://yastatic.net/naydex/yandex-search/jp1Ky2909/f34079SrcVl/sgnX4fV1QvuHtsezr3IqmMd3p5JbyP-V4AEMd1Ag6pA9_-KwDHEwRVCZ3in4KMyFWXJsQ37nytF2r2kMVXgIb_2En-3-bQ0wyq8Kdik2-FiUt6fWDhq6Vby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9644" y="732713"/>
            <a:ext cx="757957" cy="757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1995" y="2192493"/>
            <a:ext cx="6800986" cy="409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6330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Google Shape;1475;p37"/>
          <p:cNvSpPr txBox="1">
            <a:spLocks noGrp="1"/>
          </p:cNvSpPr>
          <p:nvPr>
            <p:ph type="subTitle" idx="1"/>
          </p:nvPr>
        </p:nvSpPr>
        <p:spPr>
          <a:xfrm>
            <a:off x="475129" y="590578"/>
            <a:ext cx="1815225" cy="45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Реализация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76" name="Google Shape;1476;p37"/>
          <p:cNvGrpSpPr/>
          <p:nvPr/>
        </p:nvGrpSpPr>
        <p:grpSpPr>
          <a:xfrm>
            <a:off x="-2014051" y="4716781"/>
            <a:ext cx="3922590" cy="2969900"/>
            <a:chOff x="-374387" y="3354325"/>
            <a:chExt cx="3922590" cy="2969900"/>
          </a:xfrm>
        </p:grpSpPr>
        <p:pic>
          <p:nvPicPr>
            <p:cNvPr id="1477" name="Google Shape;1477;p37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-374387" y="3354325"/>
              <a:ext cx="3891276" cy="29699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78" name="Google Shape;1478;p37"/>
            <p:cNvGrpSpPr/>
            <p:nvPr/>
          </p:nvGrpSpPr>
          <p:grpSpPr>
            <a:xfrm>
              <a:off x="1853583" y="4445557"/>
              <a:ext cx="1694620" cy="1360169"/>
              <a:chOff x="7945225" y="4302000"/>
              <a:chExt cx="904666" cy="726121"/>
            </a:xfrm>
          </p:grpSpPr>
          <p:sp>
            <p:nvSpPr>
              <p:cNvPr id="1479" name="Google Shape;1479;p37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Google Shape;1480;p37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Google Shape;1481;p37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82" name="Google Shape;1482;p37"/>
          <p:cNvGrpSpPr/>
          <p:nvPr/>
        </p:nvGrpSpPr>
        <p:grpSpPr>
          <a:xfrm>
            <a:off x="7377905" y="-1076281"/>
            <a:ext cx="4829487" cy="7542613"/>
            <a:chOff x="6128138" y="-1301175"/>
            <a:chExt cx="4268216" cy="6666030"/>
          </a:xfrm>
        </p:grpSpPr>
        <p:sp>
          <p:nvSpPr>
            <p:cNvPr id="1483" name="Google Shape;1483;p37"/>
            <p:cNvSpPr/>
            <p:nvPr/>
          </p:nvSpPr>
          <p:spPr>
            <a:xfrm>
              <a:off x="6368175" y="103161"/>
              <a:ext cx="4006263" cy="4749291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37"/>
            <p:cNvSpPr/>
            <p:nvPr/>
          </p:nvSpPr>
          <p:spPr>
            <a:xfrm>
              <a:off x="6711143" y="81300"/>
              <a:ext cx="2925190" cy="3057668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37"/>
            <p:cNvSpPr/>
            <p:nvPr/>
          </p:nvSpPr>
          <p:spPr>
            <a:xfrm>
              <a:off x="7243039" y="245650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37"/>
            <p:cNvSpPr/>
            <p:nvPr/>
          </p:nvSpPr>
          <p:spPr>
            <a:xfrm>
              <a:off x="6875804" y="622450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37"/>
            <p:cNvSpPr/>
            <p:nvPr/>
          </p:nvSpPr>
          <p:spPr>
            <a:xfrm>
              <a:off x="6573850" y="621225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488" name="Google Shape;1488;p37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6128138" y="-1301175"/>
              <a:ext cx="4198516" cy="3204401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89" name="Google Shape;1489;p37"/>
            <p:cNvGrpSpPr/>
            <p:nvPr/>
          </p:nvGrpSpPr>
          <p:grpSpPr>
            <a:xfrm rot="5400000">
              <a:off x="7873341" y="4254316"/>
              <a:ext cx="708100" cy="708500"/>
              <a:chOff x="3678700" y="407275"/>
              <a:chExt cx="708100" cy="708500"/>
            </a:xfrm>
          </p:grpSpPr>
          <p:sp>
            <p:nvSpPr>
              <p:cNvPr id="1490" name="Google Shape;1490;p37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Google Shape;1491;p37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Google Shape;1492;p37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Google Shape;1493;p37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Google Shape;1494;p37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Google Shape;1495;p37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Google Shape;1496;p37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7" name="Google Shape;1497;p37"/>
            <p:cNvGrpSpPr/>
            <p:nvPr/>
          </p:nvGrpSpPr>
          <p:grpSpPr>
            <a:xfrm rot="5400000">
              <a:off x="8639847" y="3354200"/>
              <a:ext cx="457787" cy="458045"/>
              <a:chOff x="3678700" y="407275"/>
              <a:chExt cx="708100" cy="708500"/>
            </a:xfrm>
          </p:grpSpPr>
          <p:sp>
            <p:nvSpPr>
              <p:cNvPr id="1498" name="Google Shape;1498;p37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Google Shape;1499;p37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Google Shape;1500;p37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Google Shape;1501;p37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37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37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37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5" name="Google Shape;1505;p37"/>
            <p:cNvGrpSpPr/>
            <p:nvPr/>
          </p:nvGrpSpPr>
          <p:grpSpPr>
            <a:xfrm>
              <a:off x="7787267" y="539497"/>
              <a:ext cx="208184" cy="208184"/>
              <a:chOff x="8356813" y="1074288"/>
              <a:chExt cx="351900" cy="351900"/>
            </a:xfrm>
          </p:grpSpPr>
          <p:sp>
            <p:nvSpPr>
              <p:cNvPr id="1506" name="Google Shape;1506;p37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37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8" name="Google Shape;1508;p37"/>
            <p:cNvGrpSpPr/>
            <p:nvPr/>
          </p:nvGrpSpPr>
          <p:grpSpPr>
            <a:xfrm>
              <a:off x="7194833" y="2467660"/>
              <a:ext cx="208184" cy="208184"/>
              <a:chOff x="8356822" y="1074288"/>
              <a:chExt cx="351901" cy="351900"/>
            </a:xfrm>
          </p:grpSpPr>
          <p:sp>
            <p:nvSpPr>
              <p:cNvPr id="1509" name="Google Shape;1509;p37"/>
              <p:cNvSpPr/>
              <p:nvPr/>
            </p:nvSpPr>
            <p:spPr>
              <a:xfrm>
                <a:off x="8356822" y="1074288"/>
                <a:ext cx="351901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37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11" name="Google Shape;1511;p37"/>
            <p:cNvSpPr/>
            <p:nvPr/>
          </p:nvSpPr>
          <p:spPr>
            <a:xfrm>
              <a:off x="7095150" y="4164050"/>
              <a:ext cx="147900" cy="147900"/>
            </a:xfrm>
            <a:prstGeom prst="ellipse">
              <a:avLst/>
            </a:pr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2" name="Google Shape;1512;p37"/>
          <p:cNvGrpSpPr/>
          <p:nvPr/>
        </p:nvGrpSpPr>
        <p:grpSpPr>
          <a:xfrm>
            <a:off x="527189" y="551257"/>
            <a:ext cx="4558967" cy="134100"/>
            <a:chOff x="796100" y="3019701"/>
            <a:chExt cx="4558967" cy="134100"/>
          </a:xfrm>
        </p:grpSpPr>
        <p:sp>
          <p:nvSpPr>
            <p:cNvPr id="1513" name="Google Shape;1513;p37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14" name="Google Shape;1514;p37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15" name="Google Shape;1515;p37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74" name="Google Shape;1474;p37"/>
          <p:cNvSpPr txBox="1">
            <a:spLocks noGrp="1"/>
          </p:cNvSpPr>
          <p:nvPr>
            <p:ph type="title"/>
          </p:nvPr>
        </p:nvSpPr>
        <p:spPr>
          <a:xfrm>
            <a:off x="428136" y="-98339"/>
            <a:ext cx="4488053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sz="3600" dirty="0" smtClean="0"/>
              <a:t>Документация</a:t>
            </a:r>
            <a:endParaRPr sz="3600" dirty="0"/>
          </a:p>
        </p:txBody>
      </p:sp>
      <p:sp>
        <p:nvSpPr>
          <p:cNvPr id="47" name="Google Shape;1458;p36"/>
          <p:cNvSpPr txBox="1">
            <a:spLocks/>
          </p:cNvSpPr>
          <p:nvPr/>
        </p:nvSpPr>
        <p:spPr>
          <a:xfrm>
            <a:off x="430633" y="1578512"/>
            <a:ext cx="7244737" cy="2039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>
              <a:spcAft>
                <a:spcPts val="600"/>
              </a:spcAft>
            </a:pP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Настроен простой </a:t>
            </a:r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CI/CD-</a:t>
            </a:r>
            <a:r>
              <a:rPr lang="ru-RU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пайплайн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автоматической сборки документации</a:t>
            </a:r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с использованием .</a:t>
            </a:r>
          </a:p>
          <a:p>
            <a:pPr marL="0" indent="0">
              <a:spcAft>
                <a:spcPts val="600"/>
              </a:spcAft>
            </a:pP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При </a:t>
            </a:r>
            <a:r>
              <a:rPr lang="ru-RU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коммите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изменений система сама собирает актуальную документацию </a:t>
            </a:r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API 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и </a:t>
            </a:r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md-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файлы в одном месте и публикует на веб-страницу.</a:t>
            </a:r>
          </a:p>
        </p:txBody>
      </p:sp>
      <p:sp>
        <p:nvSpPr>
          <p:cNvPr id="48" name="Google Shape;1466;p36"/>
          <p:cNvSpPr txBox="1">
            <a:spLocks/>
          </p:cNvSpPr>
          <p:nvPr/>
        </p:nvSpPr>
        <p:spPr>
          <a:xfrm>
            <a:off x="428136" y="1290047"/>
            <a:ext cx="3166697" cy="44283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400" b="1" dirty="0" err="1"/>
              <a:t>G</a:t>
            </a:r>
            <a:r>
              <a:rPr lang="en-US" sz="2400" b="1" dirty="0" err="1" smtClean="0"/>
              <a:t>ithub</a:t>
            </a:r>
            <a:r>
              <a:rPr lang="en-US" sz="2400" b="1" dirty="0" smtClean="0"/>
              <a:t> Actions</a:t>
            </a:r>
            <a:endParaRPr lang="ru-RU" sz="2400" b="1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6914" y="3792987"/>
            <a:ext cx="5353797" cy="2629267"/>
          </a:xfrm>
          <a:prstGeom prst="rect">
            <a:avLst/>
          </a:prstGeom>
        </p:spPr>
      </p:pic>
      <p:pic>
        <p:nvPicPr>
          <p:cNvPr id="49" name="Picture 6" descr="Picture background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2663" y="2005990"/>
            <a:ext cx="1663628" cy="42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4681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14" y="2898625"/>
            <a:ext cx="8808268" cy="3706594"/>
          </a:xfrm>
          <a:prstGeom prst="rect">
            <a:avLst/>
          </a:prstGeom>
        </p:spPr>
      </p:pic>
      <p:sp>
        <p:nvSpPr>
          <p:cNvPr id="1475" name="Google Shape;1475;p37"/>
          <p:cNvSpPr txBox="1">
            <a:spLocks noGrp="1"/>
          </p:cNvSpPr>
          <p:nvPr>
            <p:ph type="subTitle" idx="1"/>
          </p:nvPr>
        </p:nvSpPr>
        <p:spPr>
          <a:xfrm>
            <a:off x="475129" y="590578"/>
            <a:ext cx="1815225" cy="45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Реализация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76" name="Google Shape;1476;p37"/>
          <p:cNvGrpSpPr/>
          <p:nvPr/>
        </p:nvGrpSpPr>
        <p:grpSpPr>
          <a:xfrm>
            <a:off x="-2231163" y="4940684"/>
            <a:ext cx="3922590" cy="2969900"/>
            <a:chOff x="-374387" y="3354325"/>
            <a:chExt cx="3922590" cy="2969900"/>
          </a:xfrm>
        </p:grpSpPr>
        <p:pic>
          <p:nvPicPr>
            <p:cNvPr id="1477" name="Google Shape;1477;p37"/>
            <p:cNvPicPr preferRelativeResize="0"/>
            <p:nvPr/>
          </p:nvPicPr>
          <p:blipFill rotWithShape="1">
            <a:blip r:embed="rId4">
              <a:alphaModFix/>
            </a:blip>
            <a:srcRect l="16960" t="24718" r="7121" b="26177"/>
            <a:stretch/>
          </p:blipFill>
          <p:spPr>
            <a:xfrm>
              <a:off x="-374387" y="3354325"/>
              <a:ext cx="3891276" cy="29699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78" name="Google Shape;1478;p37"/>
            <p:cNvGrpSpPr/>
            <p:nvPr/>
          </p:nvGrpSpPr>
          <p:grpSpPr>
            <a:xfrm>
              <a:off x="1853583" y="4445557"/>
              <a:ext cx="1694620" cy="1360169"/>
              <a:chOff x="7945225" y="4302000"/>
              <a:chExt cx="904666" cy="726121"/>
            </a:xfrm>
          </p:grpSpPr>
          <p:sp>
            <p:nvSpPr>
              <p:cNvPr id="1479" name="Google Shape;1479;p37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Google Shape;1480;p37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Google Shape;1481;p37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82" name="Google Shape;1482;p37"/>
          <p:cNvGrpSpPr/>
          <p:nvPr/>
        </p:nvGrpSpPr>
        <p:grpSpPr>
          <a:xfrm>
            <a:off x="7726834" y="-1716379"/>
            <a:ext cx="4829487" cy="7542613"/>
            <a:chOff x="6128138" y="-1301175"/>
            <a:chExt cx="4268216" cy="6666030"/>
          </a:xfrm>
        </p:grpSpPr>
        <p:sp>
          <p:nvSpPr>
            <p:cNvPr id="1483" name="Google Shape;1483;p37"/>
            <p:cNvSpPr/>
            <p:nvPr/>
          </p:nvSpPr>
          <p:spPr>
            <a:xfrm>
              <a:off x="6368175" y="103161"/>
              <a:ext cx="4006263" cy="4749291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37"/>
            <p:cNvSpPr/>
            <p:nvPr/>
          </p:nvSpPr>
          <p:spPr>
            <a:xfrm>
              <a:off x="6711143" y="81300"/>
              <a:ext cx="2925190" cy="3057668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37"/>
            <p:cNvSpPr/>
            <p:nvPr/>
          </p:nvSpPr>
          <p:spPr>
            <a:xfrm>
              <a:off x="7243039" y="245650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37"/>
            <p:cNvSpPr/>
            <p:nvPr/>
          </p:nvSpPr>
          <p:spPr>
            <a:xfrm>
              <a:off x="6875804" y="622450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37"/>
            <p:cNvSpPr/>
            <p:nvPr/>
          </p:nvSpPr>
          <p:spPr>
            <a:xfrm>
              <a:off x="6573850" y="621225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488" name="Google Shape;1488;p37"/>
            <p:cNvPicPr preferRelativeResize="0"/>
            <p:nvPr/>
          </p:nvPicPr>
          <p:blipFill rotWithShape="1">
            <a:blip r:embed="rId4">
              <a:alphaModFix/>
            </a:blip>
            <a:srcRect l="16960" t="24718" r="7121" b="26177"/>
            <a:stretch/>
          </p:blipFill>
          <p:spPr>
            <a:xfrm>
              <a:off x="6128138" y="-1301175"/>
              <a:ext cx="4198516" cy="3204401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89" name="Google Shape;1489;p37"/>
            <p:cNvGrpSpPr/>
            <p:nvPr/>
          </p:nvGrpSpPr>
          <p:grpSpPr>
            <a:xfrm rot="5400000">
              <a:off x="7873341" y="4254316"/>
              <a:ext cx="708100" cy="708500"/>
              <a:chOff x="3678700" y="407275"/>
              <a:chExt cx="708100" cy="708500"/>
            </a:xfrm>
          </p:grpSpPr>
          <p:sp>
            <p:nvSpPr>
              <p:cNvPr id="1490" name="Google Shape;1490;p37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Google Shape;1491;p37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Google Shape;1492;p37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Google Shape;1493;p37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Google Shape;1494;p37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Google Shape;1495;p37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Google Shape;1496;p37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7" name="Google Shape;1497;p37"/>
            <p:cNvGrpSpPr/>
            <p:nvPr/>
          </p:nvGrpSpPr>
          <p:grpSpPr>
            <a:xfrm rot="5400000">
              <a:off x="8639847" y="3354200"/>
              <a:ext cx="457787" cy="458045"/>
              <a:chOff x="3678700" y="407275"/>
              <a:chExt cx="708100" cy="708500"/>
            </a:xfrm>
          </p:grpSpPr>
          <p:sp>
            <p:nvSpPr>
              <p:cNvPr id="1498" name="Google Shape;1498;p37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Google Shape;1499;p37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Google Shape;1500;p37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Google Shape;1501;p37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37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37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37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5" name="Google Shape;1505;p37"/>
            <p:cNvGrpSpPr/>
            <p:nvPr/>
          </p:nvGrpSpPr>
          <p:grpSpPr>
            <a:xfrm>
              <a:off x="7787267" y="539497"/>
              <a:ext cx="208184" cy="208184"/>
              <a:chOff x="8356813" y="1074288"/>
              <a:chExt cx="351900" cy="351900"/>
            </a:xfrm>
          </p:grpSpPr>
          <p:sp>
            <p:nvSpPr>
              <p:cNvPr id="1506" name="Google Shape;1506;p37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37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8" name="Google Shape;1508;p37"/>
            <p:cNvGrpSpPr/>
            <p:nvPr/>
          </p:nvGrpSpPr>
          <p:grpSpPr>
            <a:xfrm>
              <a:off x="7194833" y="2467660"/>
              <a:ext cx="208184" cy="208184"/>
              <a:chOff x="8356822" y="1074288"/>
              <a:chExt cx="351901" cy="351900"/>
            </a:xfrm>
          </p:grpSpPr>
          <p:sp>
            <p:nvSpPr>
              <p:cNvPr id="1509" name="Google Shape;1509;p37"/>
              <p:cNvSpPr/>
              <p:nvPr/>
            </p:nvSpPr>
            <p:spPr>
              <a:xfrm>
                <a:off x="8356822" y="1074288"/>
                <a:ext cx="351901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37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11" name="Google Shape;1511;p37"/>
            <p:cNvSpPr/>
            <p:nvPr/>
          </p:nvSpPr>
          <p:spPr>
            <a:xfrm>
              <a:off x="7095150" y="4164050"/>
              <a:ext cx="147900" cy="147900"/>
            </a:xfrm>
            <a:prstGeom prst="ellipse">
              <a:avLst/>
            </a:pr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2" name="Google Shape;1512;p37"/>
          <p:cNvGrpSpPr/>
          <p:nvPr/>
        </p:nvGrpSpPr>
        <p:grpSpPr>
          <a:xfrm>
            <a:off x="527189" y="551257"/>
            <a:ext cx="4558967" cy="134100"/>
            <a:chOff x="796100" y="3019701"/>
            <a:chExt cx="4558967" cy="134100"/>
          </a:xfrm>
        </p:grpSpPr>
        <p:sp>
          <p:nvSpPr>
            <p:cNvPr id="1513" name="Google Shape;1513;p37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14" name="Google Shape;1514;p37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15" name="Google Shape;1515;p37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74" name="Google Shape;1474;p37"/>
          <p:cNvSpPr txBox="1">
            <a:spLocks noGrp="1"/>
          </p:cNvSpPr>
          <p:nvPr>
            <p:ph type="title"/>
          </p:nvPr>
        </p:nvSpPr>
        <p:spPr>
          <a:xfrm>
            <a:off x="428136" y="-98339"/>
            <a:ext cx="4488053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sz="3600" dirty="0" smtClean="0"/>
              <a:t>Документация</a:t>
            </a:r>
            <a:endParaRPr sz="3600" dirty="0"/>
          </a:p>
        </p:txBody>
      </p:sp>
      <p:sp>
        <p:nvSpPr>
          <p:cNvPr id="47" name="Google Shape;1458;p36"/>
          <p:cNvSpPr txBox="1">
            <a:spLocks/>
          </p:cNvSpPr>
          <p:nvPr/>
        </p:nvSpPr>
        <p:spPr>
          <a:xfrm>
            <a:off x="430633" y="1438893"/>
            <a:ext cx="7244737" cy="1232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>
              <a:spcAft>
                <a:spcPts val="600"/>
              </a:spcAft>
            </a:pP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Полученная страница публикуется на открытой веб-странице, уже содержащей все необходимые элементы для удобной навигации</a:t>
            </a:r>
          </a:p>
        </p:txBody>
      </p:sp>
      <p:sp>
        <p:nvSpPr>
          <p:cNvPr id="48" name="Google Shape;1466;p36"/>
          <p:cNvSpPr txBox="1">
            <a:spLocks/>
          </p:cNvSpPr>
          <p:nvPr/>
        </p:nvSpPr>
        <p:spPr>
          <a:xfrm>
            <a:off x="428136" y="1150428"/>
            <a:ext cx="3166697" cy="44283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400" b="1" dirty="0" err="1"/>
              <a:t>G</a:t>
            </a:r>
            <a:r>
              <a:rPr lang="en-US" sz="2400" b="1" dirty="0" err="1" smtClean="0"/>
              <a:t>ithub</a:t>
            </a:r>
            <a:r>
              <a:rPr lang="en-US" sz="2400" b="1" dirty="0" smtClean="0"/>
              <a:t> Pages</a:t>
            </a:r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8237674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Google Shape;1475;p37"/>
          <p:cNvSpPr txBox="1">
            <a:spLocks noGrp="1"/>
          </p:cNvSpPr>
          <p:nvPr>
            <p:ph type="subTitle" idx="1"/>
          </p:nvPr>
        </p:nvSpPr>
        <p:spPr>
          <a:xfrm>
            <a:off x="475129" y="590578"/>
            <a:ext cx="5925671" cy="45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ru-RU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Архитектура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76" name="Google Shape;1476;p37"/>
          <p:cNvGrpSpPr/>
          <p:nvPr/>
        </p:nvGrpSpPr>
        <p:grpSpPr>
          <a:xfrm>
            <a:off x="-2014051" y="4716781"/>
            <a:ext cx="3922590" cy="2969900"/>
            <a:chOff x="-374387" y="3354325"/>
            <a:chExt cx="3922590" cy="2969900"/>
          </a:xfrm>
        </p:grpSpPr>
        <p:pic>
          <p:nvPicPr>
            <p:cNvPr id="1477" name="Google Shape;1477;p37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-374387" y="3354325"/>
              <a:ext cx="3891276" cy="29699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78" name="Google Shape;1478;p37"/>
            <p:cNvGrpSpPr/>
            <p:nvPr/>
          </p:nvGrpSpPr>
          <p:grpSpPr>
            <a:xfrm>
              <a:off x="1853583" y="4445557"/>
              <a:ext cx="1694620" cy="1360169"/>
              <a:chOff x="7945225" y="4302000"/>
              <a:chExt cx="904666" cy="726121"/>
            </a:xfrm>
          </p:grpSpPr>
          <p:sp>
            <p:nvSpPr>
              <p:cNvPr id="1479" name="Google Shape;1479;p37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Google Shape;1480;p37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Google Shape;1481;p37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82" name="Google Shape;1482;p37"/>
          <p:cNvGrpSpPr/>
          <p:nvPr/>
        </p:nvGrpSpPr>
        <p:grpSpPr>
          <a:xfrm>
            <a:off x="7377905" y="-1076281"/>
            <a:ext cx="4829487" cy="7542613"/>
            <a:chOff x="6128138" y="-1301175"/>
            <a:chExt cx="4268216" cy="6666030"/>
          </a:xfrm>
        </p:grpSpPr>
        <p:sp>
          <p:nvSpPr>
            <p:cNvPr id="1483" name="Google Shape;1483;p37"/>
            <p:cNvSpPr/>
            <p:nvPr/>
          </p:nvSpPr>
          <p:spPr>
            <a:xfrm>
              <a:off x="6368175" y="103161"/>
              <a:ext cx="4006263" cy="4749291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37"/>
            <p:cNvSpPr/>
            <p:nvPr/>
          </p:nvSpPr>
          <p:spPr>
            <a:xfrm>
              <a:off x="6711143" y="81300"/>
              <a:ext cx="2925190" cy="3057668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37"/>
            <p:cNvSpPr/>
            <p:nvPr/>
          </p:nvSpPr>
          <p:spPr>
            <a:xfrm>
              <a:off x="7243039" y="245650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37"/>
            <p:cNvSpPr/>
            <p:nvPr/>
          </p:nvSpPr>
          <p:spPr>
            <a:xfrm>
              <a:off x="6875804" y="622450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37"/>
            <p:cNvSpPr/>
            <p:nvPr/>
          </p:nvSpPr>
          <p:spPr>
            <a:xfrm>
              <a:off x="6573850" y="621225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488" name="Google Shape;1488;p37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6128138" y="-1301175"/>
              <a:ext cx="4198516" cy="3204401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89" name="Google Shape;1489;p37"/>
            <p:cNvGrpSpPr/>
            <p:nvPr/>
          </p:nvGrpSpPr>
          <p:grpSpPr>
            <a:xfrm rot="5400000">
              <a:off x="7873341" y="4254316"/>
              <a:ext cx="708100" cy="708500"/>
              <a:chOff x="3678700" y="407275"/>
              <a:chExt cx="708100" cy="708500"/>
            </a:xfrm>
          </p:grpSpPr>
          <p:sp>
            <p:nvSpPr>
              <p:cNvPr id="1490" name="Google Shape;1490;p37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Google Shape;1491;p37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Google Shape;1492;p37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Google Shape;1493;p37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Google Shape;1494;p37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Google Shape;1495;p37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Google Shape;1496;p37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7" name="Google Shape;1497;p37"/>
            <p:cNvGrpSpPr/>
            <p:nvPr/>
          </p:nvGrpSpPr>
          <p:grpSpPr>
            <a:xfrm rot="5400000">
              <a:off x="8639847" y="3354200"/>
              <a:ext cx="457787" cy="458045"/>
              <a:chOff x="3678700" y="407275"/>
              <a:chExt cx="708100" cy="708500"/>
            </a:xfrm>
          </p:grpSpPr>
          <p:sp>
            <p:nvSpPr>
              <p:cNvPr id="1498" name="Google Shape;1498;p37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Google Shape;1499;p37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Google Shape;1500;p37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Google Shape;1501;p37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37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37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37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5" name="Google Shape;1505;p37"/>
            <p:cNvGrpSpPr/>
            <p:nvPr/>
          </p:nvGrpSpPr>
          <p:grpSpPr>
            <a:xfrm>
              <a:off x="7787267" y="539497"/>
              <a:ext cx="208184" cy="208184"/>
              <a:chOff x="8356813" y="1074288"/>
              <a:chExt cx="351900" cy="351900"/>
            </a:xfrm>
          </p:grpSpPr>
          <p:sp>
            <p:nvSpPr>
              <p:cNvPr id="1506" name="Google Shape;1506;p37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37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8" name="Google Shape;1508;p37"/>
            <p:cNvGrpSpPr/>
            <p:nvPr/>
          </p:nvGrpSpPr>
          <p:grpSpPr>
            <a:xfrm>
              <a:off x="7194833" y="2467660"/>
              <a:ext cx="208184" cy="208184"/>
              <a:chOff x="8356822" y="1074288"/>
              <a:chExt cx="351901" cy="351900"/>
            </a:xfrm>
          </p:grpSpPr>
          <p:sp>
            <p:nvSpPr>
              <p:cNvPr id="1509" name="Google Shape;1509;p37"/>
              <p:cNvSpPr/>
              <p:nvPr/>
            </p:nvSpPr>
            <p:spPr>
              <a:xfrm>
                <a:off x="8356822" y="1074288"/>
                <a:ext cx="351901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37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11" name="Google Shape;1511;p37"/>
            <p:cNvSpPr/>
            <p:nvPr/>
          </p:nvSpPr>
          <p:spPr>
            <a:xfrm>
              <a:off x="7095150" y="4164050"/>
              <a:ext cx="147900" cy="147900"/>
            </a:xfrm>
            <a:prstGeom prst="ellipse">
              <a:avLst/>
            </a:pr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2" name="Google Shape;1512;p37"/>
          <p:cNvGrpSpPr/>
          <p:nvPr/>
        </p:nvGrpSpPr>
        <p:grpSpPr>
          <a:xfrm>
            <a:off x="527189" y="551257"/>
            <a:ext cx="4558967" cy="134100"/>
            <a:chOff x="796100" y="3019701"/>
            <a:chExt cx="4558967" cy="134100"/>
          </a:xfrm>
        </p:grpSpPr>
        <p:sp>
          <p:nvSpPr>
            <p:cNvPr id="1513" name="Google Shape;1513;p37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14" name="Google Shape;1514;p37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15" name="Google Shape;1515;p37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74" name="Google Shape;1474;p37"/>
          <p:cNvSpPr txBox="1">
            <a:spLocks noGrp="1"/>
          </p:cNvSpPr>
          <p:nvPr>
            <p:ph type="title"/>
          </p:nvPr>
        </p:nvSpPr>
        <p:spPr>
          <a:xfrm>
            <a:off x="428136" y="-98339"/>
            <a:ext cx="8489161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sz="3600" dirty="0" smtClean="0"/>
              <a:t>Перспективы развития</a:t>
            </a:r>
            <a:endParaRPr sz="3600" dirty="0"/>
          </a:p>
        </p:txBody>
      </p:sp>
      <p:sp>
        <p:nvSpPr>
          <p:cNvPr id="50" name="Google Shape;1767;p45"/>
          <p:cNvSpPr txBox="1">
            <a:spLocks/>
          </p:cNvSpPr>
          <p:nvPr/>
        </p:nvSpPr>
        <p:spPr>
          <a:xfrm>
            <a:off x="300893" y="1078373"/>
            <a:ext cx="6837069" cy="1653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ru-RU" sz="1800" b="1" dirty="0" smtClean="0"/>
              <a:t>Переход </a:t>
            </a:r>
            <a:r>
              <a:rPr lang="ru-RU" sz="1800" b="1" dirty="0"/>
              <a:t>к </a:t>
            </a:r>
            <a:r>
              <a:rPr lang="ru-RU" sz="1800" b="1" dirty="0" err="1"/>
              <a:t>микросервисной</a:t>
            </a:r>
            <a:r>
              <a:rPr lang="ru-RU" sz="1800" b="1" dirty="0"/>
              <a:t> </a:t>
            </a:r>
            <a:r>
              <a:rPr lang="ru-RU" sz="1800" b="1" dirty="0" smtClean="0"/>
              <a:t>архитектуре</a:t>
            </a:r>
          </a:p>
          <a:p>
            <a:pPr marL="0" indent="0"/>
            <a:r>
              <a:rPr lang="ru-RU" dirty="0"/>
              <a:t>Ключевые функции </a:t>
            </a:r>
            <a:r>
              <a:rPr lang="ru-RU" dirty="0" smtClean="0"/>
              <a:t>выделятся </a:t>
            </a:r>
            <a:r>
              <a:rPr lang="ru-RU" dirty="0"/>
              <a:t>в независимые сервисы с изолированными хранилищами данных, а взаимодействие между ними организуется преимущественно асинхронно через брокер сообщений. Такой подход обеспечит слабую связанность компонентов и устойчивость к сбоям, оставив синхронные вызовы только для </a:t>
            </a:r>
            <a:r>
              <a:rPr lang="ru-RU" dirty="0" smtClean="0"/>
              <a:t>критичных операций.</a:t>
            </a:r>
            <a:endParaRPr lang="ru-RU" dirty="0"/>
          </a:p>
        </p:txBody>
      </p:sp>
      <p:grpSp>
        <p:nvGrpSpPr>
          <p:cNvPr id="51" name="Google Shape;1768;p45"/>
          <p:cNvGrpSpPr/>
          <p:nvPr/>
        </p:nvGrpSpPr>
        <p:grpSpPr>
          <a:xfrm>
            <a:off x="-74792" y="2354893"/>
            <a:ext cx="480890" cy="641599"/>
            <a:chOff x="959750" y="3039275"/>
            <a:chExt cx="582050" cy="582425"/>
          </a:xfrm>
        </p:grpSpPr>
        <p:sp>
          <p:nvSpPr>
            <p:cNvPr id="52" name="Google Shape;1769;p45"/>
            <p:cNvSpPr/>
            <p:nvPr/>
          </p:nvSpPr>
          <p:spPr>
            <a:xfrm>
              <a:off x="959750" y="3498275"/>
              <a:ext cx="123450" cy="123425"/>
            </a:xfrm>
            <a:custGeom>
              <a:avLst/>
              <a:gdLst/>
              <a:ahLst/>
              <a:cxnLst/>
              <a:rect l="l" t="t" r="r" b="b"/>
              <a:pathLst>
                <a:path w="4938" h="4937" extrusionOk="0">
                  <a:moveTo>
                    <a:pt x="1403" y="0"/>
                  </a:moveTo>
                  <a:lnTo>
                    <a:pt x="1" y="1402"/>
                  </a:lnTo>
                  <a:lnTo>
                    <a:pt x="3536" y="4937"/>
                  </a:lnTo>
                  <a:lnTo>
                    <a:pt x="4937" y="3535"/>
                  </a:lnTo>
                  <a:lnTo>
                    <a:pt x="1403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1770;p45"/>
            <p:cNvSpPr/>
            <p:nvPr/>
          </p:nvSpPr>
          <p:spPr>
            <a:xfrm>
              <a:off x="1035950" y="3421700"/>
              <a:ext cx="123425" cy="123825"/>
            </a:xfrm>
            <a:custGeom>
              <a:avLst/>
              <a:gdLst/>
              <a:ahLst/>
              <a:cxnLst/>
              <a:rect l="l" t="t" r="r" b="b"/>
              <a:pathLst>
                <a:path w="4937" h="4953" extrusionOk="0">
                  <a:moveTo>
                    <a:pt x="1402" y="1"/>
                  </a:moveTo>
                  <a:lnTo>
                    <a:pt x="0" y="1403"/>
                  </a:lnTo>
                  <a:lnTo>
                    <a:pt x="3535" y="4952"/>
                  </a:lnTo>
                  <a:lnTo>
                    <a:pt x="4937" y="3551"/>
                  </a:lnTo>
                  <a:lnTo>
                    <a:pt x="1402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1771;p45"/>
            <p:cNvSpPr/>
            <p:nvPr/>
          </p:nvSpPr>
          <p:spPr>
            <a:xfrm>
              <a:off x="1112500" y="3345525"/>
              <a:ext cx="123825" cy="123450"/>
            </a:xfrm>
            <a:custGeom>
              <a:avLst/>
              <a:gdLst/>
              <a:ahLst/>
              <a:cxnLst/>
              <a:rect l="l" t="t" r="r" b="b"/>
              <a:pathLst>
                <a:path w="4953" h="4938" extrusionOk="0">
                  <a:moveTo>
                    <a:pt x="1402" y="1"/>
                  </a:moveTo>
                  <a:lnTo>
                    <a:pt x="1" y="1402"/>
                  </a:lnTo>
                  <a:lnTo>
                    <a:pt x="3551" y="4937"/>
                  </a:lnTo>
                  <a:lnTo>
                    <a:pt x="4952" y="3535"/>
                  </a:lnTo>
                  <a:lnTo>
                    <a:pt x="1402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1772;p45"/>
            <p:cNvSpPr/>
            <p:nvPr/>
          </p:nvSpPr>
          <p:spPr>
            <a:xfrm>
              <a:off x="1188675" y="3268975"/>
              <a:ext cx="123825" cy="123425"/>
            </a:xfrm>
            <a:custGeom>
              <a:avLst/>
              <a:gdLst/>
              <a:ahLst/>
              <a:cxnLst/>
              <a:rect l="l" t="t" r="r" b="b"/>
              <a:pathLst>
                <a:path w="4953" h="4937" extrusionOk="0">
                  <a:moveTo>
                    <a:pt x="1402" y="0"/>
                  </a:moveTo>
                  <a:lnTo>
                    <a:pt x="1" y="1402"/>
                  </a:lnTo>
                  <a:lnTo>
                    <a:pt x="3551" y="4937"/>
                  </a:lnTo>
                  <a:lnTo>
                    <a:pt x="4952" y="3550"/>
                  </a:lnTo>
                  <a:lnTo>
                    <a:pt x="1402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1773;p45"/>
            <p:cNvSpPr/>
            <p:nvPr/>
          </p:nvSpPr>
          <p:spPr>
            <a:xfrm>
              <a:off x="1265625" y="3192800"/>
              <a:ext cx="123425" cy="123425"/>
            </a:xfrm>
            <a:custGeom>
              <a:avLst/>
              <a:gdLst/>
              <a:ahLst/>
              <a:cxnLst/>
              <a:rect l="l" t="t" r="r" b="b"/>
              <a:pathLst>
                <a:path w="4937" h="4937" extrusionOk="0">
                  <a:moveTo>
                    <a:pt x="1402" y="0"/>
                  </a:moveTo>
                  <a:lnTo>
                    <a:pt x="0" y="1386"/>
                  </a:lnTo>
                  <a:lnTo>
                    <a:pt x="3535" y="4936"/>
                  </a:lnTo>
                  <a:lnTo>
                    <a:pt x="4937" y="3535"/>
                  </a:lnTo>
                  <a:lnTo>
                    <a:pt x="1402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1774;p45"/>
            <p:cNvSpPr/>
            <p:nvPr/>
          </p:nvSpPr>
          <p:spPr>
            <a:xfrm>
              <a:off x="1341800" y="3116225"/>
              <a:ext cx="123450" cy="123450"/>
            </a:xfrm>
            <a:custGeom>
              <a:avLst/>
              <a:gdLst/>
              <a:ahLst/>
              <a:cxnLst/>
              <a:rect l="l" t="t" r="r" b="b"/>
              <a:pathLst>
                <a:path w="4938" h="4938" extrusionOk="0">
                  <a:moveTo>
                    <a:pt x="1402" y="1"/>
                  </a:moveTo>
                  <a:lnTo>
                    <a:pt x="1" y="1402"/>
                  </a:lnTo>
                  <a:lnTo>
                    <a:pt x="3535" y="4937"/>
                  </a:lnTo>
                  <a:lnTo>
                    <a:pt x="4937" y="3535"/>
                  </a:lnTo>
                  <a:lnTo>
                    <a:pt x="1402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1775;p45"/>
            <p:cNvSpPr/>
            <p:nvPr/>
          </p:nvSpPr>
          <p:spPr>
            <a:xfrm>
              <a:off x="1418375" y="3039275"/>
              <a:ext cx="123425" cy="123825"/>
            </a:xfrm>
            <a:custGeom>
              <a:avLst/>
              <a:gdLst/>
              <a:ahLst/>
              <a:cxnLst/>
              <a:rect l="l" t="t" r="r" b="b"/>
              <a:pathLst>
                <a:path w="4937" h="4953" extrusionOk="0">
                  <a:moveTo>
                    <a:pt x="1387" y="1"/>
                  </a:moveTo>
                  <a:lnTo>
                    <a:pt x="0" y="1403"/>
                  </a:lnTo>
                  <a:lnTo>
                    <a:pt x="3535" y="4953"/>
                  </a:lnTo>
                  <a:lnTo>
                    <a:pt x="4936" y="3551"/>
                  </a:lnTo>
                  <a:lnTo>
                    <a:pt x="1387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" name="Google Shape;1767;p45"/>
          <p:cNvSpPr txBox="1">
            <a:spLocks/>
          </p:cNvSpPr>
          <p:nvPr/>
        </p:nvSpPr>
        <p:spPr>
          <a:xfrm>
            <a:off x="1894751" y="2887804"/>
            <a:ext cx="6779016" cy="1322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>
              <a:buNone/>
            </a:pPr>
            <a:r>
              <a:rPr lang="ru-RU" sz="1800" b="1" dirty="0"/>
              <a:t>Интеграция с внешним сервисом авторизации </a:t>
            </a:r>
            <a:r>
              <a:rPr lang="ru-RU" sz="1800" b="1" dirty="0" smtClean="0"/>
              <a:t>клиентов</a:t>
            </a:r>
          </a:p>
          <a:p>
            <a:pPr marL="0" indent="0">
              <a:buNone/>
            </a:pPr>
            <a:r>
              <a:rPr lang="ru-RU" dirty="0"/>
              <a:t>Интеграция с существующими системами идентификации образовательного учреждения позволит повысить удобство использования и снизить операционные затраты на управление учётными записями.</a:t>
            </a:r>
          </a:p>
        </p:txBody>
      </p:sp>
      <p:sp>
        <p:nvSpPr>
          <p:cNvPr id="63" name="Google Shape;1767;p45"/>
          <p:cNvSpPr txBox="1">
            <a:spLocks/>
          </p:cNvSpPr>
          <p:nvPr/>
        </p:nvSpPr>
        <p:spPr>
          <a:xfrm>
            <a:off x="342530" y="4393261"/>
            <a:ext cx="6891304" cy="2267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>
              <a:buNone/>
            </a:pPr>
            <a:r>
              <a:rPr lang="ru-RU" sz="1800" b="1" dirty="0"/>
              <a:t>Продвинутая аналитика и прогнозирование на основе моделей машинного </a:t>
            </a:r>
            <a:r>
              <a:rPr lang="ru-RU" sz="1800" b="1" dirty="0" smtClean="0"/>
              <a:t>обучения</a:t>
            </a:r>
          </a:p>
          <a:p>
            <a:pPr marL="0" indent="0">
              <a:buNone/>
            </a:pPr>
            <a:r>
              <a:rPr lang="ru-RU" dirty="0"/>
              <a:t>Для интеллектуальной поддержки принятия решений в систему добавляется </a:t>
            </a:r>
            <a:r>
              <a:rPr lang="ru-RU" dirty="0" smtClean="0"/>
              <a:t>сервис </a:t>
            </a:r>
            <a:r>
              <a:rPr lang="ru-RU" dirty="0"/>
              <a:t>аналитики, </a:t>
            </a:r>
            <a:r>
              <a:rPr lang="ru-RU" dirty="0" smtClean="0"/>
              <a:t>читающий </a:t>
            </a:r>
            <a:r>
              <a:rPr lang="ru-RU" dirty="0"/>
              <a:t>события из брокера сообщений без блокировки основных транзакций. Регрессионные модели на основе исторических данных будут динамически прогнозировать время </a:t>
            </a:r>
            <a:r>
              <a:rPr lang="ru-RU" dirty="0" smtClean="0"/>
              <a:t>ожидания, а </a:t>
            </a:r>
            <a:r>
              <a:rPr lang="ru-RU" dirty="0"/>
              <a:t>модели классификации оптимизируют </a:t>
            </a:r>
            <a:r>
              <a:rPr lang="ru-RU" dirty="0" err="1"/>
              <a:t>приоритизацию</a:t>
            </a:r>
            <a:r>
              <a:rPr lang="ru-RU" dirty="0"/>
              <a:t> и автоматический вызов.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2621" y="1238416"/>
            <a:ext cx="1381146" cy="1381146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364" y="2918460"/>
            <a:ext cx="1303363" cy="1303363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2995" y="4787082"/>
            <a:ext cx="1389358" cy="138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2920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6" name="Google Shape;1476;p37"/>
          <p:cNvGrpSpPr/>
          <p:nvPr/>
        </p:nvGrpSpPr>
        <p:grpSpPr>
          <a:xfrm>
            <a:off x="-2384002" y="4741421"/>
            <a:ext cx="3922590" cy="2969900"/>
            <a:chOff x="-374387" y="3354325"/>
            <a:chExt cx="3922590" cy="2969900"/>
          </a:xfrm>
        </p:grpSpPr>
        <p:pic>
          <p:nvPicPr>
            <p:cNvPr id="1477" name="Google Shape;1477;p37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-374387" y="3354325"/>
              <a:ext cx="3891276" cy="29699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78" name="Google Shape;1478;p37"/>
            <p:cNvGrpSpPr/>
            <p:nvPr/>
          </p:nvGrpSpPr>
          <p:grpSpPr>
            <a:xfrm>
              <a:off x="1853583" y="4445557"/>
              <a:ext cx="1694620" cy="1360169"/>
              <a:chOff x="7945225" y="4302000"/>
              <a:chExt cx="904666" cy="726121"/>
            </a:xfrm>
          </p:grpSpPr>
          <p:sp>
            <p:nvSpPr>
              <p:cNvPr id="1479" name="Google Shape;1479;p37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Google Shape;1480;p37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Google Shape;1481;p37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82" name="Google Shape;1482;p37"/>
          <p:cNvGrpSpPr/>
          <p:nvPr/>
        </p:nvGrpSpPr>
        <p:grpSpPr>
          <a:xfrm>
            <a:off x="7475338" y="-820809"/>
            <a:ext cx="4829487" cy="7542613"/>
            <a:chOff x="6128138" y="-1301175"/>
            <a:chExt cx="4268216" cy="6666030"/>
          </a:xfrm>
        </p:grpSpPr>
        <p:sp>
          <p:nvSpPr>
            <p:cNvPr id="1483" name="Google Shape;1483;p37"/>
            <p:cNvSpPr/>
            <p:nvPr/>
          </p:nvSpPr>
          <p:spPr>
            <a:xfrm>
              <a:off x="6368175" y="103161"/>
              <a:ext cx="4006263" cy="4749291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37"/>
            <p:cNvSpPr/>
            <p:nvPr/>
          </p:nvSpPr>
          <p:spPr>
            <a:xfrm>
              <a:off x="6711143" y="81300"/>
              <a:ext cx="2925190" cy="3057668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37"/>
            <p:cNvSpPr/>
            <p:nvPr/>
          </p:nvSpPr>
          <p:spPr>
            <a:xfrm>
              <a:off x="7243039" y="245650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37"/>
            <p:cNvSpPr/>
            <p:nvPr/>
          </p:nvSpPr>
          <p:spPr>
            <a:xfrm>
              <a:off x="6875804" y="622450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37"/>
            <p:cNvSpPr/>
            <p:nvPr/>
          </p:nvSpPr>
          <p:spPr>
            <a:xfrm>
              <a:off x="6573850" y="621225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488" name="Google Shape;1488;p37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6128138" y="-1301175"/>
              <a:ext cx="4198516" cy="3204401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89" name="Google Shape;1489;p37"/>
            <p:cNvGrpSpPr/>
            <p:nvPr/>
          </p:nvGrpSpPr>
          <p:grpSpPr>
            <a:xfrm rot="5400000">
              <a:off x="7873341" y="4254316"/>
              <a:ext cx="708100" cy="708500"/>
              <a:chOff x="3678700" y="407275"/>
              <a:chExt cx="708100" cy="708500"/>
            </a:xfrm>
          </p:grpSpPr>
          <p:sp>
            <p:nvSpPr>
              <p:cNvPr id="1490" name="Google Shape;1490;p37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Google Shape;1491;p37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Google Shape;1492;p37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Google Shape;1493;p37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Google Shape;1494;p37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Google Shape;1495;p37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Google Shape;1496;p37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7" name="Google Shape;1497;p37"/>
            <p:cNvGrpSpPr/>
            <p:nvPr/>
          </p:nvGrpSpPr>
          <p:grpSpPr>
            <a:xfrm rot="5400000">
              <a:off x="8639847" y="3354200"/>
              <a:ext cx="457787" cy="458045"/>
              <a:chOff x="3678700" y="407275"/>
              <a:chExt cx="708100" cy="708500"/>
            </a:xfrm>
          </p:grpSpPr>
          <p:sp>
            <p:nvSpPr>
              <p:cNvPr id="1498" name="Google Shape;1498;p37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Google Shape;1499;p37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Google Shape;1500;p37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Google Shape;1501;p37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37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37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37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5" name="Google Shape;1505;p37"/>
            <p:cNvGrpSpPr/>
            <p:nvPr/>
          </p:nvGrpSpPr>
          <p:grpSpPr>
            <a:xfrm>
              <a:off x="7787267" y="539497"/>
              <a:ext cx="208184" cy="208184"/>
              <a:chOff x="8356813" y="1074288"/>
              <a:chExt cx="351900" cy="351900"/>
            </a:xfrm>
          </p:grpSpPr>
          <p:sp>
            <p:nvSpPr>
              <p:cNvPr id="1506" name="Google Shape;1506;p37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37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8" name="Google Shape;1508;p37"/>
            <p:cNvGrpSpPr/>
            <p:nvPr/>
          </p:nvGrpSpPr>
          <p:grpSpPr>
            <a:xfrm>
              <a:off x="7194833" y="2467660"/>
              <a:ext cx="208184" cy="208184"/>
              <a:chOff x="8356822" y="1074288"/>
              <a:chExt cx="351901" cy="351900"/>
            </a:xfrm>
          </p:grpSpPr>
          <p:sp>
            <p:nvSpPr>
              <p:cNvPr id="1509" name="Google Shape;1509;p37"/>
              <p:cNvSpPr/>
              <p:nvPr/>
            </p:nvSpPr>
            <p:spPr>
              <a:xfrm>
                <a:off x="8356822" y="1074288"/>
                <a:ext cx="351901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37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11" name="Google Shape;1511;p37"/>
            <p:cNvSpPr/>
            <p:nvPr/>
          </p:nvSpPr>
          <p:spPr>
            <a:xfrm>
              <a:off x="7095150" y="4164050"/>
              <a:ext cx="147900" cy="147900"/>
            </a:xfrm>
            <a:prstGeom prst="ellipse">
              <a:avLst/>
            </a:pr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2" name="Google Shape;1512;p37"/>
          <p:cNvGrpSpPr/>
          <p:nvPr/>
        </p:nvGrpSpPr>
        <p:grpSpPr>
          <a:xfrm>
            <a:off x="527756" y="448725"/>
            <a:ext cx="4558967" cy="134100"/>
            <a:chOff x="796100" y="3019701"/>
            <a:chExt cx="4558967" cy="134100"/>
          </a:xfrm>
        </p:grpSpPr>
        <p:sp>
          <p:nvSpPr>
            <p:cNvPr id="1513" name="Google Shape;1513;p37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14" name="Google Shape;1514;p37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15" name="Google Shape;1515;p37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74" name="Google Shape;1474;p37"/>
          <p:cNvSpPr txBox="1">
            <a:spLocks noGrp="1"/>
          </p:cNvSpPr>
          <p:nvPr>
            <p:ph type="title"/>
          </p:nvPr>
        </p:nvSpPr>
        <p:spPr>
          <a:xfrm>
            <a:off x="428703" y="-200871"/>
            <a:ext cx="8489161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sz="3600" dirty="0" smtClean="0"/>
              <a:t>Итоги спринтов</a:t>
            </a:r>
            <a:endParaRPr sz="36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92" y="994965"/>
            <a:ext cx="9161574" cy="5459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1832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1" name="Google Shape;1871;p48"/>
          <p:cNvSpPr txBox="1">
            <a:spLocks noGrp="1"/>
          </p:cNvSpPr>
          <p:nvPr>
            <p:ph type="title"/>
          </p:nvPr>
        </p:nvSpPr>
        <p:spPr>
          <a:xfrm>
            <a:off x="713225" y="2165455"/>
            <a:ext cx="4907399" cy="165814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tx1"/>
                </a:solidFill>
              </a:rPr>
              <a:t>Спасибо</a:t>
            </a:r>
            <a:r>
              <a:rPr lang="ru-RU" dirty="0" smtClean="0"/>
              <a:t> за внимание!</a:t>
            </a:r>
            <a:endParaRPr dirty="0"/>
          </a:p>
        </p:txBody>
      </p:sp>
      <p:grpSp>
        <p:nvGrpSpPr>
          <p:cNvPr id="1872" name="Google Shape;1872;p48"/>
          <p:cNvGrpSpPr/>
          <p:nvPr/>
        </p:nvGrpSpPr>
        <p:grpSpPr>
          <a:xfrm>
            <a:off x="-1238838" y="-2814271"/>
            <a:ext cx="6191222" cy="6569036"/>
            <a:chOff x="-1238838" y="-2814271"/>
            <a:chExt cx="6191222" cy="6569036"/>
          </a:xfrm>
        </p:grpSpPr>
        <p:pic>
          <p:nvPicPr>
            <p:cNvPr id="1873" name="Google Shape;1873;p48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 flipH="1">
              <a:off x="-860279" y="-1155525"/>
              <a:ext cx="3615750" cy="2759625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874" name="Google Shape;1874;p48"/>
            <p:cNvGrpSpPr/>
            <p:nvPr/>
          </p:nvGrpSpPr>
          <p:grpSpPr>
            <a:xfrm>
              <a:off x="-1238838" y="-2814271"/>
              <a:ext cx="6191222" cy="6569036"/>
              <a:chOff x="-1238838" y="-2814271"/>
              <a:chExt cx="6191222" cy="6569036"/>
            </a:xfrm>
          </p:grpSpPr>
          <p:sp>
            <p:nvSpPr>
              <p:cNvPr id="1875" name="Google Shape;1875;p48"/>
              <p:cNvSpPr/>
              <p:nvPr/>
            </p:nvSpPr>
            <p:spPr>
              <a:xfrm rot="-2700000" flipH="1">
                <a:off x="-146394" y="-2093348"/>
                <a:ext cx="4006334" cy="4749375"/>
              </a:xfrm>
              <a:custGeom>
                <a:avLst/>
                <a:gdLst/>
                <a:ahLst/>
                <a:cxnLst/>
                <a:rect l="l" t="t" r="r" b="b"/>
                <a:pathLst>
                  <a:path w="97678" h="115794" extrusionOk="0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40000">
                    <a:srgbClr val="FF9900">
                      <a:alpha val="4078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Google Shape;1876;p48"/>
              <p:cNvSpPr/>
              <p:nvPr/>
            </p:nvSpPr>
            <p:spPr>
              <a:xfrm rot="-2700000" flipH="1">
                <a:off x="-515017" y="-1565448"/>
                <a:ext cx="2925242" cy="3057723"/>
              </a:xfrm>
              <a:custGeom>
                <a:avLst/>
                <a:gdLst/>
                <a:ahLst/>
                <a:cxnLst/>
                <a:rect l="l" t="t" r="r" b="b"/>
                <a:pathLst>
                  <a:path w="71320" h="74550" extrusionOk="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Google Shape;1877;p48"/>
              <p:cNvSpPr/>
              <p:nvPr/>
            </p:nvSpPr>
            <p:spPr>
              <a:xfrm rot="-2700000" flipH="1">
                <a:off x="194575" y="-1729713"/>
                <a:ext cx="3153371" cy="5119296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878" name="Google Shape;1878;p48"/>
              <p:cNvGrpSpPr/>
              <p:nvPr/>
            </p:nvGrpSpPr>
            <p:grpSpPr>
              <a:xfrm>
                <a:off x="3010374" y="1407525"/>
                <a:ext cx="196674" cy="196585"/>
                <a:chOff x="1101075" y="2142375"/>
                <a:chExt cx="439200" cy="439100"/>
              </a:xfrm>
            </p:grpSpPr>
            <p:sp>
              <p:nvSpPr>
                <p:cNvPr id="1879" name="Google Shape;1879;p48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80" name="Google Shape;1880;p48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881" name="Google Shape;1881;p48"/>
              <p:cNvGrpSpPr/>
              <p:nvPr/>
            </p:nvGrpSpPr>
            <p:grpSpPr>
              <a:xfrm>
                <a:off x="1890399" y="1114475"/>
                <a:ext cx="196674" cy="196585"/>
                <a:chOff x="1101075" y="2142375"/>
                <a:chExt cx="439200" cy="439100"/>
              </a:xfrm>
            </p:grpSpPr>
            <p:sp>
              <p:nvSpPr>
                <p:cNvPr id="1882" name="Google Shape;1882;p48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83" name="Google Shape;1883;p48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884" name="Google Shape;1884;p48"/>
              <p:cNvGrpSpPr/>
              <p:nvPr/>
            </p:nvGrpSpPr>
            <p:grpSpPr>
              <a:xfrm>
                <a:off x="2755474" y="1114475"/>
                <a:ext cx="196674" cy="196585"/>
                <a:chOff x="1101075" y="2142375"/>
                <a:chExt cx="439200" cy="439100"/>
              </a:xfrm>
            </p:grpSpPr>
            <p:sp>
              <p:nvSpPr>
                <p:cNvPr id="1885" name="Google Shape;1885;p48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86" name="Google Shape;1886;p48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887" name="Google Shape;1887;p48"/>
              <p:cNvGrpSpPr/>
              <p:nvPr/>
            </p:nvGrpSpPr>
            <p:grpSpPr>
              <a:xfrm>
                <a:off x="1290099" y="539500"/>
                <a:ext cx="196674" cy="196585"/>
                <a:chOff x="1101075" y="2142375"/>
                <a:chExt cx="439200" cy="439100"/>
              </a:xfrm>
            </p:grpSpPr>
            <p:sp>
              <p:nvSpPr>
                <p:cNvPr id="1888" name="Google Shape;1888;p48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78000">
                      <a:schemeClr val="lt1"/>
                    </a:gs>
                    <a:gs pos="100000">
                      <a:schemeClr val="lt1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89" name="Google Shape;1889;p48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78000">
                      <a:schemeClr val="lt1"/>
                    </a:gs>
                    <a:gs pos="100000">
                      <a:schemeClr val="lt1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890" name="Google Shape;1890;p48"/>
              <p:cNvGrpSpPr/>
              <p:nvPr/>
            </p:nvGrpSpPr>
            <p:grpSpPr>
              <a:xfrm>
                <a:off x="2022774" y="671500"/>
                <a:ext cx="196674" cy="196585"/>
                <a:chOff x="1101075" y="2142375"/>
                <a:chExt cx="439200" cy="439100"/>
              </a:xfrm>
            </p:grpSpPr>
            <p:sp>
              <p:nvSpPr>
                <p:cNvPr id="1891" name="Google Shape;1891;p48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78000">
                      <a:schemeClr val="lt1"/>
                    </a:gs>
                    <a:gs pos="100000">
                      <a:schemeClr val="lt1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2" name="Google Shape;1892;p48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78000">
                      <a:schemeClr val="lt1"/>
                    </a:gs>
                    <a:gs pos="100000">
                      <a:schemeClr val="lt1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1893" name="Google Shape;1893;p48"/>
          <p:cNvGrpSpPr/>
          <p:nvPr/>
        </p:nvGrpSpPr>
        <p:grpSpPr>
          <a:xfrm>
            <a:off x="4361975" y="3628499"/>
            <a:ext cx="5022035" cy="4764449"/>
            <a:chOff x="4571996" y="2268220"/>
            <a:chExt cx="5022035" cy="4764449"/>
          </a:xfrm>
        </p:grpSpPr>
        <p:pic>
          <p:nvPicPr>
            <p:cNvPr id="1894" name="Google Shape;1894;p48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 flipH="1">
              <a:off x="5978271" y="3376950"/>
              <a:ext cx="3615750" cy="2759625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895" name="Google Shape;1895;p48"/>
            <p:cNvGrpSpPr/>
            <p:nvPr/>
          </p:nvGrpSpPr>
          <p:grpSpPr>
            <a:xfrm rot="10800000">
              <a:off x="4571996" y="2268220"/>
              <a:ext cx="5022035" cy="4764449"/>
              <a:chOff x="-494406" y="-1584825"/>
              <a:chExt cx="4397193" cy="4171657"/>
            </a:xfrm>
          </p:grpSpPr>
          <p:grpSp>
            <p:nvGrpSpPr>
              <p:cNvPr id="1896" name="Google Shape;1896;p48"/>
              <p:cNvGrpSpPr/>
              <p:nvPr/>
            </p:nvGrpSpPr>
            <p:grpSpPr>
              <a:xfrm>
                <a:off x="245875" y="-51824"/>
                <a:ext cx="208200" cy="1824700"/>
                <a:chOff x="1040050" y="3812126"/>
                <a:chExt cx="208200" cy="1824700"/>
              </a:xfrm>
            </p:grpSpPr>
            <p:sp>
              <p:nvSpPr>
                <p:cNvPr id="1897" name="Google Shape;1897;p48"/>
                <p:cNvSpPr/>
                <p:nvPr/>
              </p:nvSpPr>
              <p:spPr>
                <a:xfrm>
                  <a:off x="1040050" y="3812126"/>
                  <a:ext cx="12550" cy="1824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6" h="27731" extrusionOk="0">
                      <a:moveTo>
                        <a:pt x="1" y="1"/>
                      </a:moveTo>
                      <a:lnTo>
                        <a:pt x="1" y="27730"/>
                      </a:lnTo>
                      <a:lnTo>
                        <a:pt x="305" y="27730"/>
                      </a:lnTo>
                      <a:lnTo>
                        <a:pt x="305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8" name="Google Shape;1898;p48"/>
                <p:cNvSpPr/>
                <p:nvPr/>
              </p:nvSpPr>
              <p:spPr>
                <a:xfrm>
                  <a:off x="1235741" y="3812126"/>
                  <a:ext cx="12509" cy="1824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5" h="27731" extrusionOk="0">
                      <a:moveTo>
                        <a:pt x="0" y="1"/>
                      </a:moveTo>
                      <a:lnTo>
                        <a:pt x="0" y="27730"/>
                      </a:lnTo>
                      <a:lnTo>
                        <a:pt x="305" y="27730"/>
                      </a:lnTo>
                      <a:lnTo>
                        <a:pt x="305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899" name="Google Shape;1899;p48"/>
              <p:cNvGrpSpPr/>
              <p:nvPr/>
            </p:nvGrpSpPr>
            <p:grpSpPr>
              <a:xfrm rot="-8100000">
                <a:off x="540898" y="-1172741"/>
                <a:ext cx="2552124" cy="3347490"/>
                <a:chOff x="2976325" y="908175"/>
                <a:chExt cx="4028179" cy="5283555"/>
              </a:xfrm>
            </p:grpSpPr>
            <p:sp>
              <p:nvSpPr>
                <p:cNvPr id="1900" name="Google Shape;1900;p48"/>
                <p:cNvSpPr/>
                <p:nvPr/>
              </p:nvSpPr>
              <p:spPr>
                <a:xfrm>
                  <a:off x="2976325" y="930036"/>
                  <a:ext cx="4006263" cy="47492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678" h="115794" extrusionOk="0">
                      <a:moveTo>
                        <a:pt x="97449" y="0"/>
                      </a:moveTo>
                      <a:lnTo>
                        <a:pt x="76805" y="20645"/>
                      </a:lnTo>
                      <a:lnTo>
                        <a:pt x="76744" y="20691"/>
                      </a:lnTo>
                      <a:lnTo>
                        <a:pt x="76744" y="35927"/>
                      </a:lnTo>
                      <a:lnTo>
                        <a:pt x="63107" y="49563"/>
                      </a:lnTo>
                      <a:lnTo>
                        <a:pt x="63077" y="49608"/>
                      </a:lnTo>
                      <a:lnTo>
                        <a:pt x="63077" y="56571"/>
                      </a:lnTo>
                      <a:lnTo>
                        <a:pt x="61005" y="58659"/>
                      </a:lnTo>
                      <a:lnTo>
                        <a:pt x="61005" y="62407"/>
                      </a:lnTo>
                      <a:lnTo>
                        <a:pt x="52473" y="70939"/>
                      </a:lnTo>
                      <a:lnTo>
                        <a:pt x="52412" y="70969"/>
                      </a:lnTo>
                      <a:lnTo>
                        <a:pt x="52412" y="78541"/>
                      </a:lnTo>
                      <a:lnTo>
                        <a:pt x="46912" y="84057"/>
                      </a:lnTo>
                      <a:lnTo>
                        <a:pt x="46912" y="89633"/>
                      </a:lnTo>
                      <a:lnTo>
                        <a:pt x="33123" y="103406"/>
                      </a:lnTo>
                      <a:lnTo>
                        <a:pt x="12174" y="103406"/>
                      </a:lnTo>
                      <a:lnTo>
                        <a:pt x="0" y="115565"/>
                      </a:lnTo>
                      <a:lnTo>
                        <a:pt x="229" y="115793"/>
                      </a:lnTo>
                      <a:lnTo>
                        <a:pt x="12280" y="103711"/>
                      </a:lnTo>
                      <a:lnTo>
                        <a:pt x="33245" y="103711"/>
                      </a:lnTo>
                      <a:lnTo>
                        <a:pt x="47155" y="89801"/>
                      </a:lnTo>
                      <a:lnTo>
                        <a:pt x="47216" y="89770"/>
                      </a:lnTo>
                      <a:lnTo>
                        <a:pt x="47216" y="84179"/>
                      </a:lnTo>
                      <a:lnTo>
                        <a:pt x="52732" y="78663"/>
                      </a:lnTo>
                      <a:lnTo>
                        <a:pt x="52732" y="71106"/>
                      </a:lnTo>
                      <a:lnTo>
                        <a:pt x="61264" y="62574"/>
                      </a:lnTo>
                      <a:lnTo>
                        <a:pt x="61310" y="62513"/>
                      </a:lnTo>
                      <a:lnTo>
                        <a:pt x="61310" y="58780"/>
                      </a:lnTo>
                      <a:lnTo>
                        <a:pt x="63382" y="56708"/>
                      </a:lnTo>
                      <a:lnTo>
                        <a:pt x="63382" y="49730"/>
                      </a:lnTo>
                      <a:lnTo>
                        <a:pt x="77018" y="36109"/>
                      </a:lnTo>
                      <a:lnTo>
                        <a:pt x="77048" y="36064"/>
                      </a:lnTo>
                      <a:lnTo>
                        <a:pt x="77048" y="20828"/>
                      </a:lnTo>
                      <a:lnTo>
                        <a:pt x="97678" y="198"/>
                      </a:lnTo>
                      <a:lnTo>
                        <a:pt x="97449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1" name="Google Shape;1901;p48"/>
                <p:cNvSpPr/>
                <p:nvPr/>
              </p:nvSpPr>
              <p:spPr>
                <a:xfrm>
                  <a:off x="3934943" y="908175"/>
                  <a:ext cx="2925190" cy="30576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320" h="74550" extrusionOk="0">
                      <a:moveTo>
                        <a:pt x="71091" y="0"/>
                      </a:moveTo>
                      <a:lnTo>
                        <a:pt x="59679" y="11397"/>
                      </a:lnTo>
                      <a:lnTo>
                        <a:pt x="54895" y="11397"/>
                      </a:lnTo>
                      <a:lnTo>
                        <a:pt x="41015" y="25307"/>
                      </a:lnTo>
                      <a:lnTo>
                        <a:pt x="40954" y="25337"/>
                      </a:lnTo>
                      <a:lnTo>
                        <a:pt x="40954" y="42325"/>
                      </a:lnTo>
                      <a:lnTo>
                        <a:pt x="31767" y="51528"/>
                      </a:lnTo>
                      <a:lnTo>
                        <a:pt x="31721" y="51574"/>
                      </a:lnTo>
                      <a:lnTo>
                        <a:pt x="31721" y="59237"/>
                      </a:lnTo>
                      <a:lnTo>
                        <a:pt x="22824" y="68135"/>
                      </a:lnTo>
                      <a:lnTo>
                        <a:pt x="6186" y="68135"/>
                      </a:lnTo>
                      <a:lnTo>
                        <a:pt x="0" y="74321"/>
                      </a:lnTo>
                      <a:lnTo>
                        <a:pt x="229" y="74549"/>
                      </a:lnTo>
                      <a:lnTo>
                        <a:pt x="6323" y="68455"/>
                      </a:lnTo>
                      <a:lnTo>
                        <a:pt x="22945" y="68455"/>
                      </a:lnTo>
                      <a:lnTo>
                        <a:pt x="31980" y="59420"/>
                      </a:lnTo>
                      <a:lnTo>
                        <a:pt x="32026" y="59374"/>
                      </a:lnTo>
                      <a:lnTo>
                        <a:pt x="32026" y="51695"/>
                      </a:lnTo>
                      <a:lnTo>
                        <a:pt x="41229" y="42508"/>
                      </a:lnTo>
                      <a:lnTo>
                        <a:pt x="41259" y="42463"/>
                      </a:lnTo>
                      <a:lnTo>
                        <a:pt x="41259" y="25475"/>
                      </a:lnTo>
                      <a:lnTo>
                        <a:pt x="55032" y="11732"/>
                      </a:lnTo>
                      <a:lnTo>
                        <a:pt x="59786" y="11732"/>
                      </a:lnTo>
                      <a:lnTo>
                        <a:pt x="71320" y="213"/>
                      </a:lnTo>
                      <a:lnTo>
                        <a:pt x="7109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2" name="Google Shape;1902;p48"/>
                <p:cNvSpPr/>
                <p:nvPr/>
              </p:nvSpPr>
              <p:spPr>
                <a:xfrm>
                  <a:off x="3851189" y="1072525"/>
                  <a:ext cx="3153315" cy="51192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882" h="124813" extrusionOk="0">
                      <a:moveTo>
                        <a:pt x="76668" y="0"/>
                      </a:moveTo>
                      <a:lnTo>
                        <a:pt x="63260" y="13408"/>
                      </a:lnTo>
                      <a:cubicBezTo>
                        <a:pt x="62879" y="13789"/>
                        <a:pt x="62879" y="14398"/>
                        <a:pt x="63260" y="14779"/>
                      </a:cubicBezTo>
                      <a:lnTo>
                        <a:pt x="69857" y="21376"/>
                      </a:lnTo>
                      <a:cubicBezTo>
                        <a:pt x="70116" y="21620"/>
                        <a:pt x="70116" y="22046"/>
                        <a:pt x="69857" y="22305"/>
                      </a:cubicBezTo>
                      <a:lnTo>
                        <a:pt x="46546" y="45616"/>
                      </a:lnTo>
                      <a:cubicBezTo>
                        <a:pt x="46417" y="45738"/>
                        <a:pt x="46245" y="45799"/>
                        <a:pt x="46074" y="45799"/>
                      </a:cubicBezTo>
                      <a:cubicBezTo>
                        <a:pt x="45903" y="45799"/>
                        <a:pt x="45731" y="45738"/>
                        <a:pt x="45602" y="45616"/>
                      </a:cubicBezTo>
                      <a:lnTo>
                        <a:pt x="39020" y="39019"/>
                      </a:lnTo>
                      <a:cubicBezTo>
                        <a:pt x="38822" y="38836"/>
                        <a:pt x="38593" y="38745"/>
                        <a:pt x="38334" y="38745"/>
                      </a:cubicBezTo>
                      <a:cubicBezTo>
                        <a:pt x="38060" y="38745"/>
                        <a:pt x="37831" y="38836"/>
                        <a:pt x="37649" y="39019"/>
                      </a:cubicBezTo>
                      <a:lnTo>
                        <a:pt x="23357" y="53311"/>
                      </a:lnTo>
                      <a:cubicBezTo>
                        <a:pt x="22976" y="53691"/>
                        <a:pt x="22976" y="54301"/>
                        <a:pt x="23357" y="54682"/>
                      </a:cubicBezTo>
                      <a:lnTo>
                        <a:pt x="40833" y="72142"/>
                      </a:lnTo>
                      <a:cubicBezTo>
                        <a:pt x="40939" y="72279"/>
                        <a:pt x="41016" y="72432"/>
                        <a:pt x="41016" y="72614"/>
                      </a:cubicBezTo>
                      <a:cubicBezTo>
                        <a:pt x="41016" y="72812"/>
                        <a:pt x="40955" y="72965"/>
                        <a:pt x="40833" y="73102"/>
                      </a:cubicBezTo>
                      <a:lnTo>
                        <a:pt x="27090" y="86830"/>
                      </a:lnTo>
                      <a:cubicBezTo>
                        <a:pt x="26907" y="87028"/>
                        <a:pt x="26816" y="87256"/>
                        <a:pt x="26816" y="87515"/>
                      </a:cubicBezTo>
                      <a:lnTo>
                        <a:pt x="26816" y="96276"/>
                      </a:lnTo>
                      <a:cubicBezTo>
                        <a:pt x="26816" y="96459"/>
                        <a:pt x="26755" y="96611"/>
                        <a:pt x="26618" y="96748"/>
                      </a:cubicBezTo>
                      <a:lnTo>
                        <a:pt x="13225" y="110140"/>
                      </a:lnTo>
                      <a:cubicBezTo>
                        <a:pt x="13103" y="110270"/>
                        <a:pt x="12940" y="110335"/>
                        <a:pt x="12772" y="110335"/>
                      </a:cubicBezTo>
                      <a:cubicBezTo>
                        <a:pt x="12604" y="110335"/>
                        <a:pt x="12433" y="110270"/>
                        <a:pt x="12296" y="110140"/>
                      </a:cubicBezTo>
                      <a:lnTo>
                        <a:pt x="7618" y="105448"/>
                      </a:lnTo>
                      <a:cubicBezTo>
                        <a:pt x="7428" y="105257"/>
                        <a:pt x="7180" y="105162"/>
                        <a:pt x="6933" y="105162"/>
                      </a:cubicBezTo>
                      <a:cubicBezTo>
                        <a:pt x="6685" y="105162"/>
                        <a:pt x="6438" y="105257"/>
                        <a:pt x="6247" y="105448"/>
                      </a:cubicBezTo>
                      <a:lnTo>
                        <a:pt x="381" y="111314"/>
                      </a:lnTo>
                      <a:cubicBezTo>
                        <a:pt x="1" y="111695"/>
                        <a:pt x="1" y="112304"/>
                        <a:pt x="381" y="112685"/>
                      </a:cubicBezTo>
                      <a:lnTo>
                        <a:pt x="5059" y="117378"/>
                      </a:lnTo>
                      <a:cubicBezTo>
                        <a:pt x="5181" y="117515"/>
                        <a:pt x="5257" y="117667"/>
                        <a:pt x="5257" y="117850"/>
                      </a:cubicBezTo>
                      <a:cubicBezTo>
                        <a:pt x="5257" y="118048"/>
                        <a:pt x="5196" y="118200"/>
                        <a:pt x="5059" y="118322"/>
                      </a:cubicBezTo>
                      <a:lnTo>
                        <a:pt x="3231" y="120150"/>
                      </a:lnTo>
                      <a:cubicBezTo>
                        <a:pt x="2850" y="120531"/>
                        <a:pt x="2850" y="121141"/>
                        <a:pt x="3231" y="121522"/>
                      </a:cubicBezTo>
                      <a:lnTo>
                        <a:pt x="5059" y="123365"/>
                      </a:lnTo>
                      <a:cubicBezTo>
                        <a:pt x="5333" y="123609"/>
                        <a:pt x="5333" y="124020"/>
                        <a:pt x="5059" y="124295"/>
                      </a:cubicBezTo>
                      <a:cubicBezTo>
                        <a:pt x="4914" y="124432"/>
                        <a:pt x="4754" y="124489"/>
                        <a:pt x="4602" y="124489"/>
                      </a:cubicBezTo>
                      <a:cubicBezTo>
                        <a:pt x="4449" y="124489"/>
                        <a:pt x="4305" y="124432"/>
                        <a:pt x="4190" y="124340"/>
                      </a:cubicBezTo>
                      <a:cubicBezTo>
                        <a:pt x="3962" y="124173"/>
                        <a:pt x="3825" y="123838"/>
                        <a:pt x="4038" y="123487"/>
                      </a:cubicBezTo>
                      <a:lnTo>
                        <a:pt x="3764" y="123335"/>
                      </a:lnTo>
                      <a:lnTo>
                        <a:pt x="3764" y="123335"/>
                      </a:lnTo>
                      <a:cubicBezTo>
                        <a:pt x="3459" y="123838"/>
                        <a:pt x="3672" y="124356"/>
                        <a:pt x="3992" y="124599"/>
                      </a:cubicBezTo>
                      <a:cubicBezTo>
                        <a:pt x="4175" y="124736"/>
                        <a:pt x="4373" y="124813"/>
                        <a:pt x="4602" y="124813"/>
                      </a:cubicBezTo>
                      <a:cubicBezTo>
                        <a:pt x="4830" y="124813"/>
                        <a:pt x="5059" y="124736"/>
                        <a:pt x="5272" y="124477"/>
                      </a:cubicBezTo>
                      <a:cubicBezTo>
                        <a:pt x="5455" y="124295"/>
                        <a:pt x="5562" y="124066"/>
                        <a:pt x="5562" y="123792"/>
                      </a:cubicBezTo>
                      <a:cubicBezTo>
                        <a:pt x="5562" y="123533"/>
                        <a:pt x="5455" y="123304"/>
                        <a:pt x="5272" y="123106"/>
                      </a:cubicBezTo>
                      <a:lnTo>
                        <a:pt x="3444" y="121278"/>
                      </a:lnTo>
                      <a:cubicBezTo>
                        <a:pt x="3170" y="121034"/>
                        <a:pt x="3170" y="120623"/>
                        <a:pt x="3444" y="120349"/>
                      </a:cubicBezTo>
                      <a:lnTo>
                        <a:pt x="5272" y="118520"/>
                      </a:lnTo>
                      <a:cubicBezTo>
                        <a:pt x="5455" y="118337"/>
                        <a:pt x="5562" y="118094"/>
                        <a:pt x="5562" y="117835"/>
                      </a:cubicBezTo>
                      <a:cubicBezTo>
                        <a:pt x="5562" y="117576"/>
                        <a:pt x="5455" y="117332"/>
                        <a:pt x="5272" y="117149"/>
                      </a:cubicBezTo>
                      <a:lnTo>
                        <a:pt x="579" y="112456"/>
                      </a:lnTo>
                      <a:cubicBezTo>
                        <a:pt x="320" y="112213"/>
                        <a:pt x="320" y="111801"/>
                        <a:pt x="579" y="111527"/>
                      </a:cubicBezTo>
                      <a:lnTo>
                        <a:pt x="6445" y="105661"/>
                      </a:lnTo>
                      <a:cubicBezTo>
                        <a:pt x="6575" y="105532"/>
                        <a:pt x="6742" y="105467"/>
                        <a:pt x="6912" y="105467"/>
                      </a:cubicBezTo>
                      <a:cubicBezTo>
                        <a:pt x="7081" y="105467"/>
                        <a:pt x="7253" y="105532"/>
                        <a:pt x="7390" y="105661"/>
                      </a:cubicBezTo>
                      <a:lnTo>
                        <a:pt x="12067" y="110354"/>
                      </a:lnTo>
                      <a:cubicBezTo>
                        <a:pt x="12265" y="110537"/>
                        <a:pt x="12494" y="110643"/>
                        <a:pt x="12753" y="110643"/>
                      </a:cubicBezTo>
                      <a:cubicBezTo>
                        <a:pt x="13027" y="110643"/>
                        <a:pt x="13256" y="110537"/>
                        <a:pt x="13439" y="110354"/>
                      </a:cubicBezTo>
                      <a:lnTo>
                        <a:pt x="26831" y="96961"/>
                      </a:lnTo>
                      <a:cubicBezTo>
                        <a:pt x="27014" y="96779"/>
                        <a:pt x="27120" y="96550"/>
                        <a:pt x="27120" y="96276"/>
                      </a:cubicBezTo>
                      <a:lnTo>
                        <a:pt x="27120" y="87469"/>
                      </a:lnTo>
                      <a:cubicBezTo>
                        <a:pt x="27120" y="87287"/>
                        <a:pt x="27166" y="87134"/>
                        <a:pt x="27303" y="86997"/>
                      </a:cubicBezTo>
                      <a:lnTo>
                        <a:pt x="41031" y="73270"/>
                      </a:lnTo>
                      <a:cubicBezTo>
                        <a:pt x="41412" y="72889"/>
                        <a:pt x="41412" y="72279"/>
                        <a:pt x="41031" y="71898"/>
                      </a:cubicBezTo>
                      <a:lnTo>
                        <a:pt x="23571" y="54438"/>
                      </a:lnTo>
                      <a:cubicBezTo>
                        <a:pt x="23312" y="54194"/>
                        <a:pt x="23312" y="53768"/>
                        <a:pt x="23571" y="53509"/>
                      </a:cubicBezTo>
                      <a:lnTo>
                        <a:pt x="37862" y="39217"/>
                      </a:lnTo>
                      <a:cubicBezTo>
                        <a:pt x="37984" y="39095"/>
                        <a:pt x="38155" y="39035"/>
                        <a:pt x="38327" y="39035"/>
                      </a:cubicBezTo>
                      <a:cubicBezTo>
                        <a:pt x="38498" y="39035"/>
                        <a:pt x="38669" y="39095"/>
                        <a:pt x="38791" y="39217"/>
                      </a:cubicBezTo>
                      <a:lnTo>
                        <a:pt x="45373" y="45830"/>
                      </a:lnTo>
                      <a:cubicBezTo>
                        <a:pt x="45571" y="46013"/>
                        <a:pt x="45800" y="46119"/>
                        <a:pt x="46059" y="46119"/>
                      </a:cubicBezTo>
                      <a:cubicBezTo>
                        <a:pt x="46333" y="46119"/>
                        <a:pt x="46562" y="46013"/>
                        <a:pt x="46744" y="45830"/>
                      </a:cubicBezTo>
                      <a:lnTo>
                        <a:pt x="70055" y="22519"/>
                      </a:lnTo>
                      <a:cubicBezTo>
                        <a:pt x="70436" y="22138"/>
                        <a:pt x="70436" y="21528"/>
                        <a:pt x="70055" y="21148"/>
                      </a:cubicBezTo>
                      <a:lnTo>
                        <a:pt x="63473" y="14550"/>
                      </a:lnTo>
                      <a:cubicBezTo>
                        <a:pt x="63199" y="14307"/>
                        <a:pt x="63199" y="13895"/>
                        <a:pt x="63473" y="13621"/>
                      </a:cubicBezTo>
                      <a:lnTo>
                        <a:pt x="76881" y="213"/>
                      </a:lnTo>
                      <a:lnTo>
                        <a:pt x="76668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78000">
                      <a:schemeClr val="lt1"/>
                    </a:gs>
                    <a:gs pos="100000">
                      <a:schemeClr val="lt1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903" name="Google Shape;1903;p48"/>
              <p:cNvGrpSpPr/>
              <p:nvPr/>
            </p:nvGrpSpPr>
            <p:grpSpPr>
              <a:xfrm>
                <a:off x="-1" y="621223"/>
                <a:ext cx="699940" cy="478601"/>
                <a:chOff x="39722" y="4349021"/>
                <a:chExt cx="1061964" cy="726143"/>
              </a:xfrm>
            </p:grpSpPr>
            <p:grpSp>
              <p:nvGrpSpPr>
                <p:cNvPr id="1904" name="Google Shape;1904;p48"/>
                <p:cNvGrpSpPr/>
                <p:nvPr/>
              </p:nvGrpSpPr>
              <p:grpSpPr>
                <a:xfrm rot="2700000">
                  <a:off x="140502" y="4460924"/>
                  <a:ext cx="524584" cy="502337"/>
                  <a:chOff x="1189791" y="-1767331"/>
                  <a:chExt cx="904284" cy="865933"/>
                </a:xfrm>
              </p:grpSpPr>
              <p:sp>
                <p:nvSpPr>
                  <p:cNvPr id="1905" name="Google Shape;1905;p48"/>
                  <p:cNvSpPr/>
                  <p:nvPr/>
                </p:nvSpPr>
                <p:spPr>
                  <a:xfrm>
                    <a:off x="1189791" y="-1767331"/>
                    <a:ext cx="904284" cy="86593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902" h="35337" extrusionOk="0">
                        <a:moveTo>
                          <a:pt x="18449" y="1"/>
                        </a:moveTo>
                        <a:cubicBezTo>
                          <a:pt x="16409" y="1"/>
                          <a:pt x="14368" y="778"/>
                          <a:pt x="12814" y="2332"/>
                        </a:cubicBezTo>
                        <a:lnTo>
                          <a:pt x="3108" y="12037"/>
                        </a:lnTo>
                        <a:cubicBezTo>
                          <a:pt x="0" y="15145"/>
                          <a:pt x="0" y="20189"/>
                          <a:pt x="3108" y="23297"/>
                        </a:cubicBezTo>
                        <a:lnTo>
                          <a:pt x="12814" y="33017"/>
                        </a:lnTo>
                        <a:cubicBezTo>
                          <a:pt x="14368" y="34564"/>
                          <a:pt x="16405" y="35337"/>
                          <a:pt x="18443" y="35337"/>
                        </a:cubicBezTo>
                        <a:cubicBezTo>
                          <a:pt x="20481" y="35337"/>
                          <a:pt x="22519" y="34564"/>
                          <a:pt x="24073" y="33017"/>
                        </a:cubicBezTo>
                        <a:lnTo>
                          <a:pt x="33794" y="23297"/>
                        </a:lnTo>
                        <a:cubicBezTo>
                          <a:pt x="36902" y="20189"/>
                          <a:pt x="36902" y="15145"/>
                          <a:pt x="33794" y="12037"/>
                        </a:cubicBezTo>
                        <a:lnTo>
                          <a:pt x="24073" y="2332"/>
                        </a:lnTo>
                        <a:cubicBezTo>
                          <a:pt x="22527" y="778"/>
                          <a:pt x="20489" y="1"/>
                          <a:pt x="18449" y="1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/>
                      </a:gs>
                      <a:gs pos="18000">
                        <a:schemeClr val="lt1"/>
                      </a:gs>
                      <a:gs pos="56000">
                        <a:srgbClr val="FFFFFF">
                          <a:alpha val="0"/>
                        </a:srgbClr>
                      </a:gs>
                      <a:gs pos="74000">
                        <a:schemeClr val="lt1"/>
                      </a:gs>
                      <a:gs pos="100000">
                        <a:srgbClr val="9900FF">
                          <a:alpha val="28627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grpSp>
                <p:nvGrpSpPr>
                  <p:cNvPr id="1906" name="Google Shape;1906;p48"/>
                  <p:cNvGrpSpPr/>
                  <p:nvPr/>
                </p:nvGrpSpPr>
                <p:grpSpPr>
                  <a:xfrm>
                    <a:off x="1232795" y="-1740829"/>
                    <a:ext cx="717621" cy="717392"/>
                    <a:chOff x="1483457" y="3953671"/>
                    <a:chExt cx="717621" cy="717392"/>
                  </a:xfrm>
                </p:grpSpPr>
                <p:sp>
                  <p:nvSpPr>
                    <p:cNvPr id="1907" name="Google Shape;1907;p48"/>
                    <p:cNvSpPr/>
                    <p:nvPr/>
                  </p:nvSpPr>
                  <p:spPr>
                    <a:xfrm>
                      <a:off x="1483457" y="4257265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1908" name="Google Shape;1908;p48"/>
                    <p:cNvSpPr/>
                    <p:nvPr/>
                  </p:nvSpPr>
                  <p:spPr>
                    <a:xfrm>
                      <a:off x="1559470" y="4181481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66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1909" name="Google Shape;1909;p48"/>
                    <p:cNvSpPr/>
                    <p:nvPr/>
                  </p:nvSpPr>
                  <p:spPr>
                    <a:xfrm>
                      <a:off x="1635483" y="4105239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66" y="1"/>
                          </a:moveTo>
                          <a:lnTo>
                            <a:pt x="1" y="381"/>
                          </a:lnTo>
                          <a:lnTo>
                            <a:pt x="26740" y="27120"/>
                          </a:lnTo>
                          <a:lnTo>
                            <a:pt x="27121" y="26755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1910" name="Google Shape;1910;p48"/>
                    <p:cNvSpPr/>
                    <p:nvPr/>
                  </p:nvSpPr>
                  <p:spPr>
                    <a:xfrm>
                      <a:off x="1711267" y="4029455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55" y="27121"/>
                          </a:lnTo>
                          <a:lnTo>
                            <a:pt x="27120" y="26755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1911" name="Google Shape;1911;p48"/>
                    <p:cNvSpPr/>
                    <p:nvPr/>
                  </p:nvSpPr>
                  <p:spPr>
                    <a:xfrm>
                      <a:off x="1787280" y="3953671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2" y="1"/>
                          </a:moveTo>
                          <a:lnTo>
                            <a:pt x="1" y="382"/>
                          </a:lnTo>
                          <a:lnTo>
                            <a:pt x="26740" y="27121"/>
                          </a:lnTo>
                          <a:lnTo>
                            <a:pt x="27121" y="26740"/>
                          </a:lnTo>
                          <a:lnTo>
                            <a:pt x="382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</p:grpSp>
            </p:grpSp>
            <p:sp>
              <p:nvSpPr>
                <p:cNvPr id="1912" name="Google Shape;1912;p48"/>
                <p:cNvSpPr/>
                <p:nvPr/>
              </p:nvSpPr>
              <p:spPr>
                <a:xfrm rot="-2700000">
                  <a:off x="542534" y="4469276"/>
                  <a:ext cx="492898" cy="391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612" h="35440" extrusionOk="0">
                      <a:moveTo>
                        <a:pt x="40817" y="1"/>
                      </a:moveTo>
                      <a:lnTo>
                        <a:pt x="37420" y="3383"/>
                      </a:lnTo>
                      <a:lnTo>
                        <a:pt x="41213" y="7177"/>
                      </a:lnTo>
                      <a:lnTo>
                        <a:pt x="44611" y="3779"/>
                      </a:lnTo>
                      <a:lnTo>
                        <a:pt x="40817" y="1"/>
                      </a:lnTo>
                      <a:close/>
                      <a:moveTo>
                        <a:pt x="22184" y="4099"/>
                      </a:moveTo>
                      <a:lnTo>
                        <a:pt x="18801" y="7482"/>
                      </a:lnTo>
                      <a:lnTo>
                        <a:pt x="22595" y="11275"/>
                      </a:lnTo>
                      <a:lnTo>
                        <a:pt x="25978" y="7878"/>
                      </a:lnTo>
                      <a:lnTo>
                        <a:pt x="22184" y="4099"/>
                      </a:lnTo>
                      <a:close/>
                      <a:moveTo>
                        <a:pt x="15983" y="10300"/>
                      </a:moveTo>
                      <a:lnTo>
                        <a:pt x="12585" y="13698"/>
                      </a:lnTo>
                      <a:lnTo>
                        <a:pt x="16379" y="17476"/>
                      </a:lnTo>
                      <a:lnTo>
                        <a:pt x="19776" y="14094"/>
                      </a:lnTo>
                      <a:lnTo>
                        <a:pt x="15983" y="10300"/>
                      </a:lnTo>
                      <a:close/>
                      <a:moveTo>
                        <a:pt x="9431" y="16852"/>
                      </a:moveTo>
                      <a:lnTo>
                        <a:pt x="6034" y="20249"/>
                      </a:lnTo>
                      <a:lnTo>
                        <a:pt x="15190" y="29406"/>
                      </a:lnTo>
                      <a:lnTo>
                        <a:pt x="18588" y="26008"/>
                      </a:lnTo>
                      <a:lnTo>
                        <a:pt x="9431" y="16852"/>
                      </a:lnTo>
                      <a:close/>
                      <a:moveTo>
                        <a:pt x="3383" y="22885"/>
                      </a:moveTo>
                      <a:lnTo>
                        <a:pt x="0" y="26283"/>
                      </a:lnTo>
                      <a:lnTo>
                        <a:pt x="9157" y="35440"/>
                      </a:lnTo>
                      <a:lnTo>
                        <a:pt x="12555" y="32057"/>
                      </a:lnTo>
                      <a:lnTo>
                        <a:pt x="3383" y="22885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913" name="Google Shape;1913;p48"/>
              <p:cNvGrpSpPr/>
              <p:nvPr/>
            </p:nvGrpSpPr>
            <p:grpSpPr>
              <a:xfrm>
                <a:off x="955673" y="11"/>
                <a:ext cx="592576" cy="405260"/>
                <a:chOff x="39722" y="4349021"/>
                <a:chExt cx="1061964" cy="726143"/>
              </a:xfrm>
            </p:grpSpPr>
            <p:grpSp>
              <p:nvGrpSpPr>
                <p:cNvPr id="1914" name="Google Shape;1914;p48"/>
                <p:cNvGrpSpPr/>
                <p:nvPr/>
              </p:nvGrpSpPr>
              <p:grpSpPr>
                <a:xfrm rot="2700000">
                  <a:off x="140502" y="4460924"/>
                  <a:ext cx="524584" cy="502337"/>
                  <a:chOff x="1189791" y="-1767331"/>
                  <a:chExt cx="904284" cy="865933"/>
                </a:xfrm>
              </p:grpSpPr>
              <p:sp>
                <p:nvSpPr>
                  <p:cNvPr id="1915" name="Google Shape;1915;p48"/>
                  <p:cNvSpPr/>
                  <p:nvPr/>
                </p:nvSpPr>
                <p:spPr>
                  <a:xfrm>
                    <a:off x="1189791" y="-1767331"/>
                    <a:ext cx="904284" cy="86593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902" h="35337" extrusionOk="0">
                        <a:moveTo>
                          <a:pt x="18449" y="1"/>
                        </a:moveTo>
                        <a:cubicBezTo>
                          <a:pt x="16409" y="1"/>
                          <a:pt x="14368" y="778"/>
                          <a:pt x="12814" y="2332"/>
                        </a:cubicBezTo>
                        <a:lnTo>
                          <a:pt x="3108" y="12037"/>
                        </a:lnTo>
                        <a:cubicBezTo>
                          <a:pt x="0" y="15145"/>
                          <a:pt x="0" y="20189"/>
                          <a:pt x="3108" y="23297"/>
                        </a:cubicBezTo>
                        <a:lnTo>
                          <a:pt x="12814" y="33017"/>
                        </a:lnTo>
                        <a:cubicBezTo>
                          <a:pt x="14368" y="34564"/>
                          <a:pt x="16405" y="35337"/>
                          <a:pt x="18443" y="35337"/>
                        </a:cubicBezTo>
                        <a:cubicBezTo>
                          <a:pt x="20481" y="35337"/>
                          <a:pt x="22519" y="34564"/>
                          <a:pt x="24073" y="33017"/>
                        </a:cubicBezTo>
                        <a:lnTo>
                          <a:pt x="33794" y="23297"/>
                        </a:lnTo>
                        <a:cubicBezTo>
                          <a:pt x="36902" y="20189"/>
                          <a:pt x="36902" y="15145"/>
                          <a:pt x="33794" y="12037"/>
                        </a:cubicBezTo>
                        <a:lnTo>
                          <a:pt x="24073" y="2332"/>
                        </a:lnTo>
                        <a:cubicBezTo>
                          <a:pt x="22527" y="778"/>
                          <a:pt x="20489" y="1"/>
                          <a:pt x="18449" y="1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/>
                      </a:gs>
                      <a:gs pos="18000">
                        <a:schemeClr val="lt1"/>
                      </a:gs>
                      <a:gs pos="56000">
                        <a:srgbClr val="FFFFFF">
                          <a:alpha val="0"/>
                        </a:srgbClr>
                      </a:gs>
                      <a:gs pos="74000">
                        <a:schemeClr val="lt1"/>
                      </a:gs>
                      <a:gs pos="100000">
                        <a:srgbClr val="9900FF">
                          <a:alpha val="28627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grpSp>
                <p:nvGrpSpPr>
                  <p:cNvPr id="1916" name="Google Shape;1916;p48"/>
                  <p:cNvGrpSpPr/>
                  <p:nvPr/>
                </p:nvGrpSpPr>
                <p:grpSpPr>
                  <a:xfrm>
                    <a:off x="1232795" y="-1740829"/>
                    <a:ext cx="717621" cy="717392"/>
                    <a:chOff x="1483457" y="3953671"/>
                    <a:chExt cx="717621" cy="717392"/>
                  </a:xfrm>
                </p:grpSpPr>
                <p:sp>
                  <p:nvSpPr>
                    <p:cNvPr id="1917" name="Google Shape;1917;p48"/>
                    <p:cNvSpPr/>
                    <p:nvPr/>
                  </p:nvSpPr>
                  <p:spPr>
                    <a:xfrm>
                      <a:off x="1483457" y="4257265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1918" name="Google Shape;1918;p48"/>
                    <p:cNvSpPr/>
                    <p:nvPr/>
                  </p:nvSpPr>
                  <p:spPr>
                    <a:xfrm>
                      <a:off x="1559470" y="4181481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66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1919" name="Google Shape;1919;p48"/>
                    <p:cNvSpPr/>
                    <p:nvPr/>
                  </p:nvSpPr>
                  <p:spPr>
                    <a:xfrm>
                      <a:off x="1635483" y="4105239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66" y="1"/>
                          </a:moveTo>
                          <a:lnTo>
                            <a:pt x="1" y="381"/>
                          </a:lnTo>
                          <a:lnTo>
                            <a:pt x="26740" y="27120"/>
                          </a:lnTo>
                          <a:lnTo>
                            <a:pt x="27121" y="26755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1920" name="Google Shape;1920;p48"/>
                    <p:cNvSpPr/>
                    <p:nvPr/>
                  </p:nvSpPr>
                  <p:spPr>
                    <a:xfrm>
                      <a:off x="1711267" y="4029455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55" y="27121"/>
                          </a:lnTo>
                          <a:lnTo>
                            <a:pt x="27120" y="26755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1921" name="Google Shape;1921;p48"/>
                    <p:cNvSpPr/>
                    <p:nvPr/>
                  </p:nvSpPr>
                  <p:spPr>
                    <a:xfrm>
                      <a:off x="1787280" y="3953671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2" y="1"/>
                          </a:moveTo>
                          <a:lnTo>
                            <a:pt x="1" y="382"/>
                          </a:lnTo>
                          <a:lnTo>
                            <a:pt x="26740" y="27121"/>
                          </a:lnTo>
                          <a:lnTo>
                            <a:pt x="27121" y="26740"/>
                          </a:lnTo>
                          <a:lnTo>
                            <a:pt x="382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</p:grpSp>
            </p:grpSp>
            <p:sp>
              <p:nvSpPr>
                <p:cNvPr id="1922" name="Google Shape;1922;p48"/>
                <p:cNvSpPr/>
                <p:nvPr/>
              </p:nvSpPr>
              <p:spPr>
                <a:xfrm rot="-2700000">
                  <a:off x="542534" y="4469276"/>
                  <a:ext cx="492898" cy="391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612" h="35440" extrusionOk="0">
                      <a:moveTo>
                        <a:pt x="40817" y="1"/>
                      </a:moveTo>
                      <a:lnTo>
                        <a:pt x="37420" y="3383"/>
                      </a:lnTo>
                      <a:lnTo>
                        <a:pt x="41213" y="7177"/>
                      </a:lnTo>
                      <a:lnTo>
                        <a:pt x="44611" y="3779"/>
                      </a:lnTo>
                      <a:lnTo>
                        <a:pt x="40817" y="1"/>
                      </a:lnTo>
                      <a:close/>
                      <a:moveTo>
                        <a:pt x="22184" y="4099"/>
                      </a:moveTo>
                      <a:lnTo>
                        <a:pt x="18801" y="7482"/>
                      </a:lnTo>
                      <a:lnTo>
                        <a:pt x="22595" y="11275"/>
                      </a:lnTo>
                      <a:lnTo>
                        <a:pt x="25978" y="7878"/>
                      </a:lnTo>
                      <a:lnTo>
                        <a:pt x="22184" y="4099"/>
                      </a:lnTo>
                      <a:close/>
                      <a:moveTo>
                        <a:pt x="15983" y="10300"/>
                      </a:moveTo>
                      <a:lnTo>
                        <a:pt x="12585" y="13698"/>
                      </a:lnTo>
                      <a:lnTo>
                        <a:pt x="16379" y="17476"/>
                      </a:lnTo>
                      <a:lnTo>
                        <a:pt x="19776" y="14094"/>
                      </a:lnTo>
                      <a:lnTo>
                        <a:pt x="15983" y="10300"/>
                      </a:lnTo>
                      <a:close/>
                      <a:moveTo>
                        <a:pt x="9431" y="16852"/>
                      </a:moveTo>
                      <a:lnTo>
                        <a:pt x="6034" y="20249"/>
                      </a:lnTo>
                      <a:lnTo>
                        <a:pt x="15190" y="29406"/>
                      </a:lnTo>
                      <a:lnTo>
                        <a:pt x="18588" y="26008"/>
                      </a:lnTo>
                      <a:lnTo>
                        <a:pt x="9431" y="16852"/>
                      </a:lnTo>
                      <a:close/>
                      <a:moveTo>
                        <a:pt x="3383" y="22885"/>
                      </a:moveTo>
                      <a:lnTo>
                        <a:pt x="0" y="26283"/>
                      </a:lnTo>
                      <a:lnTo>
                        <a:pt x="9157" y="35440"/>
                      </a:lnTo>
                      <a:lnTo>
                        <a:pt x="12555" y="32057"/>
                      </a:lnTo>
                      <a:lnTo>
                        <a:pt x="3383" y="22885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923" name="Google Shape;1923;p48"/>
              <p:cNvGrpSpPr/>
              <p:nvPr/>
            </p:nvGrpSpPr>
            <p:grpSpPr>
              <a:xfrm>
                <a:off x="441574" y="-36652"/>
                <a:ext cx="699940" cy="478601"/>
                <a:chOff x="39722" y="4349021"/>
                <a:chExt cx="1061964" cy="726143"/>
              </a:xfrm>
            </p:grpSpPr>
            <p:grpSp>
              <p:nvGrpSpPr>
                <p:cNvPr id="1924" name="Google Shape;1924;p48"/>
                <p:cNvGrpSpPr/>
                <p:nvPr/>
              </p:nvGrpSpPr>
              <p:grpSpPr>
                <a:xfrm rot="2700000">
                  <a:off x="140502" y="4460924"/>
                  <a:ext cx="524584" cy="502337"/>
                  <a:chOff x="1189791" y="-1767331"/>
                  <a:chExt cx="904284" cy="865933"/>
                </a:xfrm>
              </p:grpSpPr>
              <p:sp>
                <p:nvSpPr>
                  <p:cNvPr id="1925" name="Google Shape;1925;p48"/>
                  <p:cNvSpPr/>
                  <p:nvPr/>
                </p:nvSpPr>
                <p:spPr>
                  <a:xfrm>
                    <a:off x="1189791" y="-1767331"/>
                    <a:ext cx="904284" cy="86593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902" h="35337" extrusionOk="0">
                        <a:moveTo>
                          <a:pt x="18449" y="1"/>
                        </a:moveTo>
                        <a:cubicBezTo>
                          <a:pt x="16409" y="1"/>
                          <a:pt x="14368" y="778"/>
                          <a:pt x="12814" y="2332"/>
                        </a:cubicBezTo>
                        <a:lnTo>
                          <a:pt x="3108" y="12037"/>
                        </a:lnTo>
                        <a:cubicBezTo>
                          <a:pt x="0" y="15145"/>
                          <a:pt x="0" y="20189"/>
                          <a:pt x="3108" y="23297"/>
                        </a:cubicBezTo>
                        <a:lnTo>
                          <a:pt x="12814" y="33017"/>
                        </a:lnTo>
                        <a:cubicBezTo>
                          <a:pt x="14368" y="34564"/>
                          <a:pt x="16405" y="35337"/>
                          <a:pt x="18443" y="35337"/>
                        </a:cubicBezTo>
                        <a:cubicBezTo>
                          <a:pt x="20481" y="35337"/>
                          <a:pt x="22519" y="34564"/>
                          <a:pt x="24073" y="33017"/>
                        </a:cubicBezTo>
                        <a:lnTo>
                          <a:pt x="33794" y="23297"/>
                        </a:lnTo>
                        <a:cubicBezTo>
                          <a:pt x="36902" y="20189"/>
                          <a:pt x="36902" y="15145"/>
                          <a:pt x="33794" y="12037"/>
                        </a:cubicBezTo>
                        <a:lnTo>
                          <a:pt x="24073" y="2332"/>
                        </a:lnTo>
                        <a:cubicBezTo>
                          <a:pt x="22527" y="778"/>
                          <a:pt x="20489" y="1"/>
                          <a:pt x="18449" y="1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/>
                      </a:gs>
                      <a:gs pos="18000">
                        <a:schemeClr val="lt1"/>
                      </a:gs>
                      <a:gs pos="56000">
                        <a:srgbClr val="FFFFFF">
                          <a:alpha val="0"/>
                        </a:srgbClr>
                      </a:gs>
                      <a:gs pos="74000">
                        <a:schemeClr val="lt1"/>
                      </a:gs>
                      <a:gs pos="100000">
                        <a:srgbClr val="9900FF">
                          <a:alpha val="28627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grpSp>
                <p:nvGrpSpPr>
                  <p:cNvPr id="1926" name="Google Shape;1926;p48"/>
                  <p:cNvGrpSpPr/>
                  <p:nvPr/>
                </p:nvGrpSpPr>
                <p:grpSpPr>
                  <a:xfrm>
                    <a:off x="1232795" y="-1740829"/>
                    <a:ext cx="717621" cy="717392"/>
                    <a:chOff x="1483457" y="3953671"/>
                    <a:chExt cx="717621" cy="717392"/>
                  </a:xfrm>
                </p:grpSpPr>
                <p:sp>
                  <p:nvSpPr>
                    <p:cNvPr id="1927" name="Google Shape;1927;p48"/>
                    <p:cNvSpPr/>
                    <p:nvPr/>
                  </p:nvSpPr>
                  <p:spPr>
                    <a:xfrm>
                      <a:off x="1483457" y="4257265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1928" name="Google Shape;1928;p48"/>
                    <p:cNvSpPr/>
                    <p:nvPr/>
                  </p:nvSpPr>
                  <p:spPr>
                    <a:xfrm>
                      <a:off x="1559470" y="4181481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66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1929" name="Google Shape;1929;p48"/>
                    <p:cNvSpPr/>
                    <p:nvPr/>
                  </p:nvSpPr>
                  <p:spPr>
                    <a:xfrm>
                      <a:off x="1635483" y="4105239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66" y="1"/>
                          </a:moveTo>
                          <a:lnTo>
                            <a:pt x="1" y="381"/>
                          </a:lnTo>
                          <a:lnTo>
                            <a:pt x="26740" y="27120"/>
                          </a:lnTo>
                          <a:lnTo>
                            <a:pt x="27121" y="26755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1930" name="Google Shape;1930;p48"/>
                    <p:cNvSpPr/>
                    <p:nvPr/>
                  </p:nvSpPr>
                  <p:spPr>
                    <a:xfrm>
                      <a:off x="1711267" y="4029455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55" y="27121"/>
                          </a:lnTo>
                          <a:lnTo>
                            <a:pt x="27120" y="26755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1931" name="Google Shape;1931;p48"/>
                    <p:cNvSpPr/>
                    <p:nvPr/>
                  </p:nvSpPr>
                  <p:spPr>
                    <a:xfrm>
                      <a:off x="1787280" y="3953671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2" y="1"/>
                          </a:moveTo>
                          <a:lnTo>
                            <a:pt x="1" y="382"/>
                          </a:lnTo>
                          <a:lnTo>
                            <a:pt x="26740" y="27121"/>
                          </a:lnTo>
                          <a:lnTo>
                            <a:pt x="27121" y="26740"/>
                          </a:lnTo>
                          <a:lnTo>
                            <a:pt x="382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</p:grpSp>
            </p:grpSp>
            <p:sp>
              <p:nvSpPr>
                <p:cNvPr id="1932" name="Google Shape;1932;p48"/>
                <p:cNvSpPr/>
                <p:nvPr/>
              </p:nvSpPr>
              <p:spPr>
                <a:xfrm rot="-2700000">
                  <a:off x="542534" y="4469276"/>
                  <a:ext cx="492898" cy="391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612" h="35440" extrusionOk="0">
                      <a:moveTo>
                        <a:pt x="40817" y="1"/>
                      </a:moveTo>
                      <a:lnTo>
                        <a:pt x="37420" y="3383"/>
                      </a:lnTo>
                      <a:lnTo>
                        <a:pt x="41213" y="7177"/>
                      </a:lnTo>
                      <a:lnTo>
                        <a:pt x="44611" y="3779"/>
                      </a:lnTo>
                      <a:lnTo>
                        <a:pt x="40817" y="1"/>
                      </a:lnTo>
                      <a:close/>
                      <a:moveTo>
                        <a:pt x="22184" y="4099"/>
                      </a:moveTo>
                      <a:lnTo>
                        <a:pt x="18801" y="7482"/>
                      </a:lnTo>
                      <a:lnTo>
                        <a:pt x="22595" y="11275"/>
                      </a:lnTo>
                      <a:lnTo>
                        <a:pt x="25978" y="7878"/>
                      </a:lnTo>
                      <a:lnTo>
                        <a:pt x="22184" y="4099"/>
                      </a:lnTo>
                      <a:close/>
                      <a:moveTo>
                        <a:pt x="15983" y="10300"/>
                      </a:moveTo>
                      <a:lnTo>
                        <a:pt x="12585" y="13698"/>
                      </a:lnTo>
                      <a:lnTo>
                        <a:pt x="16379" y="17476"/>
                      </a:lnTo>
                      <a:lnTo>
                        <a:pt x="19776" y="14094"/>
                      </a:lnTo>
                      <a:lnTo>
                        <a:pt x="15983" y="10300"/>
                      </a:lnTo>
                      <a:close/>
                      <a:moveTo>
                        <a:pt x="9431" y="16852"/>
                      </a:moveTo>
                      <a:lnTo>
                        <a:pt x="6034" y="20249"/>
                      </a:lnTo>
                      <a:lnTo>
                        <a:pt x="15190" y="29406"/>
                      </a:lnTo>
                      <a:lnTo>
                        <a:pt x="18588" y="26008"/>
                      </a:lnTo>
                      <a:lnTo>
                        <a:pt x="9431" y="16852"/>
                      </a:lnTo>
                      <a:close/>
                      <a:moveTo>
                        <a:pt x="3383" y="22885"/>
                      </a:moveTo>
                      <a:lnTo>
                        <a:pt x="0" y="26283"/>
                      </a:lnTo>
                      <a:lnTo>
                        <a:pt x="9157" y="35440"/>
                      </a:lnTo>
                      <a:lnTo>
                        <a:pt x="12555" y="32057"/>
                      </a:lnTo>
                      <a:lnTo>
                        <a:pt x="3383" y="22885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933" name="Google Shape;1933;p48"/>
              <p:cNvGrpSpPr/>
              <p:nvPr/>
            </p:nvGrpSpPr>
            <p:grpSpPr>
              <a:xfrm>
                <a:off x="-494406" y="-252396"/>
                <a:ext cx="1741563" cy="1288563"/>
                <a:chOff x="-494406" y="-252396"/>
                <a:chExt cx="1741563" cy="1288563"/>
              </a:xfrm>
            </p:grpSpPr>
            <p:sp>
              <p:nvSpPr>
                <p:cNvPr id="1934" name="Google Shape;1934;p48"/>
                <p:cNvSpPr/>
                <p:nvPr/>
              </p:nvSpPr>
              <p:spPr>
                <a:xfrm rot="2700000">
                  <a:off x="137431" y="-53821"/>
                  <a:ext cx="930891" cy="8914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0C0A9E">
                        <a:alpha val="2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35" name="Google Shape;1935;p48"/>
                <p:cNvSpPr/>
                <p:nvPr/>
              </p:nvSpPr>
              <p:spPr>
                <a:xfrm rot="2700000">
                  <a:off x="-315569" y="-53821"/>
                  <a:ext cx="930891" cy="8914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0C0A9E">
                        <a:alpha val="2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936" name="Google Shape;1936;p48"/>
            <p:cNvGrpSpPr/>
            <p:nvPr/>
          </p:nvGrpSpPr>
          <p:grpSpPr>
            <a:xfrm>
              <a:off x="5643425" y="4968525"/>
              <a:ext cx="439200" cy="439100"/>
              <a:chOff x="1101075" y="2142375"/>
              <a:chExt cx="439200" cy="439100"/>
            </a:xfrm>
          </p:grpSpPr>
          <p:sp>
            <p:nvSpPr>
              <p:cNvPr id="1937" name="Google Shape;1937;p48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Google Shape;1938;p48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939" name="Google Shape;1939;p48"/>
          <p:cNvGrpSpPr/>
          <p:nvPr/>
        </p:nvGrpSpPr>
        <p:grpSpPr>
          <a:xfrm>
            <a:off x="774450" y="3810501"/>
            <a:ext cx="5944442" cy="134100"/>
            <a:chOff x="774450" y="3019701"/>
            <a:chExt cx="5944442" cy="134100"/>
          </a:xfrm>
        </p:grpSpPr>
        <p:sp>
          <p:nvSpPr>
            <p:cNvPr id="1940" name="Google Shape;1940;p48"/>
            <p:cNvSpPr/>
            <p:nvPr/>
          </p:nvSpPr>
          <p:spPr>
            <a:xfrm>
              <a:off x="6584792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941" name="Google Shape;1941;p48"/>
            <p:cNvCxnSpPr/>
            <p:nvPr/>
          </p:nvCxnSpPr>
          <p:spPr>
            <a:xfrm>
              <a:off x="774450" y="3086750"/>
              <a:ext cx="58482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942" name="Google Shape;1942;p48"/>
            <p:cNvSpPr/>
            <p:nvPr/>
          </p:nvSpPr>
          <p:spPr>
            <a:xfrm>
              <a:off x="6614904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" name="Google Shape;2335;p63"/>
          <p:cNvSpPr txBox="1">
            <a:spLocks/>
          </p:cNvSpPr>
          <p:nvPr/>
        </p:nvSpPr>
        <p:spPr>
          <a:xfrm>
            <a:off x="786324" y="4001093"/>
            <a:ext cx="4448100" cy="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000" dirty="0" smtClean="0"/>
              <a:t>Замечания и вопросы?</a:t>
            </a:r>
            <a:endParaRPr lang="ru-RU" sz="2000" dirty="0"/>
          </a:p>
        </p:txBody>
      </p:sp>
      <p:grpSp>
        <p:nvGrpSpPr>
          <p:cNvPr id="109" name="Google Shape;15163;p86"/>
          <p:cNvGrpSpPr>
            <a:grpSpLocks noChangeAspect="1"/>
          </p:cNvGrpSpPr>
          <p:nvPr/>
        </p:nvGrpSpPr>
        <p:grpSpPr>
          <a:xfrm>
            <a:off x="3693773" y="4061468"/>
            <a:ext cx="339500" cy="361250"/>
            <a:chOff x="2510400" y="4141325"/>
            <a:chExt cx="339500" cy="361250"/>
          </a:xfrm>
          <a:solidFill>
            <a:schemeClr val="tx2"/>
          </a:solidFill>
        </p:grpSpPr>
        <p:sp>
          <p:nvSpPr>
            <p:cNvPr id="110" name="Google Shape;15164;p86"/>
            <p:cNvSpPr/>
            <p:nvPr/>
          </p:nvSpPr>
          <p:spPr>
            <a:xfrm>
              <a:off x="2510400" y="4141325"/>
              <a:ext cx="339500" cy="361250"/>
            </a:xfrm>
            <a:custGeom>
              <a:avLst/>
              <a:gdLst/>
              <a:ahLst/>
              <a:cxnLst/>
              <a:rect l="l" t="t" r="r" b="b"/>
              <a:pathLst>
                <a:path w="13580" h="14450" extrusionOk="0">
                  <a:moveTo>
                    <a:pt x="7098" y="0"/>
                  </a:moveTo>
                  <a:cubicBezTo>
                    <a:pt x="6203" y="0"/>
                    <a:pt x="5493" y="710"/>
                    <a:pt x="5493" y="1574"/>
                  </a:cubicBezTo>
                  <a:lnTo>
                    <a:pt x="5493" y="3858"/>
                  </a:lnTo>
                  <a:cubicBezTo>
                    <a:pt x="5428" y="3836"/>
                    <a:pt x="5347" y="3814"/>
                    <a:pt x="5273" y="3814"/>
                  </a:cubicBezTo>
                  <a:cubicBezTo>
                    <a:pt x="5242" y="3814"/>
                    <a:pt x="5212" y="3818"/>
                    <a:pt x="5185" y="3827"/>
                  </a:cubicBezTo>
                  <a:lnTo>
                    <a:pt x="1296" y="3827"/>
                  </a:lnTo>
                  <a:cubicBezTo>
                    <a:pt x="586" y="3827"/>
                    <a:pt x="0" y="4383"/>
                    <a:pt x="0" y="5123"/>
                  </a:cubicBezTo>
                  <a:lnTo>
                    <a:pt x="0" y="5556"/>
                  </a:lnTo>
                  <a:cubicBezTo>
                    <a:pt x="0" y="5694"/>
                    <a:pt x="108" y="5764"/>
                    <a:pt x="216" y="5764"/>
                  </a:cubicBezTo>
                  <a:cubicBezTo>
                    <a:pt x="324" y="5764"/>
                    <a:pt x="432" y="5694"/>
                    <a:pt x="432" y="5556"/>
                  </a:cubicBezTo>
                  <a:lnTo>
                    <a:pt x="432" y="5123"/>
                  </a:lnTo>
                  <a:cubicBezTo>
                    <a:pt x="432" y="4630"/>
                    <a:pt x="802" y="4228"/>
                    <a:pt x="1296" y="4228"/>
                  </a:cubicBezTo>
                  <a:lnTo>
                    <a:pt x="5185" y="4228"/>
                  </a:lnTo>
                  <a:cubicBezTo>
                    <a:pt x="5648" y="4228"/>
                    <a:pt x="6049" y="4630"/>
                    <a:pt x="6049" y="5123"/>
                  </a:cubicBezTo>
                  <a:lnTo>
                    <a:pt x="6049" y="7562"/>
                  </a:lnTo>
                  <a:cubicBezTo>
                    <a:pt x="6049" y="7592"/>
                    <a:pt x="6049" y="7623"/>
                    <a:pt x="6049" y="7623"/>
                  </a:cubicBezTo>
                  <a:lnTo>
                    <a:pt x="6049" y="8981"/>
                  </a:lnTo>
                  <a:lnTo>
                    <a:pt x="6049" y="9074"/>
                  </a:lnTo>
                  <a:lnTo>
                    <a:pt x="5617" y="9074"/>
                  </a:lnTo>
                  <a:cubicBezTo>
                    <a:pt x="5597" y="9072"/>
                    <a:pt x="5578" y="9072"/>
                    <a:pt x="5559" y="9072"/>
                  </a:cubicBezTo>
                  <a:cubicBezTo>
                    <a:pt x="5118" y="9072"/>
                    <a:pt x="4719" y="9403"/>
                    <a:pt x="4660" y="9876"/>
                  </a:cubicBezTo>
                  <a:cubicBezTo>
                    <a:pt x="4629" y="9876"/>
                    <a:pt x="4598" y="9876"/>
                    <a:pt x="4598" y="9907"/>
                  </a:cubicBezTo>
                  <a:lnTo>
                    <a:pt x="3642" y="10617"/>
                  </a:lnTo>
                  <a:lnTo>
                    <a:pt x="3642" y="10061"/>
                  </a:lnTo>
                  <a:cubicBezTo>
                    <a:pt x="3642" y="9938"/>
                    <a:pt x="3549" y="9845"/>
                    <a:pt x="3426" y="9845"/>
                  </a:cubicBezTo>
                  <a:lnTo>
                    <a:pt x="1296" y="9845"/>
                  </a:lnTo>
                  <a:cubicBezTo>
                    <a:pt x="802" y="9845"/>
                    <a:pt x="432" y="9444"/>
                    <a:pt x="432" y="8981"/>
                  </a:cubicBezTo>
                  <a:lnTo>
                    <a:pt x="432" y="6852"/>
                  </a:lnTo>
                  <a:cubicBezTo>
                    <a:pt x="432" y="6697"/>
                    <a:pt x="324" y="6620"/>
                    <a:pt x="216" y="6620"/>
                  </a:cubicBezTo>
                  <a:cubicBezTo>
                    <a:pt x="108" y="6620"/>
                    <a:pt x="0" y="6697"/>
                    <a:pt x="0" y="6852"/>
                  </a:cubicBezTo>
                  <a:lnTo>
                    <a:pt x="0" y="8981"/>
                  </a:lnTo>
                  <a:cubicBezTo>
                    <a:pt x="0" y="9691"/>
                    <a:pt x="586" y="10277"/>
                    <a:pt x="1296" y="10277"/>
                  </a:cubicBezTo>
                  <a:lnTo>
                    <a:pt x="3241" y="10277"/>
                  </a:lnTo>
                  <a:lnTo>
                    <a:pt x="3241" y="11049"/>
                  </a:lnTo>
                  <a:cubicBezTo>
                    <a:pt x="3241" y="11159"/>
                    <a:pt x="3335" y="11254"/>
                    <a:pt x="3445" y="11254"/>
                  </a:cubicBezTo>
                  <a:cubicBezTo>
                    <a:pt x="3489" y="11254"/>
                    <a:pt x="3536" y="11238"/>
                    <a:pt x="3580" y="11203"/>
                  </a:cubicBezTo>
                  <a:lnTo>
                    <a:pt x="4629" y="10401"/>
                  </a:lnTo>
                  <a:lnTo>
                    <a:pt x="4629" y="12777"/>
                  </a:lnTo>
                  <a:cubicBezTo>
                    <a:pt x="4629" y="13302"/>
                    <a:pt x="5092" y="13765"/>
                    <a:pt x="5617" y="13765"/>
                  </a:cubicBezTo>
                  <a:lnTo>
                    <a:pt x="6913" y="13765"/>
                  </a:lnTo>
                  <a:lnTo>
                    <a:pt x="6913" y="14259"/>
                  </a:lnTo>
                  <a:cubicBezTo>
                    <a:pt x="6936" y="14370"/>
                    <a:pt x="7039" y="14450"/>
                    <a:pt x="7141" y="14450"/>
                  </a:cubicBezTo>
                  <a:cubicBezTo>
                    <a:pt x="7180" y="14450"/>
                    <a:pt x="7219" y="14438"/>
                    <a:pt x="7253" y="14413"/>
                  </a:cubicBezTo>
                  <a:lnTo>
                    <a:pt x="8117" y="13765"/>
                  </a:lnTo>
                  <a:lnTo>
                    <a:pt x="8395" y="13765"/>
                  </a:lnTo>
                  <a:cubicBezTo>
                    <a:pt x="8919" y="13765"/>
                    <a:pt x="9351" y="13302"/>
                    <a:pt x="9351" y="12777"/>
                  </a:cubicBezTo>
                  <a:lnTo>
                    <a:pt x="9351" y="12376"/>
                  </a:lnTo>
                  <a:cubicBezTo>
                    <a:pt x="9351" y="12237"/>
                    <a:pt x="9251" y="12168"/>
                    <a:pt x="9151" y="12168"/>
                  </a:cubicBezTo>
                  <a:cubicBezTo>
                    <a:pt x="9050" y="12168"/>
                    <a:pt x="8950" y="12237"/>
                    <a:pt x="8950" y="12376"/>
                  </a:cubicBezTo>
                  <a:lnTo>
                    <a:pt x="8950" y="12777"/>
                  </a:lnTo>
                  <a:cubicBezTo>
                    <a:pt x="8950" y="13086"/>
                    <a:pt x="8672" y="13333"/>
                    <a:pt x="8395" y="13333"/>
                  </a:cubicBezTo>
                  <a:lnTo>
                    <a:pt x="8055" y="13333"/>
                  </a:lnTo>
                  <a:cubicBezTo>
                    <a:pt x="7993" y="13333"/>
                    <a:pt x="7962" y="13333"/>
                    <a:pt x="7932" y="13364"/>
                  </a:cubicBezTo>
                  <a:lnTo>
                    <a:pt x="7345" y="13826"/>
                  </a:lnTo>
                  <a:lnTo>
                    <a:pt x="7345" y="13549"/>
                  </a:lnTo>
                  <a:cubicBezTo>
                    <a:pt x="7345" y="13425"/>
                    <a:pt x="7253" y="13333"/>
                    <a:pt x="7129" y="13333"/>
                  </a:cubicBezTo>
                  <a:lnTo>
                    <a:pt x="5617" y="13333"/>
                  </a:lnTo>
                  <a:cubicBezTo>
                    <a:pt x="5308" y="13333"/>
                    <a:pt x="5061" y="13086"/>
                    <a:pt x="5061" y="12777"/>
                  </a:cubicBezTo>
                  <a:lnTo>
                    <a:pt x="5061" y="10030"/>
                  </a:lnTo>
                  <a:cubicBezTo>
                    <a:pt x="5061" y="9722"/>
                    <a:pt x="5308" y="9475"/>
                    <a:pt x="5617" y="9475"/>
                  </a:cubicBezTo>
                  <a:lnTo>
                    <a:pt x="8395" y="9475"/>
                  </a:lnTo>
                  <a:cubicBezTo>
                    <a:pt x="8672" y="9475"/>
                    <a:pt x="8950" y="9722"/>
                    <a:pt x="8950" y="10030"/>
                  </a:cubicBezTo>
                  <a:lnTo>
                    <a:pt x="8950" y="11049"/>
                  </a:lnTo>
                  <a:cubicBezTo>
                    <a:pt x="8950" y="11203"/>
                    <a:pt x="9050" y="11280"/>
                    <a:pt x="9151" y="11280"/>
                  </a:cubicBezTo>
                  <a:cubicBezTo>
                    <a:pt x="9251" y="11280"/>
                    <a:pt x="9351" y="11203"/>
                    <a:pt x="9351" y="11049"/>
                  </a:cubicBezTo>
                  <a:lnTo>
                    <a:pt x="9351" y="10030"/>
                  </a:lnTo>
                  <a:cubicBezTo>
                    <a:pt x="9351" y="9475"/>
                    <a:pt x="8919" y="9043"/>
                    <a:pt x="8364" y="9043"/>
                  </a:cubicBezTo>
                  <a:lnTo>
                    <a:pt x="6481" y="9043"/>
                  </a:lnTo>
                  <a:lnTo>
                    <a:pt x="6481" y="7932"/>
                  </a:lnTo>
                  <a:cubicBezTo>
                    <a:pt x="6666" y="8024"/>
                    <a:pt x="6882" y="8055"/>
                    <a:pt x="7067" y="8055"/>
                  </a:cubicBezTo>
                  <a:lnTo>
                    <a:pt x="9444" y="8055"/>
                  </a:lnTo>
                  <a:lnTo>
                    <a:pt x="9444" y="9105"/>
                  </a:lnTo>
                  <a:cubicBezTo>
                    <a:pt x="9444" y="9215"/>
                    <a:pt x="9554" y="9309"/>
                    <a:pt x="9662" y="9309"/>
                  </a:cubicBezTo>
                  <a:cubicBezTo>
                    <a:pt x="9705" y="9309"/>
                    <a:pt x="9748" y="9294"/>
                    <a:pt x="9783" y="9259"/>
                  </a:cubicBezTo>
                  <a:lnTo>
                    <a:pt x="11357" y="8055"/>
                  </a:lnTo>
                  <a:lnTo>
                    <a:pt x="12005" y="8055"/>
                  </a:lnTo>
                  <a:cubicBezTo>
                    <a:pt x="12869" y="8055"/>
                    <a:pt x="13579" y="7345"/>
                    <a:pt x="13579" y="6481"/>
                  </a:cubicBezTo>
                  <a:lnTo>
                    <a:pt x="13579" y="1574"/>
                  </a:lnTo>
                  <a:cubicBezTo>
                    <a:pt x="13579" y="710"/>
                    <a:pt x="12869" y="0"/>
                    <a:pt x="12005" y="0"/>
                  </a:cubicBezTo>
                  <a:lnTo>
                    <a:pt x="11388" y="0"/>
                  </a:lnTo>
                  <a:cubicBezTo>
                    <a:pt x="11079" y="0"/>
                    <a:pt x="11079" y="432"/>
                    <a:pt x="11388" y="432"/>
                  </a:cubicBezTo>
                  <a:lnTo>
                    <a:pt x="12005" y="432"/>
                  </a:lnTo>
                  <a:cubicBezTo>
                    <a:pt x="12623" y="432"/>
                    <a:pt x="13147" y="926"/>
                    <a:pt x="13147" y="1574"/>
                  </a:cubicBezTo>
                  <a:lnTo>
                    <a:pt x="13147" y="6481"/>
                  </a:lnTo>
                  <a:cubicBezTo>
                    <a:pt x="13147" y="7129"/>
                    <a:pt x="12623" y="7654"/>
                    <a:pt x="12005" y="7654"/>
                  </a:cubicBezTo>
                  <a:lnTo>
                    <a:pt x="11296" y="7654"/>
                  </a:lnTo>
                  <a:cubicBezTo>
                    <a:pt x="11234" y="7654"/>
                    <a:pt x="11203" y="7654"/>
                    <a:pt x="11172" y="7685"/>
                  </a:cubicBezTo>
                  <a:lnTo>
                    <a:pt x="9876" y="8673"/>
                  </a:lnTo>
                  <a:lnTo>
                    <a:pt x="9876" y="7870"/>
                  </a:lnTo>
                  <a:cubicBezTo>
                    <a:pt x="9876" y="7747"/>
                    <a:pt x="9783" y="7654"/>
                    <a:pt x="9660" y="7654"/>
                  </a:cubicBezTo>
                  <a:lnTo>
                    <a:pt x="7098" y="7654"/>
                  </a:lnTo>
                  <a:cubicBezTo>
                    <a:pt x="6882" y="7654"/>
                    <a:pt x="6666" y="7592"/>
                    <a:pt x="6481" y="7500"/>
                  </a:cubicBezTo>
                  <a:lnTo>
                    <a:pt x="6481" y="5123"/>
                  </a:lnTo>
                  <a:cubicBezTo>
                    <a:pt x="6481" y="4691"/>
                    <a:pt x="6265" y="4259"/>
                    <a:pt x="5926" y="4043"/>
                  </a:cubicBezTo>
                  <a:lnTo>
                    <a:pt x="5926" y="1574"/>
                  </a:lnTo>
                  <a:cubicBezTo>
                    <a:pt x="5926" y="926"/>
                    <a:pt x="6419" y="432"/>
                    <a:pt x="7067" y="432"/>
                  </a:cubicBezTo>
                  <a:lnTo>
                    <a:pt x="10030" y="432"/>
                  </a:lnTo>
                  <a:cubicBezTo>
                    <a:pt x="10339" y="432"/>
                    <a:pt x="10339" y="0"/>
                    <a:pt x="100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1" name="Google Shape;15165;p86"/>
            <p:cNvGrpSpPr/>
            <p:nvPr/>
          </p:nvGrpSpPr>
          <p:grpSpPr>
            <a:xfrm>
              <a:off x="2548975" y="4180400"/>
              <a:ext cx="260800" cy="179300"/>
              <a:chOff x="2548975" y="4180400"/>
              <a:chExt cx="260800" cy="179300"/>
            </a:xfrm>
            <a:grpFill/>
          </p:grpSpPr>
          <p:sp>
            <p:nvSpPr>
              <p:cNvPr id="113" name="Google Shape;15166;p86"/>
              <p:cNvSpPr/>
              <p:nvPr/>
            </p:nvSpPr>
            <p:spPr>
              <a:xfrm>
                <a:off x="2687075" y="4180400"/>
                <a:ext cx="122700" cy="122200"/>
              </a:xfrm>
              <a:custGeom>
                <a:avLst/>
                <a:gdLst/>
                <a:ahLst/>
                <a:cxnLst/>
                <a:rect l="l" t="t" r="r" b="b"/>
                <a:pathLst>
                  <a:path w="4908" h="4888" extrusionOk="0">
                    <a:moveTo>
                      <a:pt x="1173" y="2233"/>
                    </a:moveTo>
                    <a:lnTo>
                      <a:pt x="1173" y="4394"/>
                    </a:lnTo>
                    <a:lnTo>
                      <a:pt x="463" y="4394"/>
                    </a:lnTo>
                    <a:lnTo>
                      <a:pt x="463" y="2233"/>
                    </a:lnTo>
                    <a:close/>
                    <a:moveTo>
                      <a:pt x="2901" y="413"/>
                    </a:moveTo>
                    <a:cubicBezTo>
                      <a:pt x="3087" y="752"/>
                      <a:pt x="3087" y="1153"/>
                      <a:pt x="2963" y="1493"/>
                    </a:cubicBezTo>
                    <a:lnTo>
                      <a:pt x="2778" y="1894"/>
                    </a:lnTo>
                    <a:cubicBezTo>
                      <a:pt x="2747" y="1956"/>
                      <a:pt x="2747" y="2017"/>
                      <a:pt x="2778" y="2079"/>
                    </a:cubicBezTo>
                    <a:cubicBezTo>
                      <a:pt x="2809" y="2141"/>
                      <a:pt x="2901" y="2172"/>
                      <a:pt x="2963" y="2172"/>
                    </a:cubicBezTo>
                    <a:lnTo>
                      <a:pt x="4383" y="2203"/>
                    </a:lnTo>
                    <a:cubicBezTo>
                      <a:pt x="4445" y="2203"/>
                      <a:pt x="4475" y="2233"/>
                      <a:pt x="4506" y="2326"/>
                    </a:cubicBezTo>
                    <a:lnTo>
                      <a:pt x="4506" y="2604"/>
                    </a:lnTo>
                    <a:lnTo>
                      <a:pt x="4506" y="4332"/>
                    </a:lnTo>
                    <a:cubicBezTo>
                      <a:pt x="4475" y="4363"/>
                      <a:pt x="4475" y="4394"/>
                      <a:pt x="4445" y="4425"/>
                    </a:cubicBezTo>
                    <a:cubicBezTo>
                      <a:pt x="4445" y="4455"/>
                      <a:pt x="4414" y="4455"/>
                      <a:pt x="4383" y="4486"/>
                    </a:cubicBezTo>
                    <a:lnTo>
                      <a:pt x="2346" y="4486"/>
                    </a:lnTo>
                    <a:cubicBezTo>
                      <a:pt x="2099" y="4455"/>
                      <a:pt x="1852" y="4394"/>
                      <a:pt x="1667" y="4239"/>
                    </a:cubicBezTo>
                    <a:lnTo>
                      <a:pt x="1574" y="4178"/>
                    </a:lnTo>
                    <a:lnTo>
                      <a:pt x="1574" y="2511"/>
                    </a:lnTo>
                    <a:lnTo>
                      <a:pt x="2439" y="1524"/>
                    </a:lnTo>
                    <a:cubicBezTo>
                      <a:pt x="2716" y="1215"/>
                      <a:pt x="2871" y="814"/>
                      <a:pt x="2871" y="413"/>
                    </a:cubicBezTo>
                    <a:close/>
                    <a:moveTo>
                      <a:pt x="2899" y="1"/>
                    </a:moveTo>
                    <a:cubicBezTo>
                      <a:pt x="2662" y="1"/>
                      <a:pt x="2469" y="198"/>
                      <a:pt x="2469" y="443"/>
                    </a:cubicBezTo>
                    <a:cubicBezTo>
                      <a:pt x="2469" y="752"/>
                      <a:pt x="2346" y="1030"/>
                      <a:pt x="2130" y="1246"/>
                    </a:cubicBezTo>
                    <a:lnTo>
                      <a:pt x="1574" y="1894"/>
                    </a:lnTo>
                    <a:cubicBezTo>
                      <a:pt x="1513" y="1832"/>
                      <a:pt x="1451" y="1801"/>
                      <a:pt x="1389" y="1801"/>
                    </a:cubicBezTo>
                    <a:lnTo>
                      <a:pt x="216" y="1801"/>
                    </a:lnTo>
                    <a:cubicBezTo>
                      <a:pt x="93" y="1801"/>
                      <a:pt x="0" y="1894"/>
                      <a:pt x="0" y="2017"/>
                    </a:cubicBezTo>
                    <a:lnTo>
                      <a:pt x="0" y="4579"/>
                    </a:lnTo>
                    <a:cubicBezTo>
                      <a:pt x="0" y="4702"/>
                      <a:pt x="93" y="4795"/>
                      <a:pt x="216" y="4795"/>
                    </a:cubicBezTo>
                    <a:lnTo>
                      <a:pt x="1389" y="4795"/>
                    </a:lnTo>
                    <a:cubicBezTo>
                      <a:pt x="1451" y="4795"/>
                      <a:pt x="1544" y="4764"/>
                      <a:pt x="1574" y="4671"/>
                    </a:cubicBezTo>
                    <a:cubicBezTo>
                      <a:pt x="1821" y="4826"/>
                      <a:pt x="2068" y="4887"/>
                      <a:pt x="2346" y="4887"/>
                    </a:cubicBezTo>
                    <a:lnTo>
                      <a:pt x="4352" y="4887"/>
                    </a:lnTo>
                    <a:cubicBezTo>
                      <a:pt x="4661" y="4887"/>
                      <a:pt x="4907" y="4641"/>
                      <a:pt x="4907" y="4332"/>
                    </a:cubicBezTo>
                    <a:lnTo>
                      <a:pt x="4907" y="2326"/>
                    </a:lnTo>
                    <a:cubicBezTo>
                      <a:pt x="4907" y="2017"/>
                      <a:pt x="4661" y="1770"/>
                      <a:pt x="4352" y="1770"/>
                    </a:cubicBezTo>
                    <a:lnTo>
                      <a:pt x="3303" y="1770"/>
                    </a:lnTo>
                    <a:lnTo>
                      <a:pt x="3364" y="1678"/>
                    </a:lnTo>
                    <a:cubicBezTo>
                      <a:pt x="3550" y="1184"/>
                      <a:pt x="3519" y="659"/>
                      <a:pt x="3272" y="197"/>
                    </a:cubicBezTo>
                    <a:cubicBezTo>
                      <a:pt x="3210" y="104"/>
                      <a:pt x="3117" y="42"/>
                      <a:pt x="2994" y="11"/>
                    </a:cubicBezTo>
                    <a:cubicBezTo>
                      <a:pt x="2962" y="4"/>
                      <a:pt x="2930" y="1"/>
                      <a:pt x="289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Google Shape;15167;p86"/>
              <p:cNvSpPr/>
              <p:nvPr/>
            </p:nvSpPr>
            <p:spPr>
              <a:xfrm>
                <a:off x="2548975" y="4277875"/>
                <a:ext cx="85650" cy="81825"/>
              </a:xfrm>
              <a:custGeom>
                <a:avLst/>
                <a:gdLst/>
                <a:ahLst/>
                <a:cxnLst/>
                <a:rect l="l" t="t" r="r" b="b"/>
                <a:pathLst>
                  <a:path w="3426" h="3273" extrusionOk="0">
                    <a:moveTo>
                      <a:pt x="2006" y="1390"/>
                    </a:moveTo>
                    <a:lnTo>
                      <a:pt x="1914" y="1914"/>
                    </a:lnTo>
                    <a:lnTo>
                      <a:pt x="1389" y="1914"/>
                    </a:lnTo>
                    <a:lnTo>
                      <a:pt x="1482" y="1390"/>
                    </a:lnTo>
                    <a:close/>
                    <a:moveTo>
                      <a:pt x="1512" y="1"/>
                    </a:moveTo>
                    <a:cubicBezTo>
                      <a:pt x="1420" y="1"/>
                      <a:pt x="1296" y="63"/>
                      <a:pt x="1266" y="186"/>
                    </a:cubicBezTo>
                    <a:lnTo>
                      <a:pt x="1142" y="958"/>
                    </a:lnTo>
                    <a:lnTo>
                      <a:pt x="309" y="958"/>
                    </a:lnTo>
                    <a:cubicBezTo>
                      <a:pt x="0" y="958"/>
                      <a:pt x="0" y="1359"/>
                      <a:pt x="309" y="1359"/>
                    </a:cubicBezTo>
                    <a:lnTo>
                      <a:pt x="1080" y="1359"/>
                    </a:lnTo>
                    <a:lnTo>
                      <a:pt x="988" y="1883"/>
                    </a:lnTo>
                    <a:lnTo>
                      <a:pt x="278" y="1914"/>
                    </a:lnTo>
                    <a:cubicBezTo>
                      <a:pt x="0" y="1914"/>
                      <a:pt x="0" y="2316"/>
                      <a:pt x="278" y="2316"/>
                    </a:cubicBezTo>
                    <a:lnTo>
                      <a:pt x="926" y="2316"/>
                    </a:lnTo>
                    <a:lnTo>
                      <a:pt x="803" y="3025"/>
                    </a:lnTo>
                    <a:cubicBezTo>
                      <a:pt x="772" y="3149"/>
                      <a:pt x="864" y="3241"/>
                      <a:pt x="957" y="3272"/>
                    </a:cubicBezTo>
                    <a:lnTo>
                      <a:pt x="1019" y="3272"/>
                    </a:lnTo>
                    <a:cubicBezTo>
                      <a:pt x="1111" y="3272"/>
                      <a:pt x="1204" y="3211"/>
                      <a:pt x="1204" y="3087"/>
                    </a:cubicBezTo>
                    <a:lnTo>
                      <a:pt x="1327" y="2316"/>
                    </a:lnTo>
                    <a:lnTo>
                      <a:pt x="1852" y="2316"/>
                    </a:lnTo>
                    <a:lnTo>
                      <a:pt x="1728" y="3025"/>
                    </a:lnTo>
                    <a:cubicBezTo>
                      <a:pt x="1728" y="3149"/>
                      <a:pt x="1790" y="3241"/>
                      <a:pt x="1914" y="3272"/>
                    </a:cubicBezTo>
                    <a:lnTo>
                      <a:pt x="1944" y="3272"/>
                    </a:lnTo>
                    <a:cubicBezTo>
                      <a:pt x="2037" y="3272"/>
                      <a:pt x="2130" y="3211"/>
                      <a:pt x="2161" y="3087"/>
                    </a:cubicBezTo>
                    <a:lnTo>
                      <a:pt x="2284" y="2316"/>
                    </a:lnTo>
                    <a:lnTo>
                      <a:pt x="3148" y="2316"/>
                    </a:lnTo>
                    <a:cubicBezTo>
                      <a:pt x="3416" y="2316"/>
                      <a:pt x="3426" y="1913"/>
                      <a:pt x="3176" y="1913"/>
                    </a:cubicBezTo>
                    <a:cubicBezTo>
                      <a:pt x="3167" y="1913"/>
                      <a:pt x="3158" y="1913"/>
                      <a:pt x="3148" y="1914"/>
                    </a:cubicBezTo>
                    <a:lnTo>
                      <a:pt x="2377" y="1914"/>
                    </a:lnTo>
                    <a:lnTo>
                      <a:pt x="2438" y="1390"/>
                    </a:lnTo>
                    <a:lnTo>
                      <a:pt x="3148" y="1390"/>
                    </a:lnTo>
                    <a:cubicBezTo>
                      <a:pt x="3426" y="1390"/>
                      <a:pt x="3426" y="958"/>
                      <a:pt x="3148" y="958"/>
                    </a:cubicBezTo>
                    <a:lnTo>
                      <a:pt x="2531" y="958"/>
                    </a:lnTo>
                    <a:lnTo>
                      <a:pt x="2654" y="248"/>
                    </a:lnTo>
                    <a:cubicBezTo>
                      <a:pt x="2654" y="124"/>
                      <a:pt x="2593" y="32"/>
                      <a:pt x="2469" y="1"/>
                    </a:cubicBezTo>
                    <a:cubicBezTo>
                      <a:pt x="2346" y="1"/>
                      <a:pt x="2253" y="63"/>
                      <a:pt x="2222" y="186"/>
                    </a:cubicBezTo>
                    <a:lnTo>
                      <a:pt x="2099" y="958"/>
                    </a:lnTo>
                    <a:lnTo>
                      <a:pt x="1574" y="958"/>
                    </a:lnTo>
                    <a:lnTo>
                      <a:pt x="1698" y="248"/>
                    </a:lnTo>
                    <a:cubicBezTo>
                      <a:pt x="1728" y="124"/>
                      <a:pt x="1636" y="32"/>
                      <a:pt x="1512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12" name="Google Shape;15168;p86"/>
            <p:cNvSpPr/>
            <p:nvPr/>
          </p:nvSpPr>
          <p:spPr>
            <a:xfrm>
              <a:off x="2654675" y="4401500"/>
              <a:ext cx="61750" cy="53100"/>
            </a:xfrm>
            <a:custGeom>
              <a:avLst/>
              <a:gdLst/>
              <a:ahLst/>
              <a:cxnLst/>
              <a:rect l="l" t="t" r="r" b="b"/>
              <a:pathLst>
                <a:path w="2470" h="2124" extrusionOk="0">
                  <a:moveTo>
                    <a:pt x="772" y="426"/>
                  </a:moveTo>
                  <a:cubicBezTo>
                    <a:pt x="864" y="426"/>
                    <a:pt x="988" y="518"/>
                    <a:pt x="1019" y="611"/>
                  </a:cubicBezTo>
                  <a:cubicBezTo>
                    <a:pt x="1080" y="673"/>
                    <a:pt x="1142" y="734"/>
                    <a:pt x="1235" y="734"/>
                  </a:cubicBezTo>
                  <a:cubicBezTo>
                    <a:pt x="1296" y="734"/>
                    <a:pt x="1389" y="673"/>
                    <a:pt x="1420" y="611"/>
                  </a:cubicBezTo>
                  <a:cubicBezTo>
                    <a:pt x="1471" y="509"/>
                    <a:pt x="1565" y="449"/>
                    <a:pt x="1665" y="449"/>
                  </a:cubicBezTo>
                  <a:cubicBezTo>
                    <a:pt x="1686" y="449"/>
                    <a:pt x="1707" y="451"/>
                    <a:pt x="1729" y="457"/>
                  </a:cubicBezTo>
                  <a:cubicBezTo>
                    <a:pt x="1914" y="488"/>
                    <a:pt x="2037" y="673"/>
                    <a:pt x="2006" y="858"/>
                  </a:cubicBezTo>
                  <a:lnTo>
                    <a:pt x="2006" y="827"/>
                  </a:lnTo>
                  <a:cubicBezTo>
                    <a:pt x="2006" y="1136"/>
                    <a:pt x="1821" y="1383"/>
                    <a:pt x="1235" y="1691"/>
                  </a:cubicBezTo>
                  <a:cubicBezTo>
                    <a:pt x="648" y="1383"/>
                    <a:pt x="432" y="1136"/>
                    <a:pt x="432" y="827"/>
                  </a:cubicBezTo>
                  <a:cubicBezTo>
                    <a:pt x="401" y="642"/>
                    <a:pt x="525" y="488"/>
                    <a:pt x="679" y="426"/>
                  </a:cubicBezTo>
                  <a:close/>
                  <a:moveTo>
                    <a:pt x="1648" y="0"/>
                  </a:moveTo>
                  <a:cubicBezTo>
                    <a:pt x="1492" y="0"/>
                    <a:pt x="1339" y="58"/>
                    <a:pt x="1204" y="148"/>
                  </a:cubicBezTo>
                  <a:lnTo>
                    <a:pt x="1235" y="179"/>
                  </a:lnTo>
                  <a:cubicBezTo>
                    <a:pt x="1097" y="65"/>
                    <a:pt x="926" y="1"/>
                    <a:pt x="759" y="1"/>
                  </a:cubicBezTo>
                  <a:cubicBezTo>
                    <a:pt x="700" y="1"/>
                    <a:pt x="642" y="9"/>
                    <a:pt x="587" y="25"/>
                  </a:cubicBezTo>
                  <a:cubicBezTo>
                    <a:pt x="247" y="117"/>
                    <a:pt x="0" y="457"/>
                    <a:pt x="0" y="827"/>
                  </a:cubicBezTo>
                  <a:cubicBezTo>
                    <a:pt x="0" y="1105"/>
                    <a:pt x="124" y="1352"/>
                    <a:pt x="309" y="1568"/>
                  </a:cubicBezTo>
                  <a:cubicBezTo>
                    <a:pt x="556" y="1784"/>
                    <a:pt x="834" y="1969"/>
                    <a:pt x="1111" y="2123"/>
                  </a:cubicBezTo>
                  <a:lnTo>
                    <a:pt x="1327" y="2123"/>
                  </a:lnTo>
                  <a:cubicBezTo>
                    <a:pt x="2006" y="1753"/>
                    <a:pt x="2438" y="1413"/>
                    <a:pt x="2438" y="827"/>
                  </a:cubicBezTo>
                  <a:cubicBezTo>
                    <a:pt x="2469" y="426"/>
                    <a:pt x="2191" y="86"/>
                    <a:pt x="1821" y="25"/>
                  </a:cubicBezTo>
                  <a:cubicBezTo>
                    <a:pt x="1763" y="8"/>
                    <a:pt x="1705" y="0"/>
                    <a:pt x="164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Introduction to Coding Workshop by Slidesgo">
  <a:themeElements>
    <a:clrScheme name="Simple Light">
      <a:dk1>
        <a:srgbClr val="1D1D1D"/>
      </a:dk1>
      <a:lt1>
        <a:srgbClr val="F5F8FF"/>
      </a:lt1>
      <a:dk2>
        <a:srgbClr val="0C0A9E"/>
      </a:dk2>
      <a:lt2>
        <a:srgbClr val="EB9109"/>
      </a:lt2>
      <a:accent1>
        <a:srgbClr val="8208D5"/>
      </a:accent1>
      <a:accent2>
        <a:srgbClr val="BFBEF7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D1D1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2449</TotalTime>
  <Words>945</Words>
  <Application>Microsoft Office PowerPoint</Application>
  <PresentationFormat>Экран (4:3)</PresentationFormat>
  <Paragraphs>175</Paragraphs>
  <Slides>25</Slides>
  <Notes>25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31" baseType="lpstr">
      <vt:lpstr>Poppins</vt:lpstr>
      <vt:lpstr>Open Sans</vt:lpstr>
      <vt:lpstr>IBM Plex Mono</vt:lpstr>
      <vt:lpstr>Roboto Condensed Light</vt:lpstr>
      <vt:lpstr>Arial</vt:lpstr>
      <vt:lpstr>Introduction to Coding Workshop by Slidesgo</vt:lpstr>
      <vt:lpstr>Итоги 1-12 спринтов</vt:lpstr>
      <vt:lpstr>Наша команда</vt:lpstr>
      <vt:lpstr>Тема проекта</vt:lpstr>
      <vt:lpstr>Роли пользователей системы</vt:lpstr>
      <vt:lpstr>Функциональные требования</vt:lpstr>
      <vt:lpstr>Нефункциональные требования</vt:lpstr>
      <vt:lpstr>Организация работы</vt:lpstr>
      <vt:lpstr>Концептуальная модель данных</vt:lpstr>
      <vt:lpstr>Логическая модель данных</vt:lpstr>
      <vt:lpstr>Архитектура</vt:lpstr>
      <vt:lpstr>Выделенные компоненты</vt:lpstr>
      <vt:lpstr>Архитектура</vt:lpstr>
      <vt:lpstr>Бизнес-правила и ограничения</vt:lpstr>
      <vt:lpstr>Словарь терминов проекта</vt:lpstr>
      <vt:lpstr>Рефакторинг репозитория</vt:lpstr>
      <vt:lpstr>Выбор технологического стека</vt:lpstr>
      <vt:lpstr>Прототип интерфейса оператора</vt:lpstr>
      <vt:lpstr>Прототип интерфейса клиента</vt:lpstr>
      <vt:lpstr>Развёртывание БД</vt:lpstr>
      <vt:lpstr>Развёртывание БД</vt:lpstr>
      <vt:lpstr>Документация</vt:lpstr>
      <vt:lpstr>Документация</vt:lpstr>
      <vt:lpstr>Перспективы развития</vt:lpstr>
      <vt:lpstr>Итоги спринтов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Итоги 1 спринта</dc:title>
  <cp:lastModifiedBy>Даниил Ромов</cp:lastModifiedBy>
  <cp:revision>167</cp:revision>
  <dcterms:modified xsi:type="dcterms:W3CDTF">2026-05-13T14:16:44Z</dcterms:modified>
</cp:coreProperties>
</file>