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58"/>
  </p:notesMasterIdLst>
  <p:sldIdLst>
    <p:sldId id="256" r:id="rId3"/>
    <p:sldId id="314" r:id="rId4"/>
    <p:sldId id="258" r:id="rId5"/>
    <p:sldId id="260" r:id="rId6"/>
    <p:sldId id="317" r:id="rId7"/>
    <p:sldId id="334" r:id="rId8"/>
    <p:sldId id="335" r:id="rId9"/>
    <p:sldId id="336" r:id="rId10"/>
    <p:sldId id="337" r:id="rId11"/>
    <p:sldId id="338" r:id="rId12"/>
    <p:sldId id="339" r:id="rId13"/>
    <p:sldId id="340" r:id="rId14"/>
    <p:sldId id="341" r:id="rId15"/>
    <p:sldId id="327" r:id="rId16"/>
    <p:sldId id="342" r:id="rId17"/>
    <p:sldId id="264" r:id="rId18"/>
    <p:sldId id="315" r:id="rId19"/>
    <p:sldId id="270" r:id="rId20"/>
    <p:sldId id="268" r:id="rId21"/>
    <p:sldId id="257" r:id="rId22"/>
    <p:sldId id="267" r:id="rId23"/>
    <p:sldId id="262" r:id="rId24"/>
    <p:sldId id="316" r:id="rId25"/>
    <p:sldId id="266" r:id="rId26"/>
    <p:sldId id="284" r:id="rId27"/>
    <p:sldId id="265" r:id="rId28"/>
    <p:sldId id="273" r:id="rId29"/>
    <p:sldId id="275" r:id="rId30"/>
    <p:sldId id="277" r:id="rId31"/>
    <p:sldId id="278" r:id="rId32"/>
    <p:sldId id="279" r:id="rId33"/>
    <p:sldId id="280" r:id="rId34"/>
    <p:sldId id="281" r:id="rId35"/>
    <p:sldId id="286" r:id="rId36"/>
    <p:sldId id="287" r:id="rId37"/>
    <p:sldId id="293" r:id="rId38"/>
    <p:sldId id="294" r:id="rId39"/>
    <p:sldId id="295" r:id="rId40"/>
    <p:sldId id="296" r:id="rId41"/>
    <p:sldId id="297" r:id="rId42"/>
    <p:sldId id="298" r:id="rId43"/>
    <p:sldId id="299" r:id="rId44"/>
    <p:sldId id="300" r:id="rId45"/>
    <p:sldId id="301" r:id="rId46"/>
    <p:sldId id="302" r:id="rId47"/>
    <p:sldId id="303" r:id="rId48"/>
    <p:sldId id="304" r:id="rId49"/>
    <p:sldId id="305" r:id="rId50"/>
    <p:sldId id="306" r:id="rId51"/>
    <p:sldId id="307" r:id="rId52"/>
    <p:sldId id="308" r:id="rId53"/>
    <p:sldId id="309" r:id="rId54"/>
    <p:sldId id="310" r:id="rId55"/>
    <p:sldId id="311" r:id="rId56"/>
    <p:sldId id="312" r:id="rId57"/>
  </p:sldIdLst>
  <p:sldSz cx="9144000" cy="6858000" type="screen4x3"/>
  <p:notesSz cx="6858000" cy="9144000"/>
  <p:embeddedFontLst>
    <p:embeddedFont>
      <p:font typeface="Roboto Medium" panose="020B0604020202020204" charset="0"/>
      <p:regular r:id="rId59"/>
      <p:bold r:id="rId60"/>
      <p:italic r:id="rId61"/>
      <p:boldItalic r:id="rId62"/>
    </p:embeddedFont>
    <p:embeddedFont>
      <p:font typeface="Proxima Nova" panose="020B0604020202020204" charset="0"/>
      <p:regular r:id="rId63"/>
      <p:bold r:id="rId64"/>
      <p:italic r:id="rId65"/>
      <p:boldItalic r:id="rId66"/>
    </p:embeddedFont>
    <p:embeddedFont>
      <p:font typeface="Poppins" panose="020B0604020202020204" charset="0"/>
      <p:regular r:id="rId67"/>
      <p:bold r:id="rId68"/>
      <p:italic r:id="rId69"/>
      <p:boldItalic r:id="rId70"/>
    </p:embeddedFont>
    <p:embeddedFont>
      <p:font typeface="Amatic SC" panose="020B0604020202020204" charset="-79"/>
      <p:regular r:id="rId71"/>
      <p:bold r:id="rId72"/>
    </p:embeddedFont>
    <p:embeddedFont>
      <p:font typeface="Source Code Pro" panose="020B0604020202020204" charset="0"/>
      <p:regular r:id="rId73"/>
      <p:bold r:id="rId74"/>
      <p:italic r:id="rId75"/>
      <p:boldItalic r:id="rId76"/>
    </p:embeddedFont>
    <p:embeddedFont>
      <p:font typeface="Calibri" panose="020F0502020204030204" pitchFamily="34" charset="0"/>
      <p:regular r:id="rId77"/>
      <p:bold r:id="rId78"/>
      <p:italic r:id="rId79"/>
      <p:boldItalic r:id="rId80"/>
    </p:embeddedFont>
    <p:embeddedFont>
      <p:font typeface="Proxima Nova Semibold" panose="020B0604020202020204" charset="0"/>
      <p:regular r:id="rId81"/>
      <p:bold r:id="rId82"/>
      <p:boldItalic r:id="rId83"/>
    </p:embeddedFont>
    <p:embeddedFont>
      <p:font typeface="IBM Plex Mono" panose="020B0604020202020204" charset="-52"/>
      <p:regular r:id="rId84"/>
      <p:bold r:id="rId85"/>
      <p:italic r:id="rId86"/>
      <p:boldItalic r:id="rId8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88E2"/>
    <a:srgbClr val="E1DF8B"/>
    <a:srgbClr val="5ED89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9B832DE-76B6-4B34-B3CA-37E8069A2435}">
  <a:tblStyle styleId="{B9B832DE-76B6-4B34-B3CA-37E8069A243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164" autoAdjust="0"/>
  </p:normalViewPr>
  <p:slideViewPr>
    <p:cSldViewPr snapToGrid="0">
      <p:cViewPr varScale="1">
        <p:scale>
          <a:sx n="88" d="100"/>
          <a:sy n="88" d="100"/>
        </p:scale>
        <p:origin x="1344" y="8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5.fntdata"/><Relationship Id="rId68" Type="http://schemas.openxmlformats.org/officeDocument/2006/relationships/font" Target="fonts/font10.fntdata"/><Relationship Id="rId84" Type="http://schemas.openxmlformats.org/officeDocument/2006/relationships/font" Target="fonts/font26.fntdata"/><Relationship Id="rId89" Type="http://schemas.openxmlformats.org/officeDocument/2006/relationships/viewProps" Target="viewProp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notesMaster" Target="notesMasters/notesMaster1.xml"/><Relationship Id="rId74" Type="http://schemas.openxmlformats.org/officeDocument/2006/relationships/font" Target="fonts/font16.fntdata"/><Relationship Id="rId79" Type="http://schemas.openxmlformats.org/officeDocument/2006/relationships/font" Target="fonts/font21.fntdata"/><Relationship Id="rId5" Type="http://schemas.openxmlformats.org/officeDocument/2006/relationships/slide" Target="slides/slide3.xml"/><Relationship Id="rId90" Type="http://schemas.openxmlformats.org/officeDocument/2006/relationships/theme" Target="theme/theme1.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6.fntdata"/><Relationship Id="rId69" Type="http://schemas.openxmlformats.org/officeDocument/2006/relationships/font" Target="fonts/font11.fntdata"/><Relationship Id="rId77" Type="http://schemas.openxmlformats.org/officeDocument/2006/relationships/font" Target="fonts/font19.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4.fntdata"/><Relationship Id="rId80" Type="http://schemas.openxmlformats.org/officeDocument/2006/relationships/font" Target="fonts/font22.fntdata"/><Relationship Id="rId85" Type="http://schemas.openxmlformats.org/officeDocument/2006/relationships/font" Target="fonts/font27.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1.fntdata"/><Relationship Id="rId67" Type="http://schemas.openxmlformats.org/officeDocument/2006/relationships/font" Target="fonts/font9.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4.fntdata"/><Relationship Id="rId70" Type="http://schemas.openxmlformats.org/officeDocument/2006/relationships/font" Target="fonts/font12.fntdata"/><Relationship Id="rId75" Type="http://schemas.openxmlformats.org/officeDocument/2006/relationships/font" Target="fonts/font17.fntdata"/><Relationship Id="rId83" Type="http://schemas.openxmlformats.org/officeDocument/2006/relationships/font" Target="fonts/font25.fntdata"/><Relationship Id="rId88" Type="http://schemas.openxmlformats.org/officeDocument/2006/relationships/presProps" Target="presProps.xml"/><Relationship Id="rId9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2.fntdata"/><Relationship Id="rId65" Type="http://schemas.openxmlformats.org/officeDocument/2006/relationships/font" Target="fonts/font7.fntdata"/><Relationship Id="rId73" Type="http://schemas.openxmlformats.org/officeDocument/2006/relationships/font" Target="fonts/font15.fntdata"/><Relationship Id="rId78" Type="http://schemas.openxmlformats.org/officeDocument/2006/relationships/font" Target="fonts/font20.fntdata"/><Relationship Id="rId81" Type="http://schemas.openxmlformats.org/officeDocument/2006/relationships/font" Target="fonts/font23.fntdata"/><Relationship Id="rId86" Type="http://schemas.openxmlformats.org/officeDocument/2006/relationships/font" Target="fonts/font28.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8.fntdata"/><Relationship Id="rId7" Type="http://schemas.openxmlformats.org/officeDocument/2006/relationships/slide" Target="slides/slide5.xml"/><Relationship Id="rId71" Type="http://schemas.openxmlformats.org/officeDocument/2006/relationships/font" Target="fonts/font13.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8.fntdata"/><Relationship Id="rId87" Type="http://schemas.openxmlformats.org/officeDocument/2006/relationships/font" Target="fonts/font29.fntdata"/><Relationship Id="rId61" Type="http://schemas.openxmlformats.org/officeDocument/2006/relationships/font" Target="fonts/font3.fntdata"/><Relationship Id="rId82" Type="http://schemas.openxmlformats.org/officeDocument/2006/relationships/font" Target="fonts/font24.fntdata"/><Relationship Id="rId19" Type="http://schemas.openxmlformats.org/officeDocument/2006/relationships/slide" Target="slides/slide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143309"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gd1bf8d60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76491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24e5c2c9e45_0_13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24e5c2c9e45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24ed99bf1a4_0_7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24ed99bf1a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936619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6196774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7246069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1371810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294600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7422134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8860282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8578584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2128950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0776135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104152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8"/>
        <p:cNvGrpSpPr/>
        <p:nvPr/>
      </p:nvGrpSpPr>
      <p:grpSpPr>
        <a:xfrm>
          <a:off x="0" y="0"/>
          <a:ext cx="0" cy="0"/>
          <a:chOff x="0" y="0"/>
          <a:chExt cx="0" cy="0"/>
        </a:xfrm>
      </p:grpSpPr>
      <p:sp>
        <p:nvSpPr>
          <p:cNvPr id="1719" name="Google Shape;1719;g24ed99bf1a4_0_48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0" name="Google Shape;1720;g24ed99bf1a4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a:extLst>
            <a:ext uri="{FF2B5EF4-FFF2-40B4-BE49-F238E27FC236}">
              <a16:creationId xmlns:a16="http://schemas.microsoft.com/office/drawing/2014/main" id="{180443F6-F0E6-0C75-E4EA-7D4716865E37}"/>
            </a:ext>
          </a:extLst>
        </p:cNvPr>
        <p:cNvGrpSpPr/>
        <p:nvPr/>
      </p:nvGrpSpPr>
      <p:grpSpPr>
        <a:xfrm>
          <a:off x="0" y="0"/>
          <a:ext cx="0" cy="0"/>
          <a:chOff x="0" y="0"/>
          <a:chExt cx="0" cy="0"/>
        </a:xfrm>
      </p:grpSpPr>
      <p:sp>
        <p:nvSpPr>
          <p:cNvPr id="1470" name="Google Shape;1470;g24e6b4d5c31_0_0:notes">
            <a:extLst>
              <a:ext uri="{FF2B5EF4-FFF2-40B4-BE49-F238E27FC236}">
                <a16:creationId xmlns:a16="http://schemas.microsoft.com/office/drawing/2014/main" id="{634E3D26-0434-11C6-F74B-C84E955CC8CC}"/>
              </a:ext>
            </a:extLst>
          </p:cNvPr>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ru-RU"/>
          </a:p>
        </p:txBody>
      </p:sp>
      <p:sp>
        <p:nvSpPr>
          <p:cNvPr id="1471" name="Google Shape;1471;g24e6b4d5c31_0_0:notes">
            <a:extLst>
              <a:ext uri="{FF2B5EF4-FFF2-40B4-BE49-F238E27FC236}">
                <a16:creationId xmlns:a16="http://schemas.microsoft.com/office/drawing/2014/main" id="{7BD469FC-E5FD-F425-D3F4-017097DDA1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009842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24ed99bf1a4_0_14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24ed99bf1a4_0_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
        <p:cNvGrpSpPr/>
        <p:nvPr/>
      </p:nvGrpSpPr>
      <p:grpSpPr>
        <a:xfrm>
          <a:off x="0" y="0"/>
          <a:ext cx="0" cy="0"/>
          <a:chOff x="0" y="0"/>
          <a:chExt cx="0" cy="0"/>
        </a:xfrm>
      </p:grpSpPr>
      <p:sp>
        <p:nvSpPr>
          <p:cNvPr id="1778" name="Google Shape;1778;g24ed99bf1a4_0_112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9" name="Google Shape;1779;g24ed99bf1a4_0_1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4ed99bf1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4ed99bf1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24ed99bf1a4_0_97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24ed99bf1a4_0_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99807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24ed99bf1a4_0_56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24ed99bf1a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7"/>
        <p:cNvGrpSpPr/>
        <p:nvPr/>
      </p:nvGrpSpPr>
      <p:grpSpPr>
        <a:xfrm>
          <a:off x="0" y="0"/>
          <a:ext cx="0" cy="0"/>
          <a:chOff x="0" y="0"/>
          <a:chExt cx="0" cy="0"/>
        </a:xfrm>
      </p:grpSpPr>
      <p:sp>
        <p:nvSpPr>
          <p:cNvPr id="1998" name="Google Shape;1998;g24e6b4d5c31_0_1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9" name="Google Shape;1999;g24e6b4d5c31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0"/>
        <p:cNvGrpSpPr/>
        <p:nvPr/>
      </p:nvGrpSpPr>
      <p:grpSpPr>
        <a:xfrm>
          <a:off x="0" y="0"/>
          <a:ext cx="0" cy="0"/>
          <a:chOff x="0" y="0"/>
          <a:chExt cx="0" cy="0"/>
        </a:xfrm>
      </p:grpSpPr>
      <p:sp>
        <p:nvSpPr>
          <p:cNvPr id="2041" name="Google Shape;2041;g24ef22aa1ac_0_5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2" name="Google Shape;2042;g24ef22aa1ac_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1"/>
        <p:cNvGrpSpPr/>
        <p:nvPr/>
      </p:nvGrpSpPr>
      <p:grpSpPr>
        <a:xfrm>
          <a:off x="0" y="0"/>
          <a:ext cx="0" cy="0"/>
          <a:chOff x="0" y="0"/>
          <a:chExt cx="0" cy="0"/>
        </a:xfrm>
      </p:grpSpPr>
      <p:sp>
        <p:nvSpPr>
          <p:cNvPr id="2112" name="Google Shape;2112;g24ef22aa1ac_0_99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3" name="Google Shape;2113;g24ef22aa1ac_0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24ef22aa1ac_0_107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24ef22aa1ac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24ef22aa1ac_0_112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24ef22aa1a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3"/>
        <p:cNvGrpSpPr/>
        <p:nvPr/>
      </p:nvGrpSpPr>
      <p:grpSpPr>
        <a:xfrm>
          <a:off x="0" y="0"/>
          <a:ext cx="0" cy="0"/>
          <a:chOff x="0" y="0"/>
          <a:chExt cx="0" cy="0"/>
        </a:xfrm>
      </p:grpSpPr>
      <p:sp>
        <p:nvSpPr>
          <p:cNvPr id="2204" name="Google Shape;2204;g24ef22aa1ac_0_144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5" name="Google Shape;2205;g24ef22aa1ac_0_1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24e404678fd_2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24e404678fd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7"/>
        <p:cNvGrpSpPr/>
        <p:nvPr/>
      </p:nvGrpSpPr>
      <p:grpSpPr>
        <a:xfrm>
          <a:off x="0" y="0"/>
          <a:ext cx="0" cy="0"/>
          <a:chOff x="0" y="0"/>
          <a:chExt cx="0" cy="0"/>
        </a:xfrm>
      </p:grpSpPr>
      <p:sp>
        <p:nvSpPr>
          <p:cNvPr id="3008" name="Google Shape;3008;g20a542a8cd5_0_1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9" name="Google Shape;3009;g20a542a8cd5_0_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29e13a2c7ad_2_1796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29e13a2c7ad_2_17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1"/>
        <p:cNvGrpSpPr/>
        <p:nvPr/>
      </p:nvGrpSpPr>
      <p:grpSpPr>
        <a:xfrm>
          <a:off x="0" y="0"/>
          <a:ext cx="0" cy="0"/>
          <a:chOff x="0" y="0"/>
          <a:chExt cx="0" cy="0"/>
        </a:xfrm>
      </p:grpSpPr>
      <p:sp>
        <p:nvSpPr>
          <p:cNvPr id="3472" name="Google Shape;3472;g29e13a2c7ad_2_1829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3" name="Google Shape;3473;g29e13a2c7ad_2_1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29e13a2c7ad_2_242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29e13a2c7ad_2_2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2"/>
        <p:cNvGrpSpPr/>
        <p:nvPr/>
      </p:nvGrpSpPr>
      <p:grpSpPr>
        <a:xfrm>
          <a:off x="0" y="0"/>
          <a:ext cx="0" cy="0"/>
          <a:chOff x="0" y="0"/>
          <a:chExt cx="0" cy="0"/>
        </a:xfrm>
      </p:grpSpPr>
      <p:sp>
        <p:nvSpPr>
          <p:cNvPr id="9813" name="Google Shape;9813;g29e13a2c7ad_2_2463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4" name="Google Shape;9814;g29e13a2c7ad_2_24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3"/>
        <p:cNvGrpSpPr/>
        <p:nvPr/>
      </p:nvGrpSpPr>
      <p:grpSpPr>
        <a:xfrm>
          <a:off x="0" y="0"/>
          <a:ext cx="0" cy="0"/>
          <a:chOff x="0" y="0"/>
          <a:chExt cx="0" cy="0"/>
        </a:xfrm>
      </p:grpSpPr>
      <p:sp>
        <p:nvSpPr>
          <p:cNvPr id="9984" name="Google Shape;9984;g29e13a2c7ad_2_2480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5" name="Google Shape;9985;g29e13a2c7ad_2_24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5"/>
        <p:cNvGrpSpPr/>
        <p:nvPr/>
      </p:nvGrpSpPr>
      <p:grpSpPr>
        <a:xfrm>
          <a:off x="0" y="0"/>
          <a:ext cx="0" cy="0"/>
          <a:chOff x="0" y="0"/>
          <a:chExt cx="0" cy="0"/>
        </a:xfrm>
      </p:grpSpPr>
      <p:sp>
        <p:nvSpPr>
          <p:cNvPr id="10386" name="Google Shape;10386;g29e13a2c7ad_2_25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7" name="Google Shape;10387;g29e13a2c7ad_2_25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6"/>
        <p:cNvGrpSpPr/>
        <p:nvPr/>
      </p:nvGrpSpPr>
      <p:grpSpPr>
        <a:xfrm>
          <a:off x="0" y="0"/>
          <a:ext cx="0" cy="0"/>
          <a:chOff x="0" y="0"/>
          <a:chExt cx="0" cy="0"/>
        </a:xfrm>
      </p:grpSpPr>
      <p:sp>
        <p:nvSpPr>
          <p:cNvPr id="10757" name="Google Shape;10757;g29e13a2c7ad_2_255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8" name="Google Shape;10758;g29e13a2c7ad_2_25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9e13a2c7ad_2_2596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9e13a2c7ad_2_25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6"/>
        <p:cNvGrpSpPr/>
        <p:nvPr/>
      </p:nvGrpSpPr>
      <p:grpSpPr>
        <a:xfrm>
          <a:off x="0" y="0"/>
          <a:ext cx="0" cy="0"/>
          <a:chOff x="0" y="0"/>
          <a:chExt cx="0" cy="0"/>
        </a:xfrm>
      </p:grpSpPr>
      <p:sp>
        <p:nvSpPr>
          <p:cNvPr id="11577" name="Google Shape;11577;g29e13a2c7ad_2_2639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8" name="Google Shape;11578;g29e13a2c7ad_2_26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9"/>
        <p:cNvGrpSpPr/>
        <p:nvPr/>
      </p:nvGrpSpPr>
      <p:grpSpPr>
        <a:xfrm>
          <a:off x="0" y="0"/>
          <a:ext cx="0" cy="0"/>
          <a:chOff x="0" y="0"/>
          <a:chExt cx="0" cy="0"/>
        </a:xfrm>
      </p:grpSpPr>
      <p:sp>
        <p:nvSpPr>
          <p:cNvPr id="12370" name="Google Shape;12370;g29e13a2c7ad_2_2718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1" name="Google Shape;12371;g29e13a2c7ad_2_27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0"/>
        <p:cNvGrpSpPr/>
        <p:nvPr/>
      </p:nvGrpSpPr>
      <p:grpSpPr>
        <a:xfrm>
          <a:off x="0" y="0"/>
          <a:ext cx="0" cy="0"/>
          <a:chOff x="0" y="0"/>
          <a:chExt cx="0" cy="0"/>
        </a:xfrm>
      </p:grpSpPr>
      <p:sp>
        <p:nvSpPr>
          <p:cNvPr id="13111" name="Google Shape;13111;g29e13a2c7ad_2_2792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2" name="Google Shape;13112;g29e13a2c7ad_2_2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3"/>
        <p:cNvGrpSpPr/>
        <p:nvPr/>
      </p:nvGrpSpPr>
      <p:grpSpPr>
        <a:xfrm>
          <a:off x="0" y="0"/>
          <a:ext cx="0" cy="0"/>
          <a:chOff x="0" y="0"/>
          <a:chExt cx="0" cy="0"/>
        </a:xfrm>
      </p:grpSpPr>
      <p:sp>
        <p:nvSpPr>
          <p:cNvPr id="13804" name="Google Shape;13804;g29e13a2c7ad_2_2861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5" name="Google Shape;13805;g29e13a2c7ad_2_28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5"/>
        <p:cNvGrpSpPr/>
        <p:nvPr/>
      </p:nvGrpSpPr>
      <p:grpSpPr>
        <a:xfrm>
          <a:off x="0" y="0"/>
          <a:ext cx="0" cy="0"/>
          <a:chOff x="0" y="0"/>
          <a:chExt cx="0" cy="0"/>
        </a:xfrm>
      </p:grpSpPr>
      <p:sp>
        <p:nvSpPr>
          <p:cNvPr id="14106" name="Google Shape;14106;g29e13a2c7ad_2_2891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07" name="Google Shape;14107;g29e13a2c7ad_2_28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45"/>
        <p:cNvGrpSpPr/>
        <p:nvPr/>
      </p:nvGrpSpPr>
      <p:grpSpPr>
        <a:xfrm>
          <a:off x="0" y="0"/>
          <a:ext cx="0" cy="0"/>
          <a:chOff x="0" y="0"/>
          <a:chExt cx="0" cy="0"/>
        </a:xfrm>
      </p:grpSpPr>
      <p:sp>
        <p:nvSpPr>
          <p:cNvPr id="14746" name="Google Shape;14746;g29e13a2c7ad_2_295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7" name="Google Shape;14747;g29e13a2c7ad_2_29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1"/>
        <p:cNvGrpSpPr/>
        <p:nvPr/>
      </p:nvGrpSpPr>
      <p:grpSpPr>
        <a:xfrm>
          <a:off x="0" y="0"/>
          <a:ext cx="0" cy="0"/>
          <a:chOff x="0" y="0"/>
          <a:chExt cx="0" cy="0"/>
        </a:xfrm>
      </p:grpSpPr>
      <p:sp>
        <p:nvSpPr>
          <p:cNvPr id="14862" name="Google Shape;14862;g29e13a2c7ad_2_2967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3" name="Google Shape;14863;g29e13a2c7ad_2_29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4"/>
        <p:cNvGrpSpPr/>
        <p:nvPr/>
      </p:nvGrpSpPr>
      <p:grpSpPr>
        <a:xfrm>
          <a:off x="0" y="0"/>
          <a:ext cx="0" cy="0"/>
          <a:chOff x="0" y="0"/>
          <a:chExt cx="0" cy="0"/>
        </a:xfrm>
      </p:grpSpPr>
      <p:sp>
        <p:nvSpPr>
          <p:cNvPr id="14905" name="Google Shape;14905;g29e13a2c7ad_2_2971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6" name="Google Shape;14906;g29e13a2c7ad_2_29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8"/>
        <p:cNvGrpSpPr/>
        <p:nvPr/>
      </p:nvGrpSpPr>
      <p:grpSpPr>
        <a:xfrm>
          <a:off x="0" y="0"/>
          <a:ext cx="0" cy="0"/>
          <a:chOff x="0" y="0"/>
          <a:chExt cx="0" cy="0"/>
        </a:xfrm>
      </p:grpSpPr>
      <p:sp>
        <p:nvSpPr>
          <p:cNvPr id="15279" name="Google Shape;15279;g29e13a2c7ad_2_3008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80" name="Google Shape;15280;g29e13a2c7ad_2_30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34"/>
        <p:cNvGrpSpPr/>
        <p:nvPr/>
      </p:nvGrpSpPr>
      <p:grpSpPr>
        <a:xfrm>
          <a:off x="0" y="0"/>
          <a:ext cx="0" cy="0"/>
          <a:chOff x="0" y="0"/>
          <a:chExt cx="0" cy="0"/>
        </a:xfrm>
      </p:grpSpPr>
      <p:sp>
        <p:nvSpPr>
          <p:cNvPr id="15735" name="Google Shape;15735;g29e13a2c7ad_2_305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6" name="Google Shape;15736;g29e13a2c7ad_2_305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8"/>
        <p:cNvGrpSpPr/>
        <p:nvPr/>
      </p:nvGrpSpPr>
      <p:grpSpPr>
        <a:xfrm>
          <a:off x="0" y="0"/>
          <a:ext cx="0" cy="0"/>
          <a:chOff x="0" y="0"/>
          <a:chExt cx="0" cy="0"/>
        </a:xfrm>
      </p:grpSpPr>
      <p:sp>
        <p:nvSpPr>
          <p:cNvPr id="16049" name="Google Shape;16049;g29e13a2c7ad_2_3085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50" name="Google Shape;16050;g29e13a2c7ad_2_3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2"/>
        <p:cNvGrpSpPr/>
        <p:nvPr/>
      </p:nvGrpSpPr>
      <p:grpSpPr>
        <a:xfrm>
          <a:off x="0" y="0"/>
          <a:ext cx="0" cy="0"/>
          <a:chOff x="0" y="0"/>
          <a:chExt cx="0" cy="0"/>
        </a:xfrm>
      </p:grpSpPr>
      <p:sp>
        <p:nvSpPr>
          <p:cNvPr id="16383" name="Google Shape;16383;g29e13a2c7ad_2_311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84" name="Google Shape;16384;g29e13a2c7ad_2_3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55180" y="-22911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 name="Google Shape;12;p2"/>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917817" y="-2200499"/>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01475" y="-361175"/>
              <a:ext cx="7138625" cy="819350"/>
            </a:xfrm>
            <a:custGeom>
              <a:avLst/>
              <a:gdLst/>
              <a:ahLst/>
              <a:cxnLst/>
              <a:rect l="l" t="t" r="r" b="b"/>
              <a:pathLst>
                <a:path w="285545" h="32774" extrusionOk="0">
                  <a:moveTo>
                    <a:pt x="0" y="32774"/>
                  </a:moveTo>
                  <a:lnTo>
                    <a:pt x="188861" y="32774"/>
                  </a:lnTo>
                  <a:lnTo>
                    <a:pt x="221636" y="0"/>
                  </a:lnTo>
                  <a:lnTo>
                    <a:pt x="285545" y="0"/>
                  </a:lnTo>
                </a:path>
              </a:pathLst>
            </a:custGeom>
            <a:noFill/>
            <a:ln w="9525" cap="flat" cmpd="sng">
              <a:solidFill>
                <a:schemeClr val="dk2"/>
              </a:solidFill>
              <a:prstDash val="solid"/>
              <a:round/>
              <a:headEnd type="none" w="med" len="med"/>
              <a:tailEnd type="none" w="med" len="med"/>
            </a:ln>
          </p:spPr>
        </p:sp>
        <p:sp>
          <p:nvSpPr>
            <p:cNvPr id="16" name="Google Shape;16;p2"/>
            <p:cNvSpPr/>
            <p:nvPr/>
          </p:nvSpPr>
          <p:spPr>
            <a:xfrm rot="5400000">
              <a:off x="1110859" y="-1245788"/>
              <a:ext cx="577450" cy="3045475"/>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654013" y="-781254"/>
              <a:ext cx="687411" cy="2731351"/>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 name="Google Shape;33;p2"/>
          <p:cNvGrpSpPr/>
          <p:nvPr/>
        </p:nvGrpSpPr>
        <p:grpSpPr>
          <a:xfrm>
            <a:off x="6385735" y="4537950"/>
            <a:ext cx="3920501" cy="3213899"/>
            <a:chOff x="6309535" y="2842975"/>
            <a:chExt cx="3920501" cy="3213899"/>
          </a:xfrm>
        </p:grpSpPr>
        <p:pic>
          <p:nvPicPr>
            <p:cNvPr id="34" name="Google Shape;34;p2"/>
            <p:cNvPicPr preferRelativeResize="0"/>
            <p:nvPr/>
          </p:nvPicPr>
          <p:blipFill rotWithShape="1">
            <a:blip r:embed="rId3">
              <a:alphaModFix/>
            </a:blip>
            <a:srcRect l="16960" t="24718" r="7121" b="26177"/>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0800000">
              <a:off x="7694795" y="2941747"/>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2"/>
            <p:cNvSpPr/>
            <p:nvPr/>
          </p:nvSpPr>
          <p:spPr>
            <a:xfrm>
              <a:off x="8430775" y="2842975"/>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 name="Google Shape;54;p2"/>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rgbClr val="191919"/>
              </a:buClr>
              <a:buSzPts val="5200"/>
              <a:buNone/>
              <a:defRPr sz="5400"/>
            </a:lvl1pPr>
            <a:lvl2pPr lvl="1" algn="ctr" rtl="0">
              <a:spcBef>
                <a:spcPts val="0"/>
              </a:spcBef>
              <a:spcAft>
                <a:spcPts val="0"/>
              </a:spcAft>
              <a:buClr>
                <a:schemeClr val="dk1"/>
              </a:buClr>
              <a:buSzPts val="5200"/>
              <a:buNone/>
              <a:defRPr sz="5200">
                <a:solidFill>
                  <a:schemeClr val="dk1"/>
                </a:solidFill>
              </a:defRPr>
            </a:lvl2pPr>
            <a:lvl3pPr lvl="2" algn="ctr" rtl="0">
              <a:spcBef>
                <a:spcPts val="0"/>
              </a:spcBef>
              <a:spcAft>
                <a:spcPts val="0"/>
              </a:spcAft>
              <a:buClr>
                <a:schemeClr val="dk1"/>
              </a:buClr>
              <a:buSzPts val="5200"/>
              <a:buNone/>
              <a:defRPr sz="5200">
                <a:solidFill>
                  <a:schemeClr val="dk1"/>
                </a:solidFill>
              </a:defRPr>
            </a:lvl3pPr>
            <a:lvl4pPr lvl="3" algn="ctr" rtl="0">
              <a:spcBef>
                <a:spcPts val="0"/>
              </a:spcBef>
              <a:spcAft>
                <a:spcPts val="0"/>
              </a:spcAft>
              <a:buClr>
                <a:schemeClr val="dk1"/>
              </a:buClr>
              <a:buSzPts val="5200"/>
              <a:buNone/>
              <a:defRPr sz="5200">
                <a:solidFill>
                  <a:schemeClr val="dk1"/>
                </a:solidFill>
              </a:defRPr>
            </a:lvl4pPr>
            <a:lvl5pPr lvl="4" algn="ctr" rtl="0">
              <a:spcBef>
                <a:spcPts val="0"/>
              </a:spcBef>
              <a:spcAft>
                <a:spcPts val="0"/>
              </a:spcAft>
              <a:buClr>
                <a:schemeClr val="dk1"/>
              </a:buClr>
              <a:buSzPts val="5200"/>
              <a:buNone/>
              <a:defRPr sz="5200">
                <a:solidFill>
                  <a:schemeClr val="dk1"/>
                </a:solidFill>
              </a:defRPr>
            </a:lvl5pPr>
            <a:lvl6pPr lvl="5" algn="ctr" rtl="0">
              <a:spcBef>
                <a:spcPts val="0"/>
              </a:spcBef>
              <a:spcAft>
                <a:spcPts val="0"/>
              </a:spcAft>
              <a:buClr>
                <a:schemeClr val="dk1"/>
              </a:buClr>
              <a:buSzPts val="5200"/>
              <a:buNone/>
              <a:defRPr sz="5200">
                <a:solidFill>
                  <a:schemeClr val="dk1"/>
                </a:solidFill>
              </a:defRPr>
            </a:lvl6pPr>
            <a:lvl7pPr lvl="6" algn="ctr" rtl="0">
              <a:spcBef>
                <a:spcPts val="0"/>
              </a:spcBef>
              <a:spcAft>
                <a:spcPts val="0"/>
              </a:spcAft>
              <a:buClr>
                <a:schemeClr val="dk1"/>
              </a:buClr>
              <a:buSzPts val="5200"/>
              <a:buNone/>
              <a:defRPr sz="5200">
                <a:solidFill>
                  <a:schemeClr val="dk1"/>
                </a:solidFill>
              </a:defRPr>
            </a:lvl7pPr>
            <a:lvl8pPr lvl="7" algn="ctr" rtl="0">
              <a:spcBef>
                <a:spcPts val="0"/>
              </a:spcBef>
              <a:spcAft>
                <a:spcPts val="0"/>
              </a:spcAft>
              <a:buClr>
                <a:schemeClr val="dk1"/>
              </a:buClr>
              <a:buSzPts val="5200"/>
              <a:buNone/>
              <a:defRPr sz="5200">
                <a:solidFill>
                  <a:schemeClr val="dk1"/>
                </a:solidFill>
              </a:defRPr>
            </a:lvl8pPr>
            <a:lvl9pPr lvl="8" algn="ctr" rtl="0">
              <a:spcBef>
                <a:spcPts val="0"/>
              </a:spcBef>
              <a:spcAft>
                <a:spcPts val="0"/>
              </a:spcAft>
              <a:buClr>
                <a:schemeClr val="dk1"/>
              </a:buClr>
              <a:buSzPts val="5200"/>
              <a:buNone/>
              <a:defRPr sz="5200">
                <a:solidFill>
                  <a:schemeClr val="dk1"/>
                </a:solidFill>
              </a:defRPr>
            </a:lvl9pPr>
          </a:lstStyle>
          <a:p>
            <a:endParaRPr/>
          </a:p>
        </p:txBody>
      </p:sp>
      <p:sp>
        <p:nvSpPr>
          <p:cNvPr id="55" name="Google Shape;55;p2"/>
          <p:cNvSpPr txBox="1">
            <a:spLocks noGrp="1"/>
          </p:cNvSpPr>
          <p:nvPr>
            <p:ph type="subTitle" idx="1"/>
          </p:nvPr>
        </p:nvSpPr>
        <p:spPr>
          <a:xfrm>
            <a:off x="529600" y="4511063"/>
            <a:ext cx="48825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56" name="Google Shape;56;p2"/>
          <p:cNvGrpSpPr/>
          <p:nvPr/>
        </p:nvGrpSpPr>
        <p:grpSpPr>
          <a:xfrm>
            <a:off x="-309885" y="5304581"/>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 name="Google Shape;69;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 name="Google Shape;9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
        <p:cNvGrpSpPr/>
        <p:nvPr/>
      </p:nvGrpSpPr>
      <p:grpSpPr>
        <a:xfrm>
          <a:off x="0" y="0"/>
          <a:ext cx="0" cy="0"/>
          <a:chOff x="0" y="0"/>
          <a:chExt cx="0" cy="0"/>
        </a:xfrm>
      </p:grpSpPr>
      <p:sp>
        <p:nvSpPr>
          <p:cNvPr id="96" name="Google Shape;96;p3"/>
          <p:cNvSpPr txBox="1">
            <a:spLocks noGrp="1"/>
          </p:cNvSpPr>
          <p:nvPr>
            <p:ph type="title"/>
          </p:nvPr>
        </p:nvSpPr>
        <p:spPr>
          <a:xfrm>
            <a:off x="720000" y="2683175"/>
            <a:ext cx="55980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7" name="Google Shape;97;p3"/>
          <p:cNvSpPr txBox="1">
            <a:spLocks noGrp="1"/>
          </p:cNvSpPr>
          <p:nvPr>
            <p:ph type="title" idx="2" hasCustomPrompt="1"/>
          </p:nvPr>
        </p:nvSpPr>
        <p:spPr>
          <a:xfrm>
            <a:off x="720000" y="1629575"/>
            <a:ext cx="1702500" cy="9936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200">
                <a:latin typeface="Poppins"/>
                <a:ea typeface="Poppins"/>
                <a:cs typeface="Poppins"/>
                <a:sym typeface="Poppi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8" name="Google Shape;98;p3"/>
          <p:cNvSpPr txBox="1">
            <a:spLocks noGrp="1"/>
          </p:cNvSpPr>
          <p:nvPr>
            <p:ph type="subTitle" idx="1"/>
          </p:nvPr>
        </p:nvSpPr>
        <p:spPr>
          <a:xfrm>
            <a:off x="720000" y="3856225"/>
            <a:ext cx="5598000" cy="45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9" name="Google Shape;99;p3"/>
          <p:cNvGrpSpPr/>
          <p:nvPr/>
        </p:nvGrpSpPr>
        <p:grpSpPr>
          <a:xfrm>
            <a:off x="-6154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5" name="Google Shape;11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 name="Google Shape;12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 name="Google Shape;13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0"/>
        <p:cNvGrpSpPr/>
        <p:nvPr/>
      </p:nvGrpSpPr>
      <p:grpSpPr>
        <a:xfrm>
          <a:off x="0" y="0"/>
          <a:ext cx="0" cy="0"/>
          <a:chOff x="0" y="0"/>
          <a:chExt cx="0" cy="0"/>
        </a:xfrm>
      </p:grpSpPr>
      <p:sp>
        <p:nvSpPr>
          <p:cNvPr id="141" name="Google Shape;141;p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2" name="Google Shape;142;p4"/>
          <p:cNvSpPr txBox="1">
            <a:spLocks noGrp="1"/>
          </p:cNvSpPr>
          <p:nvPr>
            <p:ph type="body" idx="1"/>
          </p:nvPr>
        </p:nvSpPr>
        <p:spPr>
          <a:xfrm>
            <a:off x="539400" y="1696951"/>
            <a:ext cx="8065200" cy="411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AutoNum type="arabicPeriod"/>
              <a:defRPr>
                <a:solidFill>
                  <a:srgbClr val="191919"/>
                </a:solidFill>
              </a:defRPr>
            </a:lvl1pPr>
            <a:lvl2pPr marL="914400" lvl="1"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a:endParaRPr/>
          </a:p>
        </p:txBody>
      </p:sp>
      <p:grpSp>
        <p:nvGrpSpPr>
          <p:cNvPr id="143" name="Google Shape;143;p4"/>
          <p:cNvGrpSpPr/>
          <p:nvPr/>
        </p:nvGrpSpPr>
        <p:grpSpPr>
          <a:xfrm>
            <a:off x="7545225" y="-1175453"/>
            <a:ext cx="3733124" cy="8244479"/>
            <a:chOff x="7545225" y="-1175453"/>
            <a:chExt cx="3733124" cy="8244479"/>
          </a:xfrm>
        </p:grpSpPr>
        <p:pic>
          <p:nvPicPr>
            <p:cNvPr id="144" name="Google Shape;144;p4"/>
            <p:cNvPicPr preferRelativeResize="0"/>
            <p:nvPr/>
          </p:nvPicPr>
          <p:blipFill rotWithShape="1">
            <a:blip r:embed="rId2">
              <a:alphaModFix/>
            </a:blip>
            <a:srcRect l="16960" t="24718" r="7121" b="26177"/>
            <a:stretch/>
          </p:blipFill>
          <p:spPr>
            <a:xfrm>
              <a:off x="7545225" y="-1175453"/>
              <a:ext cx="3733124" cy="2849200"/>
            </a:xfrm>
            <a:prstGeom prst="rect">
              <a:avLst/>
            </a:prstGeom>
            <a:noFill/>
            <a:ln>
              <a:noFill/>
            </a:ln>
          </p:spPr>
        </p:pic>
        <p:grpSp>
          <p:nvGrpSpPr>
            <p:cNvPr id="145" name="Google Shape;145;p4"/>
            <p:cNvGrpSpPr/>
            <p:nvPr/>
          </p:nvGrpSpPr>
          <p:grpSpPr>
            <a:xfrm>
              <a:off x="7724496" y="511846"/>
              <a:ext cx="1518472" cy="3030657"/>
              <a:chOff x="7785196" y="342199"/>
              <a:chExt cx="1518472" cy="3030657"/>
            </a:xfrm>
          </p:grpSpPr>
          <p:sp>
            <p:nvSpPr>
              <p:cNvPr id="146" name="Google Shape;146;p4"/>
              <p:cNvSpPr/>
              <p:nvPr/>
            </p:nvSpPr>
            <p:spPr>
              <a:xfrm rot="10800000">
                <a:off x="7882621" y="5394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rot="10800000">
                <a:off x="7785196" y="3421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4"/>
            <p:cNvSpPr/>
            <p:nvPr/>
          </p:nvSpPr>
          <p:spPr>
            <a:xfrm rot="5400000">
              <a:off x="8430664" y="-904833"/>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4"/>
            <p:cNvGrpSpPr/>
            <p:nvPr/>
          </p:nvGrpSpPr>
          <p:grpSpPr>
            <a:xfrm>
              <a:off x="7724501" y="1949821"/>
              <a:ext cx="3153315" cy="5119205"/>
              <a:chOff x="7740801" y="270000"/>
              <a:chExt cx="3153315" cy="5119205"/>
            </a:xfrm>
          </p:grpSpPr>
          <p:sp>
            <p:nvSpPr>
              <p:cNvPr id="150" name="Google Shape;150;p4"/>
              <p:cNvSpPr/>
              <p:nvPr/>
            </p:nvSpPr>
            <p:spPr>
              <a:xfrm>
                <a:off x="7740801" y="27000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0" name="Google Shape;160;p4"/>
          <p:cNvGrpSpPr/>
          <p:nvPr/>
        </p:nvGrpSpPr>
        <p:grpSpPr>
          <a:xfrm rot="-2529045">
            <a:off x="133416" y="5014757"/>
            <a:ext cx="591691" cy="2260270"/>
            <a:chOff x="-132364" y="1829399"/>
            <a:chExt cx="591677" cy="2260214"/>
          </a:xfrm>
        </p:grpSpPr>
        <p:sp>
          <p:nvSpPr>
            <p:cNvPr id="161" name="Google Shape;161;p4"/>
            <p:cNvSpPr/>
            <p:nvPr/>
          </p:nvSpPr>
          <p:spPr>
            <a:xfrm rot="10800000">
              <a:off x="62461"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rot="10800000">
              <a:off x="-132364"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4"/>
          <p:cNvGrpSpPr/>
          <p:nvPr/>
        </p:nvGrpSpPr>
        <p:grpSpPr>
          <a:xfrm>
            <a:off x="-492473" y="-296017"/>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4"/>
            <p:cNvSpPr/>
            <p:nvPr/>
          </p:nvSpPr>
          <p:spPr>
            <a:xfrm>
              <a:off x="152767" y="-5725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6579" y="-57316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4"/>
        <p:cNvGrpSpPr/>
        <p:nvPr/>
      </p:nvGrpSpPr>
      <p:grpSpPr>
        <a:xfrm>
          <a:off x="0" y="0"/>
          <a:ext cx="0" cy="0"/>
          <a:chOff x="0" y="0"/>
          <a:chExt cx="0" cy="0"/>
        </a:xfrm>
      </p:grpSpPr>
      <p:sp>
        <p:nvSpPr>
          <p:cNvPr id="175" name="Google Shape;175;p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6" name="Google Shape;176;p5"/>
          <p:cNvSpPr txBox="1">
            <a:spLocks noGrp="1"/>
          </p:cNvSpPr>
          <p:nvPr>
            <p:ph type="subTitle" idx="1"/>
          </p:nvPr>
        </p:nvSpPr>
        <p:spPr>
          <a:xfrm>
            <a:off x="4999903"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7" name="Google Shape;177;p5"/>
          <p:cNvSpPr txBox="1">
            <a:spLocks noGrp="1"/>
          </p:cNvSpPr>
          <p:nvPr>
            <p:ph type="subTitle" idx="2"/>
          </p:nvPr>
        </p:nvSpPr>
        <p:spPr>
          <a:xfrm>
            <a:off x="1803800"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8" name="Google Shape;178;p5"/>
          <p:cNvSpPr txBox="1">
            <a:spLocks noGrp="1"/>
          </p:cNvSpPr>
          <p:nvPr>
            <p:ph type="subTitle" idx="3"/>
          </p:nvPr>
        </p:nvSpPr>
        <p:spPr>
          <a:xfrm>
            <a:off x="4999908"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79" name="Google Shape;179;p5"/>
          <p:cNvSpPr txBox="1">
            <a:spLocks noGrp="1"/>
          </p:cNvSpPr>
          <p:nvPr>
            <p:ph type="subTitle" idx="4"/>
          </p:nvPr>
        </p:nvSpPr>
        <p:spPr>
          <a:xfrm>
            <a:off x="1803800"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l="16960" t="24718" r="7121" b="26177"/>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 name="Google Shape;186;p5"/>
          <p:cNvGrpSpPr/>
          <p:nvPr/>
        </p:nvGrpSpPr>
        <p:grpSpPr>
          <a:xfrm>
            <a:off x="-613920" y="52938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 name="Google Shape;205;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0" name="Google Shape;22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0" name="Google Shape;23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5"/>
            <p:cNvSpPr/>
            <p:nvPr/>
          </p:nvSpPr>
          <p:spPr>
            <a:xfrm rot="-5400000">
              <a:off x="1755111"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 name="Google Shape;241;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42" name="Google Shape;242;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 name="Google Shape;243;p5"/>
          <p:cNvGrpSpPr/>
          <p:nvPr/>
        </p:nvGrpSpPr>
        <p:grpSpPr>
          <a:xfrm>
            <a:off x="6795100" y="46954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 name="Google Shape;249;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50" name="Google Shape;250;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4" name="Google Shape;254;p6"/>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255" name="Google Shape;255;p6"/>
          <p:cNvGrpSpPr/>
          <p:nvPr/>
        </p:nvGrpSpPr>
        <p:grpSpPr>
          <a:xfrm>
            <a:off x="8106279" y="-844413"/>
            <a:ext cx="1791132" cy="2767833"/>
            <a:chOff x="8030079" y="-844413"/>
            <a:chExt cx="1791132" cy="2767833"/>
          </a:xfrm>
        </p:grpSpPr>
        <p:grpSp>
          <p:nvGrpSpPr>
            <p:cNvPr id="256" name="Google Shape;256;p6"/>
            <p:cNvGrpSpPr/>
            <p:nvPr/>
          </p:nvGrpSpPr>
          <p:grpSpPr>
            <a:xfrm rot="10800000">
              <a:off x="8566799" y="-844413"/>
              <a:ext cx="1213764" cy="2455355"/>
              <a:chOff x="-293545" y="3454371"/>
              <a:chExt cx="981772" cy="1986051"/>
            </a:xfrm>
          </p:grpSpPr>
          <p:sp>
            <p:nvSpPr>
              <p:cNvPr id="257" name="Google Shape;257;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6"/>
            <p:cNvGrpSpPr/>
            <p:nvPr/>
          </p:nvGrpSpPr>
          <p:grpSpPr>
            <a:xfrm rot="10800000">
              <a:off x="8123728" y="-262212"/>
              <a:ext cx="865288" cy="591661"/>
              <a:chOff x="39722" y="4349021"/>
              <a:chExt cx="1061964" cy="726143"/>
            </a:xfrm>
          </p:grpSpPr>
          <p:grpSp>
            <p:nvGrpSpPr>
              <p:cNvPr id="260" name="Google Shape;260;p6"/>
              <p:cNvGrpSpPr/>
              <p:nvPr/>
            </p:nvGrpSpPr>
            <p:grpSpPr>
              <a:xfrm rot="2700000">
                <a:off x="140502" y="4460924"/>
                <a:ext cx="524584" cy="502337"/>
                <a:chOff x="1189791" y="-1767331"/>
                <a:chExt cx="904284" cy="865933"/>
              </a:xfrm>
            </p:grpSpPr>
            <p:sp>
              <p:nvSpPr>
                <p:cNvPr id="261" name="Google Shape;261;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6"/>
                <p:cNvGrpSpPr/>
                <p:nvPr/>
              </p:nvGrpSpPr>
              <p:grpSpPr>
                <a:xfrm>
                  <a:off x="1232795" y="-1740829"/>
                  <a:ext cx="717621" cy="717392"/>
                  <a:chOff x="1483457" y="3953671"/>
                  <a:chExt cx="717621" cy="717392"/>
                </a:xfrm>
              </p:grpSpPr>
              <p:sp>
                <p:nvSpPr>
                  <p:cNvPr id="263" name="Google Shape;263;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 name="Google Shape;268;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6"/>
            <p:cNvGrpSpPr/>
            <p:nvPr/>
          </p:nvGrpSpPr>
          <p:grpSpPr>
            <a:xfrm rot="5400000">
              <a:off x="8338264" y="440474"/>
              <a:ext cx="1670849" cy="1295044"/>
              <a:chOff x="-2460210" y="2758493"/>
              <a:chExt cx="1351491" cy="1047516"/>
            </a:xfrm>
          </p:grpSpPr>
          <p:sp>
            <p:nvSpPr>
              <p:cNvPr id="270" name="Google Shape;270;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6"/>
            <p:cNvGrpSpPr/>
            <p:nvPr/>
          </p:nvGrpSpPr>
          <p:grpSpPr>
            <a:xfrm rot="10800000">
              <a:off x="8030079" y="157481"/>
              <a:ext cx="865288" cy="591661"/>
              <a:chOff x="39722" y="4349021"/>
              <a:chExt cx="1061964" cy="726143"/>
            </a:xfrm>
          </p:grpSpPr>
          <p:grpSp>
            <p:nvGrpSpPr>
              <p:cNvPr id="275" name="Google Shape;275;p6"/>
              <p:cNvGrpSpPr/>
              <p:nvPr/>
            </p:nvGrpSpPr>
            <p:grpSpPr>
              <a:xfrm rot="2700000">
                <a:off x="140502" y="4460924"/>
                <a:ext cx="524584" cy="502337"/>
                <a:chOff x="1189791" y="-1767331"/>
                <a:chExt cx="904284" cy="865933"/>
              </a:xfrm>
            </p:grpSpPr>
            <p:sp>
              <p:nvSpPr>
                <p:cNvPr id="276" name="Google Shape;27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6"/>
                <p:cNvGrpSpPr/>
                <p:nvPr/>
              </p:nvGrpSpPr>
              <p:grpSpPr>
                <a:xfrm>
                  <a:off x="1232795" y="-1740829"/>
                  <a:ext cx="717621" cy="717392"/>
                  <a:chOff x="1483457" y="3953671"/>
                  <a:chExt cx="717621" cy="717392"/>
                </a:xfrm>
              </p:grpSpPr>
              <p:sp>
                <p:nvSpPr>
                  <p:cNvPr id="278" name="Google Shape;27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 name="Google Shape;28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6"/>
            <p:cNvGrpSpPr/>
            <p:nvPr/>
          </p:nvGrpSpPr>
          <p:grpSpPr>
            <a:xfrm rot="10800000">
              <a:off x="8653266" y="87645"/>
              <a:ext cx="865288" cy="591661"/>
              <a:chOff x="39722" y="4349021"/>
              <a:chExt cx="1061964" cy="726143"/>
            </a:xfrm>
          </p:grpSpPr>
          <p:grpSp>
            <p:nvGrpSpPr>
              <p:cNvPr id="285" name="Google Shape;285;p6"/>
              <p:cNvGrpSpPr/>
              <p:nvPr/>
            </p:nvGrpSpPr>
            <p:grpSpPr>
              <a:xfrm rot="2700000">
                <a:off x="140502" y="4460924"/>
                <a:ext cx="524584" cy="502337"/>
                <a:chOff x="1189791" y="-1767331"/>
                <a:chExt cx="904284" cy="865933"/>
              </a:xfrm>
            </p:grpSpPr>
            <p:sp>
              <p:nvSpPr>
                <p:cNvPr id="286" name="Google Shape;28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 name="Google Shape;287;p6"/>
                <p:cNvGrpSpPr/>
                <p:nvPr/>
              </p:nvGrpSpPr>
              <p:grpSpPr>
                <a:xfrm>
                  <a:off x="1232795" y="-1740829"/>
                  <a:ext cx="717621" cy="717392"/>
                  <a:chOff x="1483457" y="3953671"/>
                  <a:chExt cx="717621" cy="717392"/>
                </a:xfrm>
              </p:grpSpPr>
              <p:sp>
                <p:nvSpPr>
                  <p:cNvPr id="288" name="Google Shape;28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3" name="Google Shape;29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 name="Google Shape;294;p6"/>
          <p:cNvGrpSpPr/>
          <p:nvPr/>
        </p:nvGrpSpPr>
        <p:grpSpPr>
          <a:xfrm>
            <a:off x="-1499000" y="4858953"/>
            <a:ext cx="4558967" cy="3356863"/>
            <a:chOff x="-1422800" y="3106353"/>
            <a:chExt cx="4558967" cy="3356863"/>
          </a:xfrm>
        </p:grpSpPr>
        <p:grpSp>
          <p:nvGrpSpPr>
            <p:cNvPr id="295" name="Google Shape;295;p6"/>
            <p:cNvGrpSpPr/>
            <p:nvPr/>
          </p:nvGrpSpPr>
          <p:grpSpPr>
            <a:xfrm>
              <a:off x="-474664" y="3485331"/>
              <a:ext cx="1472068" cy="2977885"/>
              <a:chOff x="-293545" y="3454371"/>
              <a:chExt cx="981772" cy="1986051"/>
            </a:xfrm>
          </p:grpSpPr>
          <p:sp>
            <p:nvSpPr>
              <p:cNvPr id="296" name="Google Shape;296;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6"/>
            <p:cNvGrpSpPr/>
            <p:nvPr/>
          </p:nvGrpSpPr>
          <p:grpSpPr>
            <a:xfrm>
              <a:off x="485337" y="5039978"/>
              <a:ext cx="1049539" cy="717647"/>
              <a:chOff x="39722" y="4349021"/>
              <a:chExt cx="1061964" cy="726143"/>
            </a:xfrm>
          </p:grpSpPr>
          <p:grpSp>
            <p:nvGrpSpPr>
              <p:cNvPr id="299" name="Google Shape;299;p6"/>
              <p:cNvGrpSpPr/>
              <p:nvPr/>
            </p:nvGrpSpPr>
            <p:grpSpPr>
              <a:xfrm rot="2700000">
                <a:off x="140502" y="4460924"/>
                <a:ext cx="524584" cy="502337"/>
                <a:chOff x="1189791" y="-1767331"/>
                <a:chExt cx="904284" cy="865933"/>
              </a:xfrm>
            </p:grpSpPr>
            <p:sp>
              <p:nvSpPr>
                <p:cNvPr id="300" name="Google Shape;300;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6"/>
                <p:cNvGrpSpPr/>
                <p:nvPr/>
              </p:nvGrpSpPr>
              <p:grpSpPr>
                <a:xfrm>
                  <a:off x="1232795" y="-1740829"/>
                  <a:ext cx="717621" cy="717392"/>
                  <a:chOff x="1483457" y="3953671"/>
                  <a:chExt cx="717621" cy="717392"/>
                </a:xfrm>
              </p:grpSpPr>
              <p:sp>
                <p:nvSpPr>
                  <p:cNvPr id="302" name="Google Shape;302;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7" name="Google Shape;307;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 name="Google Shape;308;p6"/>
            <p:cNvGrpSpPr/>
            <p:nvPr/>
          </p:nvGrpSpPr>
          <p:grpSpPr>
            <a:xfrm rot="5400000">
              <a:off x="-645364" y="3334243"/>
              <a:ext cx="2026426" cy="1570646"/>
              <a:chOff x="-2460210" y="2758493"/>
              <a:chExt cx="1351491" cy="1047516"/>
            </a:xfrm>
          </p:grpSpPr>
          <p:sp>
            <p:nvSpPr>
              <p:cNvPr id="309" name="Google Shape;309;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 name="Google Shape;313;p6"/>
            <p:cNvGrpSpPr/>
            <p:nvPr/>
          </p:nvGrpSpPr>
          <p:grpSpPr>
            <a:xfrm>
              <a:off x="598917" y="4530969"/>
              <a:ext cx="1049539" cy="717647"/>
              <a:chOff x="39722" y="4349021"/>
              <a:chExt cx="1061964" cy="726143"/>
            </a:xfrm>
          </p:grpSpPr>
          <p:grpSp>
            <p:nvGrpSpPr>
              <p:cNvPr id="314" name="Google Shape;314;p6"/>
              <p:cNvGrpSpPr/>
              <p:nvPr/>
            </p:nvGrpSpPr>
            <p:grpSpPr>
              <a:xfrm rot="2700000">
                <a:off x="140502" y="4460924"/>
                <a:ext cx="524584" cy="502337"/>
                <a:chOff x="1189791" y="-1767331"/>
                <a:chExt cx="904284" cy="865933"/>
              </a:xfrm>
            </p:grpSpPr>
            <p:sp>
              <p:nvSpPr>
                <p:cNvPr id="315" name="Google Shape;31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6"/>
                <p:cNvGrpSpPr/>
                <p:nvPr/>
              </p:nvGrpSpPr>
              <p:grpSpPr>
                <a:xfrm>
                  <a:off x="1232795" y="-1740829"/>
                  <a:ext cx="717621" cy="717392"/>
                  <a:chOff x="1483457" y="3953671"/>
                  <a:chExt cx="717621" cy="717392"/>
                </a:xfrm>
              </p:grpSpPr>
              <p:sp>
                <p:nvSpPr>
                  <p:cNvPr id="317" name="Google Shape;31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2" name="Google Shape;32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6"/>
            <p:cNvGrpSpPr/>
            <p:nvPr/>
          </p:nvGrpSpPr>
          <p:grpSpPr>
            <a:xfrm>
              <a:off x="-156893" y="4615667"/>
              <a:ext cx="1049539" cy="717647"/>
              <a:chOff x="39722" y="4349021"/>
              <a:chExt cx="1061964" cy="726143"/>
            </a:xfrm>
          </p:grpSpPr>
          <p:grpSp>
            <p:nvGrpSpPr>
              <p:cNvPr id="324" name="Google Shape;324;p6"/>
              <p:cNvGrpSpPr/>
              <p:nvPr/>
            </p:nvGrpSpPr>
            <p:grpSpPr>
              <a:xfrm rot="2700000">
                <a:off x="140502" y="4460924"/>
                <a:ext cx="524584" cy="502337"/>
                <a:chOff x="1189791" y="-1767331"/>
                <a:chExt cx="904284" cy="865933"/>
              </a:xfrm>
            </p:grpSpPr>
            <p:sp>
              <p:nvSpPr>
                <p:cNvPr id="325" name="Google Shape;32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6"/>
                <p:cNvGrpSpPr/>
                <p:nvPr/>
              </p:nvGrpSpPr>
              <p:grpSpPr>
                <a:xfrm>
                  <a:off x="1232795" y="-1740829"/>
                  <a:ext cx="717621" cy="717392"/>
                  <a:chOff x="1483457" y="3953671"/>
                  <a:chExt cx="717621" cy="717392"/>
                </a:xfrm>
              </p:grpSpPr>
              <p:sp>
                <p:nvSpPr>
                  <p:cNvPr id="327" name="Google Shape;32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 name="Google Shape;33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6"/>
            <p:cNvGrpSpPr/>
            <p:nvPr/>
          </p:nvGrpSpPr>
          <p:grpSpPr>
            <a:xfrm>
              <a:off x="-1422800" y="4822751"/>
              <a:ext cx="4558967" cy="134100"/>
              <a:chOff x="796100" y="3019701"/>
              <a:chExt cx="4558967" cy="134100"/>
            </a:xfrm>
          </p:grpSpPr>
          <p:sp>
            <p:nvSpPr>
              <p:cNvPr id="334" name="Google Shape;334;p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5" name="Google Shape;335;p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36" name="Google Shape;336;p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7" name="Google Shape;337;p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4"/>
        <p:cNvGrpSpPr/>
        <p:nvPr/>
      </p:nvGrpSpPr>
      <p:grpSpPr>
        <a:xfrm>
          <a:off x="0" y="0"/>
          <a:ext cx="0" cy="0"/>
          <a:chOff x="0" y="0"/>
          <a:chExt cx="0" cy="0"/>
        </a:xfrm>
      </p:grpSpPr>
      <p:sp>
        <p:nvSpPr>
          <p:cNvPr id="365" name="Google Shape;365;p8"/>
          <p:cNvSpPr txBox="1">
            <a:spLocks noGrp="1"/>
          </p:cNvSpPr>
          <p:nvPr>
            <p:ph type="title"/>
          </p:nvPr>
        </p:nvSpPr>
        <p:spPr>
          <a:xfrm>
            <a:off x="713225" y="2913400"/>
            <a:ext cx="7297500" cy="910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rot="5400000">
                <a:off x="391825" y="3465468"/>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p:nvPr/>
          </p:nvSpPr>
          <p:spPr>
            <a:xfrm rot="5400000">
              <a:off x="7783092" y="-77047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5400000">
              <a:off x="7617537" y="-361157"/>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5"/>
        <p:cNvGrpSpPr/>
        <p:nvPr/>
      </p:nvGrpSpPr>
      <p:grpSpPr>
        <a:xfrm>
          <a:off x="0" y="0"/>
          <a:ext cx="0" cy="0"/>
          <a:chOff x="0" y="0"/>
          <a:chExt cx="0" cy="0"/>
        </a:xfrm>
      </p:grpSpPr>
      <p:sp>
        <p:nvSpPr>
          <p:cNvPr id="376" name="Google Shape;376;p9"/>
          <p:cNvSpPr txBox="1">
            <a:spLocks noGrp="1"/>
          </p:cNvSpPr>
          <p:nvPr>
            <p:ph type="title"/>
          </p:nvPr>
        </p:nvSpPr>
        <p:spPr>
          <a:xfrm>
            <a:off x="720000" y="1774650"/>
            <a:ext cx="33156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7" name="Google Shape;377;p9"/>
          <p:cNvSpPr txBox="1">
            <a:spLocks noGrp="1"/>
          </p:cNvSpPr>
          <p:nvPr>
            <p:ph type="subTitle" idx="1"/>
          </p:nvPr>
        </p:nvSpPr>
        <p:spPr>
          <a:xfrm>
            <a:off x="720000" y="3483250"/>
            <a:ext cx="3315600" cy="1595400"/>
          </a:xfrm>
          <a:prstGeom prst="rect">
            <a:avLst/>
          </a:prstGeom>
        </p:spPr>
        <p:txBody>
          <a:bodyPr spcFirstLastPara="1" wrap="square" lIns="91425" tIns="91425" rIns="91425" bIns="91425" anchor="t" anchorCtr="0">
            <a:noAutofit/>
          </a:bodyPr>
          <a:lstStyle>
            <a:lvl1pPr lvl="0" rtl="0">
              <a:spcBef>
                <a:spcPts val="0"/>
              </a:spcBef>
              <a:spcAft>
                <a:spcPts val="0"/>
              </a:spcAft>
              <a:buSzPts val="800"/>
              <a:buFont typeface="Open Sans"/>
              <a:buChar char="●"/>
              <a:defRPr/>
            </a:lvl1pPr>
            <a:lvl2pPr lvl="1" algn="ctr" rtl="0">
              <a:lnSpc>
                <a:spcPct val="100000"/>
              </a:lnSpc>
              <a:spcBef>
                <a:spcPts val="0"/>
              </a:spcBef>
              <a:spcAft>
                <a:spcPts val="0"/>
              </a:spcAft>
              <a:buSzPts val="800"/>
              <a:buFont typeface="Open Sans"/>
              <a:buChar char="○"/>
              <a:defRPr/>
            </a:lvl2pPr>
            <a:lvl3pPr lvl="2" algn="ctr" rtl="0">
              <a:lnSpc>
                <a:spcPct val="100000"/>
              </a:lnSpc>
              <a:spcBef>
                <a:spcPts val="0"/>
              </a:spcBef>
              <a:spcAft>
                <a:spcPts val="0"/>
              </a:spcAft>
              <a:buSzPts val="800"/>
              <a:buFont typeface="Open Sans"/>
              <a:buChar char="■"/>
              <a:defRPr/>
            </a:lvl3pPr>
            <a:lvl4pPr lvl="3" algn="ctr" rtl="0">
              <a:lnSpc>
                <a:spcPct val="100000"/>
              </a:lnSpc>
              <a:spcBef>
                <a:spcPts val="0"/>
              </a:spcBef>
              <a:spcAft>
                <a:spcPts val="0"/>
              </a:spcAft>
              <a:buSzPts val="800"/>
              <a:buFont typeface="Open Sans"/>
              <a:buChar char="●"/>
              <a:defRPr/>
            </a:lvl4pPr>
            <a:lvl5pPr lvl="4" algn="ctr" rtl="0">
              <a:lnSpc>
                <a:spcPct val="100000"/>
              </a:lnSpc>
              <a:spcBef>
                <a:spcPts val="0"/>
              </a:spcBef>
              <a:spcAft>
                <a:spcPts val="0"/>
              </a:spcAft>
              <a:buSzPts val="1200"/>
              <a:buFont typeface="Open Sans"/>
              <a:buChar char="○"/>
              <a:defRPr/>
            </a:lvl5pPr>
            <a:lvl6pPr lvl="5" algn="ctr" rtl="0">
              <a:lnSpc>
                <a:spcPct val="100000"/>
              </a:lnSpc>
              <a:spcBef>
                <a:spcPts val="0"/>
              </a:spcBef>
              <a:spcAft>
                <a:spcPts val="0"/>
              </a:spcAft>
              <a:buSzPts val="1200"/>
              <a:buFont typeface="Open Sans"/>
              <a:buChar char="■"/>
              <a:defRPr/>
            </a:lvl6pPr>
            <a:lvl7pPr lvl="6" algn="ctr" rtl="0">
              <a:lnSpc>
                <a:spcPct val="100000"/>
              </a:lnSpc>
              <a:spcBef>
                <a:spcPts val="0"/>
              </a:spcBef>
              <a:spcAft>
                <a:spcPts val="0"/>
              </a:spcAft>
              <a:buSzPts val="700"/>
              <a:buFont typeface="Open Sans"/>
              <a:buChar char="●"/>
              <a:defRPr/>
            </a:lvl7pPr>
            <a:lvl8pPr lvl="7" algn="ctr" rtl="0">
              <a:lnSpc>
                <a:spcPct val="100000"/>
              </a:lnSpc>
              <a:spcBef>
                <a:spcPts val="0"/>
              </a:spcBef>
              <a:spcAft>
                <a:spcPts val="0"/>
              </a:spcAft>
              <a:buSzPts val="700"/>
              <a:buFont typeface="Open Sans"/>
              <a:buChar char="○"/>
              <a:defRPr/>
            </a:lvl8pPr>
            <a:lvl9pPr lvl="8" algn="ctr" rtl="0">
              <a:lnSpc>
                <a:spcPct val="100000"/>
              </a:lnSpc>
              <a:spcBef>
                <a:spcPts val="0"/>
              </a:spcBef>
              <a:spcAft>
                <a:spcPts val="0"/>
              </a:spcAft>
              <a:buSzPts val="600"/>
              <a:buFont typeface="Open Sans"/>
              <a:buChar char="■"/>
              <a:defRPr/>
            </a:lvl9pPr>
          </a:lstStyle>
          <a:p>
            <a:endParaRPr/>
          </a:p>
        </p:txBody>
      </p:sp>
      <p:sp>
        <p:nvSpPr>
          <p:cNvPr id="378" name="Google Shape;378;p9"/>
          <p:cNvSpPr>
            <a:spLocks noGrp="1"/>
          </p:cNvSpPr>
          <p:nvPr>
            <p:ph type="pic" idx="2"/>
          </p:nvPr>
        </p:nvSpPr>
        <p:spPr>
          <a:xfrm>
            <a:off x="4309500" y="716250"/>
            <a:ext cx="4295100" cy="5425500"/>
          </a:xfrm>
          <a:prstGeom prst="snip1Rect">
            <a:avLst>
              <a:gd name="adj" fmla="val 16667"/>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l="16960" t="24718" r="7121" b="26177"/>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 name="Google Shape;398;p9"/>
            <p:cNvSpPr/>
            <p:nvPr/>
          </p:nvSpPr>
          <p:spPr>
            <a:xfrm rot="5400000">
              <a:off x="501466" y="-1277128"/>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9"/>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9"/>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 name="Google Shape;407;p9"/>
          <p:cNvGrpSpPr/>
          <p:nvPr/>
        </p:nvGrpSpPr>
        <p:grpSpPr>
          <a:xfrm>
            <a:off x="6719910" y="4574713"/>
            <a:ext cx="3920501" cy="3213899"/>
            <a:chOff x="6643710" y="2822113"/>
            <a:chExt cx="3920501" cy="3213899"/>
          </a:xfrm>
        </p:grpSpPr>
        <p:sp>
          <p:nvSpPr>
            <p:cNvPr id="408" name="Google Shape;408;p9"/>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 name="Google Shape;409;p9"/>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 name="Google Shape;418;p9"/>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9"/>
          <p:cNvGrpSpPr/>
          <p:nvPr/>
        </p:nvGrpSpPr>
        <p:grpSpPr>
          <a:xfrm>
            <a:off x="-1953175" y="6378851"/>
            <a:ext cx="4558967" cy="134100"/>
            <a:chOff x="796100" y="3019701"/>
            <a:chExt cx="4558967" cy="134100"/>
          </a:xfrm>
        </p:grpSpPr>
        <p:sp>
          <p:nvSpPr>
            <p:cNvPr id="421" name="Google Shape;421;p9"/>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2" name="Google Shape;422;p9"/>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423" name="Google Shape;423;p9"/>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7"/>
        <p:cNvGrpSpPr/>
        <p:nvPr/>
      </p:nvGrpSpPr>
      <p:grpSpPr>
        <a:xfrm>
          <a:off x="0" y="0"/>
          <a:ext cx="0" cy="0"/>
          <a:chOff x="0" y="0"/>
          <a:chExt cx="0" cy="0"/>
        </a:xfrm>
      </p:grpSpPr>
      <p:sp>
        <p:nvSpPr>
          <p:cNvPr id="428" name="Google Shape;428;p11"/>
          <p:cNvSpPr txBox="1">
            <a:spLocks noGrp="1"/>
          </p:cNvSpPr>
          <p:nvPr>
            <p:ph type="title" hasCustomPrompt="1"/>
          </p:nvPr>
        </p:nvSpPr>
        <p:spPr>
          <a:xfrm>
            <a:off x="713225" y="2504500"/>
            <a:ext cx="6576000" cy="1036200"/>
          </a:xfrm>
          <a:prstGeom prst="rect">
            <a:avLst/>
          </a:prstGeom>
        </p:spPr>
        <p:txBody>
          <a:bodyPr spcFirstLastPara="1" wrap="square" lIns="91425" tIns="91425" rIns="91425" bIns="91425" anchor="b" anchorCtr="0">
            <a:noAutofit/>
          </a:bodyPr>
          <a:lstStyle>
            <a:lvl1pPr lvl="0" rtl="0">
              <a:spcBef>
                <a:spcPts val="0"/>
              </a:spcBef>
              <a:spcAft>
                <a:spcPts val="0"/>
              </a:spcAft>
              <a:buSzPts val="9600"/>
              <a:buFont typeface="Poppins"/>
              <a:buNone/>
              <a:defRPr sz="6000">
                <a:latin typeface="Poppins"/>
                <a:ea typeface="Poppins"/>
                <a:cs typeface="Poppins"/>
                <a:sym typeface="Poppins"/>
              </a:defRPr>
            </a:lvl1pPr>
            <a:lvl2pPr lvl="1" algn="ctr" rtl="0">
              <a:spcBef>
                <a:spcPts val="0"/>
              </a:spcBef>
              <a:spcAft>
                <a:spcPts val="0"/>
              </a:spcAft>
              <a:buSzPts val="9600"/>
              <a:buFont typeface="Poppins"/>
              <a:buNone/>
              <a:defRPr sz="9600">
                <a:latin typeface="Poppins"/>
                <a:ea typeface="Poppins"/>
                <a:cs typeface="Poppins"/>
                <a:sym typeface="Poppins"/>
              </a:defRPr>
            </a:lvl2pPr>
            <a:lvl3pPr lvl="2" algn="ctr" rtl="0">
              <a:spcBef>
                <a:spcPts val="0"/>
              </a:spcBef>
              <a:spcAft>
                <a:spcPts val="0"/>
              </a:spcAft>
              <a:buSzPts val="9600"/>
              <a:buFont typeface="Poppins"/>
              <a:buNone/>
              <a:defRPr sz="9600">
                <a:latin typeface="Poppins"/>
                <a:ea typeface="Poppins"/>
                <a:cs typeface="Poppins"/>
                <a:sym typeface="Poppins"/>
              </a:defRPr>
            </a:lvl3pPr>
            <a:lvl4pPr lvl="3" algn="ctr" rtl="0">
              <a:spcBef>
                <a:spcPts val="0"/>
              </a:spcBef>
              <a:spcAft>
                <a:spcPts val="0"/>
              </a:spcAft>
              <a:buSzPts val="9600"/>
              <a:buFont typeface="Poppins"/>
              <a:buNone/>
              <a:defRPr sz="9600">
                <a:latin typeface="Poppins"/>
                <a:ea typeface="Poppins"/>
                <a:cs typeface="Poppins"/>
                <a:sym typeface="Poppins"/>
              </a:defRPr>
            </a:lvl4pPr>
            <a:lvl5pPr lvl="4" algn="ctr" rtl="0">
              <a:spcBef>
                <a:spcPts val="0"/>
              </a:spcBef>
              <a:spcAft>
                <a:spcPts val="0"/>
              </a:spcAft>
              <a:buSzPts val="9600"/>
              <a:buFont typeface="Poppins"/>
              <a:buNone/>
              <a:defRPr sz="9600">
                <a:latin typeface="Poppins"/>
                <a:ea typeface="Poppins"/>
                <a:cs typeface="Poppins"/>
                <a:sym typeface="Poppins"/>
              </a:defRPr>
            </a:lvl5pPr>
            <a:lvl6pPr lvl="5" algn="ctr" rtl="0">
              <a:spcBef>
                <a:spcPts val="0"/>
              </a:spcBef>
              <a:spcAft>
                <a:spcPts val="0"/>
              </a:spcAft>
              <a:buSzPts val="9600"/>
              <a:buFont typeface="Poppins"/>
              <a:buNone/>
              <a:defRPr sz="9600">
                <a:latin typeface="Poppins"/>
                <a:ea typeface="Poppins"/>
                <a:cs typeface="Poppins"/>
                <a:sym typeface="Poppins"/>
              </a:defRPr>
            </a:lvl6pPr>
            <a:lvl7pPr lvl="6" algn="ctr" rtl="0">
              <a:spcBef>
                <a:spcPts val="0"/>
              </a:spcBef>
              <a:spcAft>
                <a:spcPts val="0"/>
              </a:spcAft>
              <a:buSzPts val="9600"/>
              <a:buFont typeface="Poppins"/>
              <a:buNone/>
              <a:defRPr sz="9600">
                <a:latin typeface="Poppins"/>
                <a:ea typeface="Poppins"/>
                <a:cs typeface="Poppins"/>
                <a:sym typeface="Poppins"/>
              </a:defRPr>
            </a:lvl7pPr>
            <a:lvl8pPr lvl="7" algn="ctr" rtl="0">
              <a:spcBef>
                <a:spcPts val="0"/>
              </a:spcBef>
              <a:spcAft>
                <a:spcPts val="0"/>
              </a:spcAft>
              <a:buSzPts val="9600"/>
              <a:buFont typeface="Poppins"/>
              <a:buNone/>
              <a:defRPr sz="9600">
                <a:latin typeface="Poppins"/>
                <a:ea typeface="Poppins"/>
                <a:cs typeface="Poppins"/>
                <a:sym typeface="Poppins"/>
              </a:defRPr>
            </a:lvl8pPr>
            <a:lvl9pPr lvl="8" algn="ctr" rtl="0">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30" name="Google Shape;430;p11"/>
          <p:cNvGrpSpPr/>
          <p:nvPr/>
        </p:nvGrpSpPr>
        <p:grpSpPr>
          <a:xfrm>
            <a:off x="-966104" y="53785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rot="-5400000">
                <a:off x="891329" y="3148090"/>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 name="Google Shape;470;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89" name="Google Shape;489;p11"/>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1"/>
              <p:cNvSpPr/>
              <p:nvPr/>
            </p:nvSpPr>
            <p:spPr>
              <a:xfrm rot="-8100000">
                <a:off x="83608" y="-617740"/>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94"/>
        <p:cNvGrpSpPr/>
        <p:nvPr/>
      </p:nvGrpSpPr>
      <p:grpSpPr>
        <a:xfrm>
          <a:off x="0" y="0"/>
          <a:ext cx="0" cy="0"/>
          <a:chOff x="0" y="0"/>
          <a:chExt cx="0" cy="0"/>
        </a:xfrm>
      </p:grpSpPr>
      <p:sp>
        <p:nvSpPr>
          <p:cNvPr id="495" name="Google Shape;495;p13"/>
          <p:cNvSpPr txBox="1">
            <a:spLocks noGrp="1"/>
          </p:cNvSpPr>
          <p:nvPr>
            <p:ph type="subTitle" idx="1"/>
          </p:nvPr>
        </p:nvSpPr>
        <p:spPr>
          <a:xfrm>
            <a:off x="539400"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6" name="Google Shape;496;p13"/>
          <p:cNvSpPr txBox="1">
            <a:spLocks noGrp="1"/>
          </p:cNvSpPr>
          <p:nvPr>
            <p:ph type="subTitle" idx="2"/>
          </p:nvPr>
        </p:nvSpPr>
        <p:spPr>
          <a:xfrm>
            <a:off x="4839194"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13"/>
          <p:cNvSpPr txBox="1">
            <a:spLocks noGrp="1"/>
          </p:cNvSpPr>
          <p:nvPr>
            <p:ph type="subTitle" idx="3"/>
          </p:nvPr>
        </p:nvSpPr>
        <p:spPr>
          <a:xfrm>
            <a:off x="539400"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13"/>
          <p:cNvSpPr txBox="1">
            <a:spLocks noGrp="1"/>
          </p:cNvSpPr>
          <p:nvPr>
            <p:ph type="subTitle" idx="4"/>
          </p:nvPr>
        </p:nvSpPr>
        <p:spPr>
          <a:xfrm>
            <a:off x="4839194"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9" name="Google Shape;499;p13"/>
          <p:cNvSpPr txBox="1">
            <a:spLocks noGrp="1"/>
          </p:cNvSpPr>
          <p:nvPr>
            <p:ph type="title" hasCustomPrompt="1"/>
          </p:nvPr>
        </p:nvSpPr>
        <p:spPr>
          <a:xfrm>
            <a:off x="539404"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0" name="Google Shape;500;p13"/>
          <p:cNvSpPr txBox="1">
            <a:spLocks noGrp="1"/>
          </p:cNvSpPr>
          <p:nvPr>
            <p:ph type="title" idx="5" hasCustomPrompt="1"/>
          </p:nvPr>
        </p:nvSpPr>
        <p:spPr>
          <a:xfrm>
            <a:off x="539404"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a:spLocks noGrp="1"/>
          </p:cNvSpPr>
          <p:nvPr>
            <p:ph type="title" idx="6" hasCustomPrompt="1"/>
          </p:nvPr>
        </p:nvSpPr>
        <p:spPr>
          <a:xfrm>
            <a:off x="4839191"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a:spLocks noGrp="1"/>
          </p:cNvSpPr>
          <p:nvPr>
            <p:ph type="title" idx="7" hasCustomPrompt="1"/>
          </p:nvPr>
        </p:nvSpPr>
        <p:spPr>
          <a:xfrm>
            <a:off x="4839191"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a:spLocks noGrp="1"/>
          </p:cNvSpPr>
          <p:nvPr>
            <p:ph type="subTitle" idx="8"/>
          </p:nvPr>
        </p:nvSpPr>
        <p:spPr>
          <a:xfrm>
            <a:off x="539400"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4" name="Google Shape;504;p13"/>
          <p:cNvSpPr txBox="1">
            <a:spLocks noGrp="1"/>
          </p:cNvSpPr>
          <p:nvPr>
            <p:ph type="subTitle" idx="9"/>
          </p:nvPr>
        </p:nvSpPr>
        <p:spPr>
          <a:xfrm>
            <a:off x="4839191"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5" name="Google Shape;505;p13"/>
          <p:cNvSpPr txBox="1">
            <a:spLocks noGrp="1"/>
          </p:cNvSpPr>
          <p:nvPr>
            <p:ph type="subTitle" idx="13"/>
          </p:nvPr>
        </p:nvSpPr>
        <p:spPr>
          <a:xfrm>
            <a:off x="539400"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506" name="Google Shape;506;p13"/>
          <p:cNvSpPr txBox="1">
            <a:spLocks noGrp="1"/>
          </p:cNvSpPr>
          <p:nvPr>
            <p:ph type="subTitle" idx="14"/>
          </p:nvPr>
        </p:nvSpPr>
        <p:spPr>
          <a:xfrm>
            <a:off x="4839191"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507" name="Google Shape;507;p13"/>
          <p:cNvGrpSpPr/>
          <p:nvPr/>
        </p:nvGrpSpPr>
        <p:grpSpPr>
          <a:xfrm>
            <a:off x="-808923" y="4210665"/>
            <a:ext cx="2097951" cy="3309497"/>
            <a:chOff x="-656523" y="2711465"/>
            <a:chExt cx="2097951" cy="3309497"/>
          </a:xfrm>
        </p:grpSpPr>
        <p:sp>
          <p:nvSpPr>
            <p:cNvPr id="508" name="Google Shape;508;p13"/>
            <p:cNvSpPr/>
            <p:nvPr/>
          </p:nvSpPr>
          <p:spPr>
            <a:xfrm flipH="1">
              <a:off x="-352474" y="4279466"/>
              <a:ext cx="1139424" cy="986746"/>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 name="Google Shape;509;p13"/>
            <p:cNvGrpSpPr/>
            <p:nvPr/>
          </p:nvGrpSpPr>
          <p:grpSpPr>
            <a:xfrm>
              <a:off x="323479" y="4682324"/>
              <a:ext cx="328346" cy="328531"/>
              <a:chOff x="3678700" y="407275"/>
              <a:chExt cx="708100" cy="708500"/>
            </a:xfrm>
          </p:grpSpPr>
          <p:sp>
            <p:nvSpPr>
              <p:cNvPr id="510" name="Google Shape;510;p13"/>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3"/>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3"/>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3"/>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3"/>
            <p:cNvGrpSpPr/>
            <p:nvPr/>
          </p:nvGrpSpPr>
          <p:grpSpPr>
            <a:xfrm>
              <a:off x="-541317" y="2711465"/>
              <a:ext cx="1117945" cy="1598547"/>
              <a:chOff x="-541317" y="2711465"/>
              <a:chExt cx="1117945" cy="1598547"/>
            </a:xfrm>
          </p:grpSpPr>
          <p:sp>
            <p:nvSpPr>
              <p:cNvPr id="518" name="Google Shape;51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 name="Google Shape;519;p13"/>
              <p:cNvGrpSpPr/>
              <p:nvPr/>
            </p:nvGrpSpPr>
            <p:grpSpPr>
              <a:xfrm>
                <a:off x="442584" y="4120912"/>
                <a:ext cx="134044" cy="134013"/>
                <a:chOff x="1101075" y="2142375"/>
                <a:chExt cx="439200" cy="439100"/>
              </a:xfrm>
            </p:grpSpPr>
            <p:sp>
              <p:nvSpPr>
                <p:cNvPr id="520" name="Google Shape;52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 name="Google Shape;522;p13"/>
            <p:cNvGrpSpPr/>
            <p:nvPr/>
          </p:nvGrpSpPr>
          <p:grpSpPr>
            <a:xfrm rot="-9080766">
              <a:off x="-341725" y="3731687"/>
              <a:ext cx="1117904" cy="1598488"/>
              <a:chOff x="-541317" y="2711465"/>
              <a:chExt cx="1117945" cy="1598547"/>
            </a:xfrm>
          </p:grpSpPr>
          <p:sp>
            <p:nvSpPr>
              <p:cNvPr id="523" name="Google Shape;523;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13"/>
              <p:cNvGrpSpPr/>
              <p:nvPr/>
            </p:nvGrpSpPr>
            <p:grpSpPr>
              <a:xfrm>
                <a:off x="442584" y="4120912"/>
                <a:ext cx="134044" cy="134013"/>
                <a:chOff x="1101075" y="2142375"/>
                <a:chExt cx="439200" cy="439100"/>
              </a:xfrm>
            </p:grpSpPr>
            <p:sp>
              <p:nvSpPr>
                <p:cNvPr id="525" name="Google Shape;525;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 name="Google Shape;527;p13"/>
            <p:cNvGrpSpPr/>
            <p:nvPr/>
          </p:nvGrpSpPr>
          <p:grpSpPr>
            <a:xfrm rot="10800000">
              <a:off x="323483" y="4422415"/>
              <a:ext cx="1117945" cy="1598547"/>
              <a:chOff x="-541317" y="2711465"/>
              <a:chExt cx="1117945" cy="1598547"/>
            </a:xfrm>
          </p:grpSpPr>
          <p:sp>
            <p:nvSpPr>
              <p:cNvPr id="528" name="Google Shape;52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442584" y="4120912"/>
                <a:ext cx="134044" cy="134013"/>
                <a:chOff x="1101075" y="2142375"/>
                <a:chExt cx="439200" cy="439100"/>
              </a:xfrm>
            </p:grpSpPr>
            <p:sp>
              <p:nvSpPr>
                <p:cNvPr id="530" name="Google Shape;53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2" name="Google Shape;532;p13"/>
          <p:cNvGrpSpPr/>
          <p:nvPr/>
        </p:nvGrpSpPr>
        <p:grpSpPr>
          <a:xfrm>
            <a:off x="6470875" y="-1569255"/>
            <a:ext cx="4257000" cy="4171657"/>
            <a:chOff x="6394675" y="-1658980"/>
            <a:chExt cx="4257000" cy="4171657"/>
          </a:xfrm>
        </p:grpSpPr>
        <p:grpSp>
          <p:nvGrpSpPr>
            <p:cNvPr id="533" name="Google Shape;533;p13"/>
            <p:cNvGrpSpPr/>
            <p:nvPr/>
          </p:nvGrpSpPr>
          <p:grpSpPr>
            <a:xfrm rot="-2700000" flipH="1">
              <a:off x="7289785" y="-1246897"/>
              <a:ext cx="2552124" cy="3347490"/>
              <a:chOff x="2976325" y="908175"/>
              <a:chExt cx="4028179" cy="5283555"/>
            </a:xfrm>
          </p:grpSpPr>
          <p:sp>
            <p:nvSpPr>
              <p:cNvPr id="534" name="Google Shape;534;p1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13"/>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13"/>
          <p:cNvGrpSpPr/>
          <p:nvPr/>
        </p:nvGrpSpPr>
        <p:grpSpPr>
          <a:xfrm>
            <a:off x="-113888" y="298351"/>
            <a:ext cx="1891393" cy="134100"/>
            <a:chOff x="-113888" y="229201"/>
            <a:chExt cx="1891393" cy="134100"/>
          </a:xfrm>
        </p:grpSpPr>
        <p:sp>
          <p:nvSpPr>
            <p:cNvPr id="540" name="Google Shape;540;p13"/>
            <p:cNvSpPr/>
            <p:nvPr/>
          </p:nvSpPr>
          <p:spPr>
            <a:xfrm>
              <a:off x="1643404" y="2292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13"/>
            <p:cNvCxnSpPr/>
            <p:nvPr/>
          </p:nvCxnSpPr>
          <p:spPr>
            <a:xfrm rot="10800000">
              <a:off x="783712" y="-601348"/>
              <a:ext cx="0" cy="1795200"/>
            </a:xfrm>
            <a:prstGeom prst="straightConnector1">
              <a:avLst/>
            </a:prstGeom>
            <a:noFill/>
            <a:ln w="9525" cap="flat" cmpd="sng">
              <a:solidFill>
                <a:schemeClr val="dk2"/>
              </a:solidFill>
              <a:prstDash val="solid"/>
              <a:round/>
              <a:headEnd type="none" w="med" len="med"/>
              <a:tailEnd type="none" w="med" len="med"/>
            </a:ln>
          </p:spPr>
        </p:cxnSp>
        <p:sp>
          <p:nvSpPr>
            <p:cNvPr id="542" name="Google Shape;542;p13"/>
            <p:cNvSpPr/>
            <p:nvPr/>
          </p:nvSpPr>
          <p:spPr>
            <a:xfrm>
              <a:off x="1673517" y="2593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13"/>
          <p:cNvSpPr txBox="1">
            <a:spLocks noGrp="1"/>
          </p:cNvSpPr>
          <p:nvPr>
            <p:ph type="title" idx="15"/>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47"/>
        <p:cNvGrpSpPr/>
        <p:nvPr/>
      </p:nvGrpSpPr>
      <p:grpSpPr>
        <a:xfrm>
          <a:off x="0" y="0"/>
          <a:ext cx="0" cy="0"/>
          <a:chOff x="0" y="0"/>
          <a:chExt cx="0" cy="0"/>
        </a:xfrm>
      </p:grpSpPr>
      <p:sp>
        <p:nvSpPr>
          <p:cNvPr id="548" name="Google Shape;548;p1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9" name="Google Shape;549;p15"/>
          <p:cNvGrpSpPr/>
          <p:nvPr/>
        </p:nvGrpSpPr>
        <p:grpSpPr>
          <a:xfrm>
            <a:off x="4967675" y="6649592"/>
            <a:ext cx="439200" cy="439100"/>
            <a:chOff x="1101075" y="2142375"/>
            <a:chExt cx="439200" cy="439100"/>
          </a:xfrm>
        </p:grpSpPr>
        <p:sp>
          <p:nvSpPr>
            <p:cNvPr id="550" name="Google Shape;550;p1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rot="8100000" flipH="1">
              <a:off x="3778999" y="-2106462"/>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5"/>
            <p:cNvSpPr/>
            <p:nvPr/>
          </p:nvSpPr>
          <p:spPr>
            <a:xfrm rot="5400000">
              <a:off x="8142048" y="-57566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5"/>
            <p:cNvSpPr/>
            <p:nvPr/>
          </p:nvSpPr>
          <p:spPr>
            <a:xfrm rot="10800000">
              <a:off x="8365398" y="-290023"/>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5"/>
            <p:cNvSpPr/>
            <p:nvPr/>
          </p:nvSpPr>
          <p:spPr>
            <a:xfrm rot="10800000">
              <a:off x="8490148" y="2"/>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5"/>
            <p:cNvSpPr/>
            <p:nvPr/>
          </p:nvSpPr>
          <p:spPr>
            <a:xfrm rot="-2700000" flipH="1">
              <a:off x="3192849" y="-2898537"/>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15"/>
          <p:cNvGrpSpPr/>
          <p:nvPr/>
        </p:nvGrpSpPr>
        <p:grpSpPr>
          <a:xfrm>
            <a:off x="-2424242" y="3792026"/>
            <a:ext cx="6274943" cy="6257753"/>
            <a:chOff x="-2447692" y="2022396"/>
            <a:chExt cx="6274943" cy="6257753"/>
          </a:xfrm>
        </p:grpSpPr>
        <p:grpSp>
          <p:nvGrpSpPr>
            <p:cNvPr id="575" name="Google Shape;575;p15"/>
            <p:cNvGrpSpPr/>
            <p:nvPr/>
          </p:nvGrpSpPr>
          <p:grpSpPr>
            <a:xfrm rot="10800000" flipH="1">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 name="Google Shape;607;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 name="Google Shape;608;p15"/>
            <p:cNvGrpSpPr/>
            <p:nvPr/>
          </p:nvGrpSpPr>
          <p:grpSpPr>
            <a:xfrm rot="-3320950" flipH="1">
              <a:off x="-1885521" y="3185658"/>
              <a:ext cx="4889863" cy="3931229"/>
              <a:chOff x="7103825" y="-713112"/>
              <a:chExt cx="3785226" cy="3043150"/>
            </a:xfrm>
          </p:grpSpPr>
          <p:sp>
            <p:nvSpPr>
              <p:cNvPr id="609" name="Google Shape;609;p15"/>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0" name="Google Shape;610;p15"/>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611" name="Google Shape;611;p15"/>
            <p:cNvSpPr/>
            <p:nvPr/>
          </p:nvSpPr>
          <p:spPr>
            <a:xfrm rot="-2700000" flipH="1">
              <a:off x="249333" y="3270782"/>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5"/>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615"/>
        <p:cNvGrpSpPr/>
        <p:nvPr/>
      </p:nvGrpSpPr>
      <p:grpSpPr>
        <a:xfrm>
          <a:off x="0" y="0"/>
          <a:ext cx="0" cy="0"/>
          <a:chOff x="0" y="0"/>
          <a:chExt cx="0" cy="0"/>
        </a:xfrm>
      </p:grpSpPr>
      <p:sp>
        <p:nvSpPr>
          <p:cNvPr id="616" name="Google Shape;616;p1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7" name="Google Shape;627;p16"/>
            <p:cNvSpPr/>
            <p:nvPr/>
          </p:nvSpPr>
          <p:spPr>
            <a:xfrm rot="2700000">
              <a:off x="8482428" y="-42254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6"/>
            <p:cNvSpPr/>
            <p:nvPr/>
          </p:nvSpPr>
          <p:spPr>
            <a:xfrm rot="2700000">
              <a:off x="8744103" y="-21319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16"/>
          <p:cNvGrpSpPr/>
          <p:nvPr/>
        </p:nvGrpSpPr>
        <p:grpSpPr>
          <a:xfrm>
            <a:off x="-1262974" y="4893035"/>
            <a:ext cx="4822591" cy="2934500"/>
            <a:chOff x="-1186774" y="3161328"/>
            <a:chExt cx="4822591" cy="2934500"/>
          </a:xfrm>
        </p:grpSpPr>
        <p:pic>
          <p:nvPicPr>
            <p:cNvPr id="640" name="Google Shape;640;p16"/>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9" name="Google Shape;669;p1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670" name="Google Shape;670;p1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671"/>
        <p:cNvGrpSpPr/>
        <p:nvPr/>
      </p:nvGrpSpPr>
      <p:grpSpPr>
        <a:xfrm>
          <a:off x="0" y="0"/>
          <a:ext cx="0" cy="0"/>
          <a:chOff x="0" y="0"/>
          <a:chExt cx="0" cy="0"/>
        </a:xfrm>
      </p:grpSpPr>
      <p:sp>
        <p:nvSpPr>
          <p:cNvPr id="672" name="Google Shape;672;p1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73" name="Google Shape;673;p17"/>
          <p:cNvGrpSpPr/>
          <p:nvPr/>
        </p:nvGrpSpPr>
        <p:grpSpPr>
          <a:xfrm>
            <a:off x="-2176650" y="159837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 name="Google Shape;692;p17"/>
              <p:cNvSpPr/>
              <p:nvPr/>
            </p:nvSpPr>
            <p:spPr>
              <a:xfrm rot="2700000" flipH="1">
                <a:off x="-1073899" y="4736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l="16960" t="24718" r="7121" b="26177"/>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7"/>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17"/>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7"/>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7"/>
              <p:cNvGrpSpPr/>
              <p:nvPr/>
            </p:nvGrpSpPr>
            <p:grpSpPr>
              <a:xfrm rot="-2700000" flipH="1">
                <a:off x="-216370" y="1084101"/>
                <a:ext cx="708093" cy="708493"/>
                <a:chOff x="3678700" y="407275"/>
                <a:chExt cx="708100" cy="708500"/>
              </a:xfrm>
            </p:grpSpPr>
            <p:sp>
              <p:nvSpPr>
                <p:cNvPr id="708" name="Google Shape;708;p1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 name="Google Shape;717;p1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718" name="Google Shape;718;p1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4">
  <p:cSld name="CUSTOM_10_1_1_1">
    <p:spTree>
      <p:nvGrpSpPr>
        <p:cNvPr id="1" name="Shape 719"/>
        <p:cNvGrpSpPr/>
        <p:nvPr/>
      </p:nvGrpSpPr>
      <p:grpSpPr>
        <a:xfrm>
          <a:off x="0" y="0"/>
          <a:ext cx="0" cy="0"/>
          <a:chOff x="0" y="0"/>
          <a:chExt cx="0" cy="0"/>
        </a:xfrm>
      </p:grpSpPr>
      <p:sp>
        <p:nvSpPr>
          <p:cNvPr id="720" name="Google Shape;720;p1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721" name="Google Shape;721;p18"/>
          <p:cNvGrpSpPr/>
          <p:nvPr/>
        </p:nvGrpSpPr>
        <p:grpSpPr>
          <a:xfrm>
            <a:off x="5404975" y="3897518"/>
            <a:ext cx="4263000" cy="3617400"/>
            <a:chOff x="5328775" y="2221118"/>
            <a:chExt cx="4263000" cy="3617400"/>
          </a:xfrm>
        </p:grpSpPr>
        <p:sp>
          <p:nvSpPr>
            <p:cNvPr id="722" name="Google Shape;722;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18"/>
            <p:cNvGrpSpPr/>
            <p:nvPr/>
          </p:nvGrpSpPr>
          <p:grpSpPr>
            <a:xfrm>
              <a:off x="7218100" y="4855088"/>
              <a:ext cx="931125" cy="525763"/>
              <a:chOff x="7218100" y="4855088"/>
              <a:chExt cx="931125" cy="525763"/>
            </a:xfrm>
          </p:grpSpPr>
          <p:grpSp>
            <p:nvGrpSpPr>
              <p:cNvPr id="724" name="Google Shape;724;p18"/>
              <p:cNvGrpSpPr/>
              <p:nvPr/>
            </p:nvGrpSpPr>
            <p:grpSpPr>
              <a:xfrm>
                <a:off x="7710025" y="4941750"/>
                <a:ext cx="439200" cy="439100"/>
                <a:chOff x="1101075" y="2142375"/>
                <a:chExt cx="439200" cy="439100"/>
              </a:xfrm>
            </p:grpSpPr>
            <p:sp>
              <p:nvSpPr>
                <p:cNvPr id="725" name="Google Shape;725;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8"/>
              <p:cNvGrpSpPr/>
              <p:nvPr/>
            </p:nvGrpSpPr>
            <p:grpSpPr>
              <a:xfrm>
                <a:off x="7218100" y="4855088"/>
                <a:ext cx="439200" cy="439100"/>
                <a:chOff x="1101075" y="2142375"/>
                <a:chExt cx="439200" cy="439100"/>
              </a:xfrm>
            </p:grpSpPr>
            <p:sp>
              <p:nvSpPr>
                <p:cNvPr id="728" name="Google Shape;728;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0" name="Google Shape;730;p18"/>
          <p:cNvGrpSpPr/>
          <p:nvPr/>
        </p:nvGrpSpPr>
        <p:grpSpPr>
          <a:xfrm>
            <a:off x="-2175000" y="4688592"/>
            <a:ext cx="3701086" cy="3345172"/>
            <a:chOff x="-1886500" y="2599117"/>
            <a:chExt cx="3701086" cy="3345172"/>
          </a:xfrm>
        </p:grpSpPr>
        <p:pic>
          <p:nvPicPr>
            <p:cNvPr id="731" name="Google Shape;731;p18"/>
            <p:cNvPicPr preferRelativeResize="0"/>
            <p:nvPr/>
          </p:nvPicPr>
          <p:blipFill rotWithShape="1">
            <a:blip r:embed="rId2">
              <a:alphaModFix/>
            </a:blip>
            <a:srcRect l="16960" t="24718" r="7121" b="26177"/>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8"/>
            <p:cNvSpPr/>
            <p:nvPr/>
          </p:nvSpPr>
          <p:spPr>
            <a:xfrm rot="10800000">
              <a:off x="-207237" y="2599870"/>
              <a:ext cx="1201697" cy="2824744"/>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8"/>
              <p:cNvSpPr/>
              <p:nvPr/>
            </p:nvSpPr>
            <p:spPr>
              <a:xfrm flipH="1">
                <a:off x="8668555" y="19768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8"/>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8"/>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18"/>
            <p:cNvGrpSpPr/>
            <p:nvPr/>
          </p:nvGrpSpPr>
          <p:grpSpPr>
            <a:xfrm rot="10800000" flipH="1">
              <a:off x="7579756" y="-249669"/>
              <a:ext cx="2601921" cy="2438355"/>
              <a:chOff x="7340128" y="2866613"/>
              <a:chExt cx="2439225" cy="2438355"/>
            </a:xfrm>
          </p:grpSpPr>
          <p:sp>
            <p:nvSpPr>
              <p:cNvPr id="752" name="Google Shape;752;p18"/>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8"/>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8"/>
            <p:cNvSpPr/>
            <p:nvPr/>
          </p:nvSpPr>
          <p:spPr>
            <a:xfrm rot="5400000" flipH="1">
              <a:off x="6551329"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8"/>
            <p:cNvGrpSpPr/>
            <p:nvPr/>
          </p:nvGrpSpPr>
          <p:grpSpPr>
            <a:xfrm>
              <a:off x="6917701" y="246011"/>
              <a:ext cx="4623164" cy="134100"/>
              <a:chOff x="6917701" y="246011"/>
              <a:chExt cx="4623164" cy="134100"/>
            </a:xfrm>
          </p:grpSpPr>
          <p:sp>
            <p:nvSpPr>
              <p:cNvPr id="756" name="Google Shape;756;p18"/>
              <p:cNvSpPr/>
              <p:nvPr/>
            </p:nvSpPr>
            <p:spPr>
              <a:xfrm flipH="1">
                <a:off x="6917701" y="24601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8"/>
              <p:cNvSpPr/>
              <p:nvPr/>
            </p:nvSpPr>
            <p:spPr>
              <a:xfrm flipH="1">
                <a:off x="6947889" y="27615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18"/>
              <p:cNvCxnSpPr/>
              <p:nvPr/>
            </p:nvCxnSpPr>
            <p:spPr>
              <a:xfrm rot="10800000">
                <a:off x="7013865" y="313050"/>
                <a:ext cx="4527000" cy="0"/>
              </a:xfrm>
              <a:prstGeom prst="straightConnector1">
                <a:avLst/>
              </a:prstGeom>
              <a:noFill/>
              <a:ln w="9525" cap="flat" cmpd="sng">
                <a:solidFill>
                  <a:schemeClr val="dk2"/>
                </a:solidFill>
                <a:prstDash val="solid"/>
                <a:round/>
                <a:headEnd type="none" w="med" len="med"/>
                <a:tailEnd type="none" w="med" len="med"/>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759"/>
        <p:cNvGrpSpPr/>
        <p:nvPr/>
      </p:nvGrpSpPr>
      <p:grpSpPr>
        <a:xfrm>
          <a:off x="0" y="0"/>
          <a:ext cx="0" cy="0"/>
          <a:chOff x="0" y="0"/>
          <a:chExt cx="0" cy="0"/>
        </a:xfrm>
      </p:grpSpPr>
      <p:grpSp>
        <p:nvGrpSpPr>
          <p:cNvPr id="760" name="Google Shape;760;p19"/>
          <p:cNvGrpSpPr/>
          <p:nvPr/>
        </p:nvGrpSpPr>
        <p:grpSpPr>
          <a:xfrm>
            <a:off x="-96329" y="6532926"/>
            <a:ext cx="1590408" cy="88125"/>
            <a:chOff x="124624" y="4953514"/>
            <a:chExt cx="1137387" cy="88142"/>
          </a:xfrm>
        </p:grpSpPr>
        <p:sp>
          <p:nvSpPr>
            <p:cNvPr id="761" name="Google Shape;761;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1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4" name="Google Shape;764;p19"/>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5" name="Google Shape;765;p19"/>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66" name="Google Shape;766;p19"/>
          <p:cNvGrpSpPr/>
          <p:nvPr/>
        </p:nvGrpSpPr>
        <p:grpSpPr>
          <a:xfrm>
            <a:off x="6807500" y="3062125"/>
            <a:ext cx="4028179" cy="5283555"/>
            <a:chOff x="6883700" y="1385725"/>
            <a:chExt cx="4028179" cy="5283555"/>
          </a:xfrm>
        </p:grpSpPr>
        <p:sp>
          <p:nvSpPr>
            <p:cNvPr id="767" name="Google Shape;767;p19"/>
            <p:cNvSpPr/>
            <p:nvPr/>
          </p:nvSpPr>
          <p:spPr>
            <a:xfrm>
              <a:off x="6883700" y="14075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7842318" y="13857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7734200" y="2571774"/>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7758564" y="155007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19"/>
          <p:cNvGrpSpPr/>
          <p:nvPr/>
        </p:nvGrpSpPr>
        <p:grpSpPr>
          <a:xfrm>
            <a:off x="4598006" y="-16228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4619858" y="-114577"/>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5052808" y="-154439"/>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6" name="Google Shape;776;p19"/>
            <p:cNvPicPr preferRelativeResize="0"/>
            <p:nvPr/>
          </p:nvPicPr>
          <p:blipFill rotWithShape="1">
            <a:blip r:embed="rId2">
              <a:alphaModFix/>
            </a:blip>
            <a:srcRect l="16960" t="24718" r="7121" b="26177"/>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9"/>
            <p:cNvSpPr/>
            <p:nvPr/>
          </p:nvSpPr>
          <p:spPr>
            <a:xfrm rot="-5400000">
              <a:off x="5282230" y="-899603"/>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98"/>
        <p:cNvGrpSpPr/>
        <p:nvPr/>
      </p:nvGrpSpPr>
      <p:grpSpPr>
        <a:xfrm>
          <a:off x="0" y="0"/>
          <a:ext cx="0" cy="0"/>
          <a:chOff x="0" y="0"/>
          <a:chExt cx="0" cy="0"/>
        </a:xfrm>
      </p:grpSpPr>
      <p:sp>
        <p:nvSpPr>
          <p:cNvPr id="799" name="Google Shape;799;p20"/>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0" name="Google Shape;800;p20"/>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01" name="Google Shape;801;p20"/>
          <p:cNvGrpSpPr/>
          <p:nvPr/>
        </p:nvGrpSpPr>
        <p:grpSpPr>
          <a:xfrm>
            <a:off x="-1623735" y="4231464"/>
            <a:ext cx="5119205" cy="4373890"/>
            <a:chOff x="-1547535" y="2499757"/>
            <a:chExt cx="5119205" cy="4373890"/>
          </a:xfrm>
        </p:grpSpPr>
        <p:pic>
          <p:nvPicPr>
            <p:cNvPr id="802" name="Google Shape;802;p20"/>
            <p:cNvPicPr preferRelativeResize="0"/>
            <p:nvPr/>
          </p:nvPicPr>
          <p:blipFill rotWithShape="1">
            <a:blip r:embed="rId2">
              <a:alphaModFix/>
            </a:blip>
            <a:srcRect l="16960" t="24718" r="7121" b="26177"/>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2" name="Google Shape;822;p20"/>
            <p:cNvSpPr/>
            <p:nvPr/>
          </p:nvSpPr>
          <p:spPr>
            <a:xfrm>
              <a:off x="-630272" y="2499757"/>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0"/>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42"/>
        <p:cNvGrpSpPr/>
        <p:nvPr/>
      </p:nvGrpSpPr>
      <p:grpSpPr>
        <a:xfrm>
          <a:off x="0" y="0"/>
          <a:ext cx="0" cy="0"/>
          <a:chOff x="0" y="0"/>
          <a:chExt cx="0" cy="0"/>
        </a:xfrm>
      </p:grpSpPr>
      <p:sp>
        <p:nvSpPr>
          <p:cNvPr id="843" name="Google Shape;843;p2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44" name="Google Shape;844;p21"/>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a:endParaRPr/>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rot="-8100000" flipH="1">
              <a:off x="7249845" y="-719557"/>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1"/>
            <p:cNvSpPr/>
            <p:nvPr/>
          </p:nvSpPr>
          <p:spPr>
            <a:xfrm>
              <a:off x="83556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1"/>
            <p:cNvSpPr/>
            <p:nvPr/>
          </p:nvSpPr>
          <p:spPr>
            <a:xfrm>
              <a:off x="86081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58" name="Google Shape;858;p21"/>
            <p:cNvPicPr preferRelativeResize="0"/>
            <p:nvPr/>
          </p:nvPicPr>
          <p:blipFill rotWithShape="1">
            <a:blip r:embed="rId2">
              <a:alphaModFix/>
            </a:blip>
            <a:srcRect l="16960" t="24718" r="7121" b="26177"/>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3663463"/>
            <a:ext cx="6191222" cy="6191222"/>
            <a:chOff x="-2825827" y="1271890"/>
            <a:chExt cx="6191222" cy="6191222"/>
          </a:xfrm>
        </p:grpSpPr>
        <p:pic>
          <p:nvPicPr>
            <p:cNvPr id="860" name="Google Shape;860;p21"/>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1"/>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1"/>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3"/>
        <p:cNvGrpSpPr/>
        <p:nvPr/>
      </p:nvGrpSpPr>
      <p:grpSpPr>
        <a:xfrm>
          <a:off x="0" y="0"/>
          <a:ext cx="0" cy="0"/>
          <a:chOff x="0" y="0"/>
          <a:chExt cx="0" cy="0"/>
        </a:xfrm>
      </p:grpSpPr>
      <p:sp>
        <p:nvSpPr>
          <p:cNvPr id="974" name="Google Shape;974;p2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5" name="Google Shape;975;p23"/>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6" name="Google Shape;976;p23"/>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7" name="Google Shape;977;p23"/>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978" name="Google Shape;978;p23"/>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979" name="Google Shape;979;p23"/>
          <p:cNvGrpSpPr/>
          <p:nvPr/>
        </p:nvGrpSpPr>
        <p:grpSpPr>
          <a:xfrm rot="-5400000" flipH="1">
            <a:off x="6239121" y="2632970"/>
            <a:ext cx="5022035" cy="4764449"/>
            <a:chOff x="4571996" y="2268220"/>
            <a:chExt cx="5022035" cy="4764449"/>
          </a:xfrm>
        </p:grpSpPr>
        <p:pic>
          <p:nvPicPr>
            <p:cNvPr id="980" name="Google Shape;980;p23"/>
            <p:cNvPicPr preferRelativeResize="0"/>
            <p:nvPr/>
          </p:nvPicPr>
          <p:blipFill rotWithShape="1">
            <a:blip r:embed="rId2">
              <a:alphaModFix/>
            </a:blip>
            <a:srcRect l="16960" t="24718" r="7121" b="26177"/>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8" name="Google Shape;99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8" name="Google Shape;101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5" name="Google Shape;1025;p23"/>
          <p:cNvPicPr preferRelativeResize="0"/>
          <p:nvPr/>
        </p:nvPicPr>
        <p:blipFill rotWithShape="1">
          <a:blip r:embed="rId2">
            <a:alphaModFix/>
          </a:blip>
          <a:srcRect l="16960" t="24718" r="7121" b="26177"/>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 name="Google Shape;1028;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29" name="Google Shape;1029;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3"/>
          <p:cNvGrpSpPr/>
          <p:nvPr/>
        </p:nvGrpSpPr>
        <p:grpSpPr>
          <a:xfrm>
            <a:off x="-1143750" y="55260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3"/>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3"/>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3"/>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4" name="Google Shape;1044;p23"/>
            <p:cNvSpPr/>
            <p:nvPr/>
          </p:nvSpPr>
          <p:spPr>
            <a:xfrm rot="-5400000">
              <a:off x="362395"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7" name="Google Shape;1047;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48" name="Google Shape;1048;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11"/>
        <p:cNvGrpSpPr/>
        <p:nvPr/>
      </p:nvGrpSpPr>
      <p:grpSpPr>
        <a:xfrm>
          <a:off x="0" y="0"/>
          <a:ext cx="0" cy="0"/>
          <a:chOff x="0" y="0"/>
          <a:chExt cx="0" cy="0"/>
        </a:xfrm>
      </p:grpSpPr>
      <p:sp>
        <p:nvSpPr>
          <p:cNvPr id="1112" name="Google Shape;1112;p2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13" name="Google Shape;1113;p25"/>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4" name="Google Shape;1114;p25"/>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5" name="Google Shape;1115;p25"/>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6" name="Google Shape;1116;p25"/>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17" name="Google Shape;1117;p25"/>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18" name="Google Shape;1118;p25"/>
          <p:cNvGrpSpPr/>
          <p:nvPr/>
        </p:nvGrpSpPr>
        <p:grpSpPr>
          <a:xfrm>
            <a:off x="-1004241" y="5449887"/>
            <a:ext cx="2833357" cy="1517787"/>
            <a:chOff x="-623241" y="3849687"/>
            <a:chExt cx="2833357" cy="1517787"/>
          </a:xfrm>
        </p:grpSpPr>
        <p:grpSp>
          <p:nvGrpSpPr>
            <p:cNvPr id="1119" name="Google Shape;1119;p25"/>
            <p:cNvGrpSpPr/>
            <p:nvPr/>
          </p:nvGrpSpPr>
          <p:grpSpPr>
            <a:xfrm rot="5400000">
              <a:off x="-879113" y="4155104"/>
              <a:ext cx="1517787" cy="906953"/>
              <a:chOff x="-55500" y="4835979"/>
              <a:chExt cx="1517787" cy="906953"/>
            </a:xfrm>
          </p:grpSpPr>
          <p:sp>
            <p:nvSpPr>
              <p:cNvPr id="1120" name="Google Shape;1120;p25"/>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5"/>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5"/>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5"/>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25"/>
            <p:cNvGrpSpPr/>
            <p:nvPr/>
          </p:nvGrpSpPr>
          <p:grpSpPr>
            <a:xfrm>
              <a:off x="-623241" y="3946426"/>
              <a:ext cx="2833357" cy="1421047"/>
              <a:chOff x="-677366" y="4067276"/>
              <a:chExt cx="2833357" cy="1421047"/>
            </a:xfrm>
          </p:grpSpPr>
          <p:sp>
            <p:nvSpPr>
              <p:cNvPr id="1125" name="Google Shape;1125;p25"/>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25"/>
              <p:cNvGrpSpPr/>
              <p:nvPr/>
            </p:nvGrpSpPr>
            <p:grpSpPr>
              <a:xfrm>
                <a:off x="317735" y="4614472"/>
                <a:ext cx="161977" cy="161940"/>
                <a:chOff x="1101075" y="2142375"/>
                <a:chExt cx="439200" cy="439100"/>
              </a:xfrm>
            </p:grpSpPr>
            <p:sp>
              <p:nvSpPr>
                <p:cNvPr id="1127" name="Google Shape;1127;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5"/>
              <p:cNvGrpSpPr/>
              <p:nvPr/>
            </p:nvGrpSpPr>
            <p:grpSpPr>
              <a:xfrm rot="10800000">
                <a:off x="1700151" y="5032693"/>
                <a:ext cx="161977" cy="161940"/>
                <a:chOff x="1101075" y="2142375"/>
                <a:chExt cx="439200" cy="439100"/>
              </a:xfrm>
            </p:grpSpPr>
            <p:sp>
              <p:nvSpPr>
                <p:cNvPr id="1130" name="Google Shape;1130;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2" name="Google Shape;1132;p25"/>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25"/>
          <p:cNvGrpSpPr/>
          <p:nvPr/>
        </p:nvGrpSpPr>
        <p:grpSpPr>
          <a:xfrm>
            <a:off x="6400125" y="-1754449"/>
            <a:ext cx="4189199" cy="3065874"/>
            <a:chOff x="6171525" y="-1678249"/>
            <a:chExt cx="4189199" cy="3065874"/>
          </a:xfrm>
        </p:grpSpPr>
        <p:sp>
          <p:nvSpPr>
            <p:cNvPr id="1134" name="Google Shape;1134;p25"/>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5" name="Google Shape;1135;p25"/>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136" name="Google Shape;1136;p25"/>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25"/>
            <p:cNvGrpSpPr/>
            <p:nvPr/>
          </p:nvGrpSpPr>
          <p:grpSpPr>
            <a:xfrm rot="-2700000">
              <a:off x="8302147" y="61289"/>
              <a:ext cx="582044" cy="582419"/>
              <a:chOff x="959750" y="3039275"/>
              <a:chExt cx="582050" cy="582425"/>
            </a:xfrm>
          </p:grpSpPr>
          <p:sp>
            <p:nvSpPr>
              <p:cNvPr id="1138" name="Google Shape;1138;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25"/>
            <p:cNvGrpSpPr/>
            <p:nvPr/>
          </p:nvGrpSpPr>
          <p:grpSpPr>
            <a:xfrm rot="-2700000">
              <a:off x="8551447" y="61289"/>
              <a:ext cx="582044" cy="582419"/>
              <a:chOff x="959750" y="3039275"/>
              <a:chExt cx="582050" cy="582425"/>
            </a:xfrm>
          </p:grpSpPr>
          <p:sp>
            <p:nvSpPr>
              <p:cNvPr id="1146" name="Google Shape;1146;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 name="Google Shape;1153;p25"/>
          <p:cNvGrpSpPr/>
          <p:nvPr/>
        </p:nvGrpSpPr>
        <p:grpSpPr>
          <a:xfrm rot="2700000">
            <a:off x="8945322" y="2919052"/>
            <a:ext cx="439196" cy="439096"/>
            <a:chOff x="1101075" y="2142375"/>
            <a:chExt cx="439200" cy="439100"/>
          </a:xfrm>
        </p:grpSpPr>
        <p:sp>
          <p:nvSpPr>
            <p:cNvPr id="1154" name="Google Shape;1154;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5"/>
          <p:cNvGrpSpPr/>
          <p:nvPr/>
        </p:nvGrpSpPr>
        <p:grpSpPr>
          <a:xfrm rot="10800000">
            <a:off x="4995775" y="180626"/>
            <a:ext cx="4558967" cy="134100"/>
            <a:chOff x="796100" y="3019701"/>
            <a:chExt cx="4558967" cy="134100"/>
          </a:xfrm>
        </p:grpSpPr>
        <p:sp>
          <p:nvSpPr>
            <p:cNvPr id="1157" name="Google Shape;1157;p2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 name="Google Shape;1158;p2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159" name="Google Shape;1159;p2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25"/>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61" name="Google Shape;1161;p25"/>
          <p:cNvSpPr>
            <a:spLocks noGrp="1"/>
          </p:cNvSpPr>
          <p:nvPr>
            <p:ph type="pic" idx="7"/>
          </p:nvPr>
        </p:nvSpPr>
        <p:spPr>
          <a:xfrm>
            <a:off x="505425" y="1833500"/>
            <a:ext cx="2505600" cy="2101500"/>
          </a:xfrm>
          <a:prstGeom prst="snip1Rect">
            <a:avLst>
              <a:gd name="adj" fmla="val 16667"/>
            </a:avLst>
          </a:prstGeom>
          <a:noFill/>
          <a:ln>
            <a:noFill/>
          </a:ln>
        </p:spPr>
      </p:sp>
      <p:sp>
        <p:nvSpPr>
          <p:cNvPr id="1162" name="Google Shape;1162;p25"/>
          <p:cNvSpPr>
            <a:spLocks noGrp="1"/>
          </p:cNvSpPr>
          <p:nvPr>
            <p:ph type="pic" idx="8"/>
          </p:nvPr>
        </p:nvSpPr>
        <p:spPr>
          <a:xfrm>
            <a:off x="3302213" y="1833393"/>
            <a:ext cx="2505600" cy="2101800"/>
          </a:xfrm>
          <a:prstGeom prst="snip1Rect">
            <a:avLst>
              <a:gd name="adj" fmla="val 16667"/>
            </a:avLst>
          </a:prstGeom>
          <a:noFill/>
          <a:ln>
            <a:noFill/>
          </a:ln>
        </p:spPr>
      </p:sp>
      <p:sp>
        <p:nvSpPr>
          <p:cNvPr id="1163" name="Google Shape;1163;p25"/>
          <p:cNvSpPr>
            <a:spLocks noGrp="1"/>
          </p:cNvSpPr>
          <p:nvPr>
            <p:ph type="pic" idx="9"/>
          </p:nvPr>
        </p:nvSpPr>
        <p:spPr>
          <a:xfrm>
            <a:off x="6099000" y="1833393"/>
            <a:ext cx="2505600" cy="2101800"/>
          </a:xfrm>
          <a:prstGeom prst="snip1Rect">
            <a:avLst>
              <a:gd name="adj" fmla="val 16667"/>
            </a:avLst>
          </a:prstGeom>
          <a:noFill/>
          <a:ln>
            <a:noFill/>
          </a:ln>
        </p:spPr>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4"/>
        <p:cNvGrpSpPr/>
        <p:nvPr/>
      </p:nvGrpSpPr>
      <p:grpSpPr>
        <a:xfrm>
          <a:off x="0" y="0"/>
          <a:ext cx="0" cy="0"/>
          <a:chOff x="0" y="0"/>
          <a:chExt cx="0" cy="0"/>
        </a:xfrm>
      </p:grpSpPr>
      <p:sp>
        <p:nvSpPr>
          <p:cNvPr id="1165" name="Google Shape;1165;p2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66" name="Google Shape;1166;p26"/>
          <p:cNvSpPr txBox="1">
            <a:spLocks noGrp="1"/>
          </p:cNvSpPr>
          <p:nvPr>
            <p:ph type="subTitle" idx="1"/>
          </p:nvPr>
        </p:nvSpPr>
        <p:spPr>
          <a:xfrm>
            <a:off x="1804750"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6"/>
          <p:cNvSpPr txBox="1">
            <a:spLocks noGrp="1"/>
          </p:cNvSpPr>
          <p:nvPr>
            <p:ph type="subTitle" idx="2"/>
          </p:nvPr>
        </p:nvSpPr>
        <p:spPr>
          <a:xfrm>
            <a:off x="5237152"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6"/>
          <p:cNvSpPr txBox="1">
            <a:spLocks noGrp="1"/>
          </p:cNvSpPr>
          <p:nvPr>
            <p:ph type="subTitle" idx="3"/>
          </p:nvPr>
        </p:nvSpPr>
        <p:spPr>
          <a:xfrm>
            <a:off x="1804750"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6"/>
          <p:cNvSpPr txBox="1">
            <a:spLocks noGrp="1"/>
          </p:cNvSpPr>
          <p:nvPr>
            <p:ph type="subTitle" idx="4"/>
          </p:nvPr>
        </p:nvSpPr>
        <p:spPr>
          <a:xfrm>
            <a:off x="5237152"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0" name="Google Shape;1170;p26"/>
          <p:cNvSpPr txBox="1">
            <a:spLocks noGrp="1"/>
          </p:cNvSpPr>
          <p:nvPr>
            <p:ph type="subTitle" idx="5"/>
          </p:nvPr>
        </p:nvSpPr>
        <p:spPr>
          <a:xfrm>
            <a:off x="18047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71" name="Google Shape;1171;p26"/>
          <p:cNvSpPr txBox="1">
            <a:spLocks noGrp="1"/>
          </p:cNvSpPr>
          <p:nvPr>
            <p:ph type="subTitle" idx="6"/>
          </p:nvPr>
        </p:nvSpPr>
        <p:spPr>
          <a:xfrm>
            <a:off x="52371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72" name="Google Shape;1172;p26"/>
          <p:cNvGrpSpPr/>
          <p:nvPr/>
        </p:nvGrpSpPr>
        <p:grpSpPr>
          <a:xfrm>
            <a:off x="-2902027" y="3024490"/>
            <a:ext cx="6191222" cy="6191222"/>
            <a:chOff x="-2825827" y="1271890"/>
            <a:chExt cx="6191222" cy="6191222"/>
          </a:xfrm>
        </p:grpSpPr>
        <p:pic>
          <p:nvPicPr>
            <p:cNvPr id="1173" name="Google Shape;1173;p26"/>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1174" name="Google Shape;1174;p26"/>
            <p:cNvGrpSpPr/>
            <p:nvPr/>
          </p:nvGrpSpPr>
          <p:grpSpPr>
            <a:xfrm>
              <a:off x="-2825827" y="1271890"/>
              <a:ext cx="6191222" cy="6191222"/>
              <a:chOff x="-2825827" y="1271890"/>
              <a:chExt cx="6191222" cy="6191222"/>
            </a:xfrm>
          </p:grpSpPr>
          <p:sp>
            <p:nvSpPr>
              <p:cNvPr id="1175" name="Google Shape;1175;p26"/>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26"/>
              <p:cNvGrpSpPr/>
              <p:nvPr/>
            </p:nvGrpSpPr>
            <p:grpSpPr>
              <a:xfrm rot="10800000">
                <a:off x="384881" y="3042905"/>
                <a:ext cx="134100" cy="134100"/>
                <a:chOff x="-1999139" y="3143772"/>
                <a:chExt cx="134100" cy="134100"/>
              </a:xfrm>
            </p:grpSpPr>
            <p:sp>
              <p:nvSpPr>
                <p:cNvPr id="1178" name="Google Shape;1178;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26"/>
              <p:cNvGrpSpPr/>
              <p:nvPr/>
            </p:nvGrpSpPr>
            <p:grpSpPr>
              <a:xfrm rot="10800000">
                <a:off x="146106" y="3710980"/>
                <a:ext cx="134100" cy="134100"/>
                <a:chOff x="-1999139" y="3143772"/>
                <a:chExt cx="134100" cy="134100"/>
              </a:xfrm>
            </p:grpSpPr>
            <p:sp>
              <p:nvSpPr>
                <p:cNvPr id="1181" name="Google Shape;1181;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6"/>
              <p:cNvGrpSpPr/>
              <p:nvPr/>
            </p:nvGrpSpPr>
            <p:grpSpPr>
              <a:xfrm>
                <a:off x="-102297" y="3780153"/>
                <a:ext cx="939901" cy="2449421"/>
                <a:chOff x="-102297" y="3780153"/>
                <a:chExt cx="939901" cy="2449421"/>
              </a:xfrm>
            </p:grpSpPr>
            <p:sp>
              <p:nvSpPr>
                <p:cNvPr id="1184" name="Google Shape;1184;p26"/>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6"/>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26"/>
                <p:cNvGrpSpPr/>
                <p:nvPr/>
              </p:nvGrpSpPr>
              <p:grpSpPr>
                <a:xfrm rot="10800000">
                  <a:off x="532825" y="5492502"/>
                  <a:ext cx="134004" cy="134004"/>
                  <a:chOff x="8356813" y="1074288"/>
                  <a:chExt cx="351900" cy="351900"/>
                </a:xfrm>
              </p:grpSpPr>
              <p:sp>
                <p:nvSpPr>
                  <p:cNvPr id="1187" name="Google Shape;1187;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9" name="Google Shape;1189;p26"/>
          <p:cNvSpPr/>
          <p:nvPr/>
        </p:nvSpPr>
        <p:spPr>
          <a:xfrm rot="-8100000" flipH="1">
            <a:off x="6742616" y="211096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rot="-8100000" flipH="1">
            <a:off x="7283157" y="3295243"/>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85080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87605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8496586" y="5676147"/>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8515506" y="5695066"/>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8735361" y="50080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8754281" y="50269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 name="Google Shape;1197;p26"/>
          <p:cNvGrpSpPr/>
          <p:nvPr/>
        </p:nvGrpSpPr>
        <p:grpSpPr>
          <a:xfrm>
            <a:off x="8678786" y="311022"/>
            <a:ext cx="134004" cy="134004"/>
            <a:chOff x="8356813" y="1074288"/>
            <a:chExt cx="351900" cy="351900"/>
          </a:xfrm>
        </p:grpSpPr>
        <p:sp>
          <p:nvSpPr>
            <p:cNvPr id="1198" name="Google Shape;1198;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00" name="Google Shape;1200;p26"/>
          <p:cNvPicPr preferRelativeResize="0"/>
          <p:nvPr/>
        </p:nvPicPr>
        <p:blipFill rotWithShape="1">
          <a:blip r:embed="rId2">
            <a:alphaModFix/>
          </a:blip>
          <a:srcRect l="16960" t="24718" r="7121" b="26177"/>
          <a:stretch/>
        </p:blipFill>
        <p:spPr>
          <a:xfrm>
            <a:off x="7081750" y="-1036475"/>
            <a:ext cx="2441950" cy="1863749"/>
          </a:xfrm>
          <a:prstGeom prst="rect">
            <a:avLst/>
          </a:prstGeom>
          <a:noFill/>
          <a:ln>
            <a:noFill/>
          </a:ln>
        </p:spPr>
      </p:pic>
      <p:sp>
        <p:nvSpPr>
          <p:cNvPr id="1201" name="Google Shape;1201;p26"/>
          <p:cNvSpPr txBox="1">
            <a:spLocks noGrp="1"/>
          </p:cNvSpPr>
          <p:nvPr>
            <p:ph type="subTitle" idx="7"/>
          </p:nvPr>
        </p:nvSpPr>
        <p:spPr>
          <a:xfrm>
            <a:off x="18047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02" name="Google Shape;1202;p26"/>
          <p:cNvSpPr txBox="1">
            <a:spLocks noGrp="1"/>
          </p:cNvSpPr>
          <p:nvPr>
            <p:ph type="subTitle" idx="8"/>
          </p:nvPr>
        </p:nvSpPr>
        <p:spPr>
          <a:xfrm>
            <a:off x="52371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03"/>
        <p:cNvGrpSpPr/>
        <p:nvPr/>
      </p:nvGrpSpPr>
      <p:grpSpPr>
        <a:xfrm>
          <a:off x="0" y="0"/>
          <a:ext cx="0" cy="0"/>
          <a:chOff x="0" y="0"/>
          <a:chExt cx="0" cy="0"/>
        </a:xfrm>
      </p:grpSpPr>
      <p:sp>
        <p:nvSpPr>
          <p:cNvPr id="1204" name="Google Shape;1204;p2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05" name="Google Shape;1205;p27"/>
          <p:cNvSpPr txBox="1">
            <a:spLocks noGrp="1"/>
          </p:cNvSpPr>
          <p:nvPr>
            <p:ph type="subTitle" idx="1"/>
          </p:nvPr>
        </p:nvSpPr>
        <p:spPr>
          <a:xfrm>
            <a:off x="720000"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6" name="Google Shape;1206;p27"/>
          <p:cNvSpPr txBox="1">
            <a:spLocks noGrp="1"/>
          </p:cNvSpPr>
          <p:nvPr>
            <p:ph type="subTitle" idx="2"/>
          </p:nvPr>
        </p:nvSpPr>
        <p:spPr>
          <a:xfrm>
            <a:off x="3469872"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7" name="Google Shape;1207;p27"/>
          <p:cNvSpPr txBox="1">
            <a:spLocks noGrp="1"/>
          </p:cNvSpPr>
          <p:nvPr>
            <p:ph type="subTitle" idx="3"/>
          </p:nvPr>
        </p:nvSpPr>
        <p:spPr>
          <a:xfrm>
            <a:off x="720000"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8" name="Google Shape;1208;p27"/>
          <p:cNvSpPr txBox="1">
            <a:spLocks noGrp="1"/>
          </p:cNvSpPr>
          <p:nvPr>
            <p:ph type="subTitle" idx="4"/>
          </p:nvPr>
        </p:nvSpPr>
        <p:spPr>
          <a:xfrm>
            <a:off x="3469875"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9" name="Google Shape;1209;p27"/>
          <p:cNvSpPr txBox="1">
            <a:spLocks noGrp="1"/>
          </p:cNvSpPr>
          <p:nvPr>
            <p:ph type="subTitle" idx="5"/>
          </p:nvPr>
        </p:nvSpPr>
        <p:spPr>
          <a:xfrm>
            <a:off x="6219751"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0" name="Google Shape;1210;p27"/>
          <p:cNvSpPr txBox="1">
            <a:spLocks noGrp="1"/>
          </p:cNvSpPr>
          <p:nvPr>
            <p:ph type="subTitle" idx="6"/>
          </p:nvPr>
        </p:nvSpPr>
        <p:spPr>
          <a:xfrm>
            <a:off x="6219751"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1" name="Google Shape;1211;p27"/>
          <p:cNvSpPr txBox="1">
            <a:spLocks noGrp="1"/>
          </p:cNvSpPr>
          <p:nvPr>
            <p:ph type="subTitle" idx="7"/>
          </p:nvPr>
        </p:nvSpPr>
        <p:spPr>
          <a:xfrm>
            <a:off x="720000"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2" name="Google Shape;1212;p27"/>
          <p:cNvSpPr txBox="1">
            <a:spLocks noGrp="1"/>
          </p:cNvSpPr>
          <p:nvPr>
            <p:ph type="subTitle" idx="8"/>
          </p:nvPr>
        </p:nvSpPr>
        <p:spPr>
          <a:xfrm>
            <a:off x="3469873"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3" name="Google Shape;1213;p27"/>
          <p:cNvSpPr txBox="1">
            <a:spLocks noGrp="1"/>
          </p:cNvSpPr>
          <p:nvPr>
            <p:ph type="subTitle" idx="9"/>
          </p:nvPr>
        </p:nvSpPr>
        <p:spPr>
          <a:xfrm>
            <a:off x="720000"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4" name="Google Shape;1214;p27"/>
          <p:cNvSpPr txBox="1">
            <a:spLocks noGrp="1"/>
          </p:cNvSpPr>
          <p:nvPr>
            <p:ph type="subTitle" idx="13"/>
          </p:nvPr>
        </p:nvSpPr>
        <p:spPr>
          <a:xfrm>
            <a:off x="3469873"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5" name="Google Shape;1215;p27"/>
          <p:cNvSpPr txBox="1">
            <a:spLocks noGrp="1"/>
          </p:cNvSpPr>
          <p:nvPr>
            <p:ph type="subTitle" idx="14"/>
          </p:nvPr>
        </p:nvSpPr>
        <p:spPr>
          <a:xfrm>
            <a:off x="6219752"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6" name="Google Shape;1216;p27"/>
          <p:cNvSpPr txBox="1">
            <a:spLocks noGrp="1"/>
          </p:cNvSpPr>
          <p:nvPr>
            <p:ph type="subTitle" idx="15"/>
          </p:nvPr>
        </p:nvSpPr>
        <p:spPr>
          <a:xfrm>
            <a:off x="6219752"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217" name="Google Shape;1217;p27"/>
          <p:cNvGrpSpPr/>
          <p:nvPr/>
        </p:nvGrpSpPr>
        <p:grpSpPr>
          <a:xfrm>
            <a:off x="6102850" y="-1735180"/>
            <a:ext cx="4625025" cy="4171657"/>
            <a:chOff x="6026650" y="-1658980"/>
            <a:chExt cx="4625025" cy="4171657"/>
          </a:xfrm>
        </p:grpSpPr>
        <p:pic>
          <p:nvPicPr>
            <p:cNvPr id="1218" name="Google Shape;1218;p27"/>
            <p:cNvPicPr preferRelativeResize="0"/>
            <p:nvPr/>
          </p:nvPicPr>
          <p:blipFill rotWithShape="1">
            <a:blip r:embed="rId2">
              <a:alphaModFix/>
            </a:blip>
            <a:srcRect l="16960" t="24718" r="7121" b="26177"/>
            <a:stretch/>
          </p:blipFill>
          <p:spPr>
            <a:xfrm>
              <a:off x="7361325" y="-596625"/>
              <a:ext cx="2441950" cy="1863749"/>
            </a:xfrm>
            <a:prstGeom prst="rect">
              <a:avLst/>
            </a:prstGeom>
            <a:noFill/>
            <a:ln>
              <a:noFill/>
            </a:ln>
          </p:spPr>
        </p:pic>
        <p:grpSp>
          <p:nvGrpSpPr>
            <p:cNvPr id="1219" name="Google Shape;1219;p27"/>
            <p:cNvGrpSpPr/>
            <p:nvPr/>
          </p:nvGrpSpPr>
          <p:grpSpPr>
            <a:xfrm rot="-2700000" flipH="1">
              <a:off x="7289785" y="-1246897"/>
              <a:ext cx="2552124" cy="3347490"/>
              <a:chOff x="2976325" y="908175"/>
              <a:chExt cx="4028179" cy="5283555"/>
            </a:xfrm>
          </p:grpSpPr>
          <p:sp>
            <p:nvSpPr>
              <p:cNvPr id="1220" name="Google Shape;1220;p27"/>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7"/>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7"/>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27"/>
            <p:cNvGrpSpPr/>
            <p:nvPr/>
          </p:nvGrpSpPr>
          <p:grpSpPr>
            <a:xfrm>
              <a:off x="6026650" y="-49075"/>
              <a:ext cx="803471" cy="494095"/>
              <a:chOff x="6394675" y="-49075"/>
              <a:chExt cx="803471" cy="494095"/>
            </a:xfrm>
          </p:grpSpPr>
          <p:sp>
            <p:nvSpPr>
              <p:cNvPr id="1224" name="Google Shape;1224;p27"/>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7"/>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 name="Google Shape;1226;p27"/>
          <p:cNvGrpSpPr/>
          <p:nvPr/>
        </p:nvGrpSpPr>
        <p:grpSpPr>
          <a:xfrm>
            <a:off x="-1089100" y="5876725"/>
            <a:ext cx="5368850" cy="1863749"/>
            <a:chOff x="-1089100" y="4200325"/>
            <a:chExt cx="5368850" cy="1863749"/>
          </a:xfrm>
        </p:grpSpPr>
        <p:grpSp>
          <p:nvGrpSpPr>
            <p:cNvPr id="1227" name="Google Shape;1227;p27"/>
            <p:cNvGrpSpPr/>
            <p:nvPr/>
          </p:nvGrpSpPr>
          <p:grpSpPr>
            <a:xfrm>
              <a:off x="-185037" y="4598363"/>
              <a:ext cx="904666" cy="726121"/>
              <a:chOff x="7945225" y="4302000"/>
              <a:chExt cx="904666" cy="726121"/>
            </a:xfrm>
          </p:grpSpPr>
          <p:sp>
            <p:nvSpPr>
              <p:cNvPr id="1228" name="Google Shape;1228;p2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31" name="Google Shape;1231;p27"/>
            <p:cNvPicPr preferRelativeResize="0"/>
            <p:nvPr/>
          </p:nvPicPr>
          <p:blipFill rotWithShape="1">
            <a:blip r:embed="rId2">
              <a:alphaModFix/>
            </a:blip>
            <a:srcRect l="16960" t="24718" r="7121" b="26177"/>
            <a:stretch/>
          </p:blipFill>
          <p:spPr>
            <a:xfrm>
              <a:off x="1837800" y="4200325"/>
              <a:ext cx="2441950" cy="1863749"/>
            </a:xfrm>
            <a:prstGeom prst="rect">
              <a:avLst/>
            </a:prstGeom>
            <a:noFill/>
            <a:ln>
              <a:noFill/>
            </a:ln>
          </p:spPr>
        </p:pic>
        <p:grpSp>
          <p:nvGrpSpPr>
            <p:cNvPr id="1232" name="Google Shape;1232;p27"/>
            <p:cNvGrpSpPr/>
            <p:nvPr/>
          </p:nvGrpSpPr>
          <p:grpSpPr>
            <a:xfrm rot="-2700000">
              <a:off x="390377" y="4688868"/>
              <a:ext cx="299453" cy="545119"/>
              <a:chOff x="-66426" y="1151064"/>
              <a:chExt cx="299455" cy="545125"/>
            </a:xfrm>
          </p:grpSpPr>
          <p:grpSp>
            <p:nvGrpSpPr>
              <p:cNvPr id="1233" name="Google Shape;1233;p27"/>
              <p:cNvGrpSpPr/>
              <p:nvPr/>
            </p:nvGrpSpPr>
            <p:grpSpPr>
              <a:xfrm>
                <a:off x="-66426" y="1396564"/>
                <a:ext cx="299455" cy="299625"/>
                <a:chOff x="3678700" y="407275"/>
                <a:chExt cx="708100" cy="708500"/>
              </a:xfrm>
            </p:grpSpPr>
            <p:sp>
              <p:nvSpPr>
                <p:cNvPr id="1234" name="Google Shape;1234;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27"/>
              <p:cNvGrpSpPr/>
              <p:nvPr/>
            </p:nvGrpSpPr>
            <p:grpSpPr>
              <a:xfrm>
                <a:off x="-66426" y="1151064"/>
                <a:ext cx="299455" cy="299625"/>
                <a:chOff x="3678700" y="407275"/>
                <a:chExt cx="708100" cy="708500"/>
              </a:xfrm>
            </p:grpSpPr>
            <p:sp>
              <p:nvSpPr>
                <p:cNvPr id="1242" name="Google Shape;1242;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9" name="Google Shape;1249;p27"/>
            <p:cNvGrpSpPr/>
            <p:nvPr/>
          </p:nvGrpSpPr>
          <p:grpSpPr>
            <a:xfrm>
              <a:off x="-1089100" y="4894376"/>
              <a:ext cx="4558967" cy="134100"/>
              <a:chOff x="796100" y="3019701"/>
              <a:chExt cx="4558967" cy="134100"/>
            </a:xfrm>
          </p:grpSpPr>
          <p:sp>
            <p:nvSpPr>
              <p:cNvPr id="1250" name="Google Shape;1250;p2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 name="Google Shape;1251;p2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252" name="Google Shape;1252;p2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330"/>
        <p:cNvGrpSpPr/>
        <p:nvPr/>
      </p:nvGrpSpPr>
      <p:grpSpPr>
        <a:xfrm>
          <a:off x="0" y="0"/>
          <a:ext cx="0" cy="0"/>
          <a:chOff x="0" y="0"/>
          <a:chExt cx="0" cy="0"/>
        </a:xfrm>
      </p:grpSpPr>
      <p:grpSp>
        <p:nvGrpSpPr>
          <p:cNvPr id="1331" name="Google Shape;1331;p30"/>
          <p:cNvGrpSpPr/>
          <p:nvPr/>
        </p:nvGrpSpPr>
        <p:grpSpPr>
          <a:xfrm>
            <a:off x="-623241" y="5526087"/>
            <a:ext cx="2833357" cy="1517787"/>
            <a:chOff x="-623241" y="3849687"/>
            <a:chExt cx="2833357" cy="1517787"/>
          </a:xfrm>
        </p:grpSpPr>
        <p:grpSp>
          <p:nvGrpSpPr>
            <p:cNvPr id="1332" name="Google Shape;1332;p30"/>
            <p:cNvGrpSpPr/>
            <p:nvPr/>
          </p:nvGrpSpPr>
          <p:grpSpPr>
            <a:xfrm rot="5400000">
              <a:off x="-879113" y="4155104"/>
              <a:ext cx="1517787" cy="906953"/>
              <a:chOff x="-55500" y="4835979"/>
              <a:chExt cx="1517787" cy="906953"/>
            </a:xfrm>
          </p:grpSpPr>
          <p:sp>
            <p:nvSpPr>
              <p:cNvPr id="1333" name="Google Shape;1333;p30"/>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0"/>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0"/>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0"/>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30"/>
            <p:cNvGrpSpPr/>
            <p:nvPr/>
          </p:nvGrpSpPr>
          <p:grpSpPr>
            <a:xfrm>
              <a:off x="-623241" y="3946426"/>
              <a:ext cx="2833357" cy="1421047"/>
              <a:chOff x="-677366" y="4067276"/>
              <a:chExt cx="2833357" cy="1421047"/>
            </a:xfrm>
          </p:grpSpPr>
          <p:sp>
            <p:nvSpPr>
              <p:cNvPr id="1338" name="Google Shape;1338;p30"/>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 name="Google Shape;1339;p30"/>
              <p:cNvGrpSpPr/>
              <p:nvPr/>
            </p:nvGrpSpPr>
            <p:grpSpPr>
              <a:xfrm>
                <a:off x="317735" y="4614472"/>
                <a:ext cx="161977" cy="161940"/>
                <a:chOff x="1101075" y="2142375"/>
                <a:chExt cx="439200" cy="439100"/>
              </a:xfrm>
            </p:grpSpPr>
            <p:sp>
              <p:nvSpPr>
                <p:cNvPr id="1340" name="Google Shape;1340;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0"/>
              <p:cNvGrpSpPr/>
              <p:nvPr/>
            </p:nvGrpSpPr>
            <p:grpSpPr>
              <a:xfrm rot="10800000">
                <a:off x="1700151" y="5032693"/>
                <a:ext cx="161977" cy="161940"/>
                <a:chOff x="1101075" y="2142375"/>
                <a:chExt cx="439200" cy="439100"/>
              </a:xfrm>
            </p:grpSpPr>
            <p:sp>
              <p:nvSpPr>
                <p:cNvPr id="1343" name="Google Shape;1343;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 name="Google Shape;1345;p30"/>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0"/>
          <p:cNvGrpSpPr/>
          <p:nvPr/>
        </p:nvGrpSpPr>
        <p:grpSpPr>
          <a:xfrm>
            <a:off x="6323925" y="-1678249"/>
            <a:ext cx="4189199" cy="3065874"/>
            <a:chOff x="6171525" y="-1678249"/>
            <a:chExt cx="4189199" cy="3065874"/>
          </a:xfrm>
        </p:grpSpPr>
        <p:sp>
          <p:nvSpPr>
            <p:cNvPr id="1347" name="Google Shape;1347;p30"/>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48" name="Google Shape;1348;p30"/>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349" name="Google Shape;1349;p30"/>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 name="Google Shape;1350;p30"/>
            <p:cNvGrpSpPr/>
            <p:nvPr/>
          </p:nvGrpSpPr>
          <p:grpSpPr>
            <a:xfrm rot="-2700000">
              <a:off x="8302147" y="61289"/>
              <a:ext cx="582044" cy="582419"/>
              <a:chOff x="959750" y="3039275"/>
              <a:chExt cx="582050" cy="582425"/>
            </a:xfrm>
          </p:grpSpPr>
          <p:sp>
            <p:nvSpPr>
              <p:cNvPr id="1351" name="Google Shape;1351;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0"/>
            <p:cNvGrpSpPr/>
            <p:nvPr/>
          </p:nvGrpSpPr>
          <p:grpSpPr>
            <a:xfrm rot="-2700000">
              <a:off x="8551447" y="61289"/>
              <a:ext cx="582044" cy="582419"/>
              <a:chOff x="959750" y="3039275"/>
              <a:chExt cx="582050" cy="582425"/>
            </a:xfrm>
          </p:grpSpPr>
          <p:sp>
            <p:nvSpPr>
              <p:cNvPr id="1359" name="Google Shape;1359;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6" name="Google Shape;1366;p30"/>
          <p:cNvGrpSpPr/>
          <p:nvPr/>
        </p:nvGrpSpPr>
        <p:grpSpPr>
          <a:xfrm rot="2700000">
            <a:off x="8945322" y="2352177"/>
            <a:ext cx="439196" cy="439096"/>
            <a:chOff x="1101075" y="2142375"/>
            <a:chExt cx="439200" cy="439100"/>
          </a:xfrm>
        </p:grpSpPr>
        <p:sp>
          <p:nvSpPr>
            <p:cNvPr id="1367" name="Google Shape;1367;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369"/>
        <p:cNvGrpSpPr/>
        <p:nvPr/>
      </p:nvGrpSpPr>
      <p:grpSpPr>
        <a:xfrm>
          <a:off x="0" y="0"/>
          <a:ext cx="0" cy="0"/>
          <a:chOff x="0" y="0"/>
          <a:chExt cx="0" cy="0"/>
        </a:xfrm>
      </p:grpSpPr>
      <p:grpSp>
        <p:nvGrpSpPr>
          <p:cNvPr id="1370" name="Google Shape;1370;p31"/>
          <p:cNvGrpSpPr/>
          <p:nvPr/>
        </p:nvGrpSpPr>
        <p:grpSpPr>
          <a:xfrm>
            <a:off x="8332551" y="152393"/>
            <a:ext cx="2386151" cy="3293873"/>
            <a:chOff x="8256351" y="-7"/>
            <a:chExt cx="2386151" cy="3293873"/>
          </a:xfrm>
        </p:grpSpPr>
        <p:pic>
          <p:nvPicPr>
            <p:cNvPr id="1371" name="Google Shape;1371;p31"/>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1372" name="Google Shape;1372;p31"/>
            <p:cNvGrpSpPr/>
            <p:nvPr/>
          </p:nvGrpSpPr>
          <p:grpSpPr>
            <a:xfrm rot="10800000">
              <a:off x="8452444" y="-7"/>
              <a:ext cx="325154" cy="1788670"/>
              <a:chOff x="8869019" y="-622132"/>
              <a:chExt cx="325154" cy="1788670"/>
            </a:xfrm>
          </p:grpSpPr>
          <p:sp>
            <p:nvSpPr>
              <p:cNvPr id="1373" name="Google Shape;1373;p31"/>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 name="Google Shape;1374;p31"/>
              <p:cNvGrpSpPr/>
              <p:nvPr/>
            </p:nvGrpSpPr>
            <p:grpSpPr>
              <a:xfrm rot="1800062">
                <a:off x="9035610" y="1007995"/>
                <a:ext cx="134040" cy="134009"/>
                <a:chOff x="1101075" y="2142375"/>
                <a:chExt cx="439200" cy="439100"/>
              </a:xfrm>
            </p:grpSpPr>
            <p:sp>
              <p:nvSpPr>
                <p:cNvPr id="1375" name="Google Shape;1375;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40000">
                      <a:srgbClr val="FF9900">
                        <a:alpha val="40784"/>
                      </a:srgbClr>
                    </a:gs>
                    <a:gs pos="100000">
                      <a:srgbClr val="FFFFFF">
                        <a:alpha val="0"/>
                      </a:srgbClr>
                    </a:gs>
                  </a:gsLst>
                  <a:lin ang="2698631" scaled="0"/>
                </a:grad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77" name="Google Shape;1377;p31"/>
          <p:cNvGrpSpPr/>
          <p:nvPr/>
        </p:nvGrpSpPr>
        <p:grpSpPr>
          <a:xfrm>
            <a:off x="-213525" y="323625"/>
            <a:ext cx="439200" cy="439100"/>
            <a:chOff x="1101075" y="2142375"/>
            <a:chExt cx="439200" cy="439100"/>
          </a:xfrm>
        </p:grpSpPr>
        <p:sp>
          <p:nvSpPr>
            <p:cNvPr id="1378" name="Google Shape;1378;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31"/>
          <p:cNvGrpSpPr/>
          <p:nvPr/>
        </p:nvGrpSpPr>
        <p:grpSpPr>
          <a:xfrm>
            <a:off x="-1262974" y="4837728"/>
            <a:ext cx="4822591" cy="2934500"/>
            <a:chOff x="-1186774" y="3161328"/>
            <a:chExt cx="4822591" cy="2934500"/>
          </a:xfrm>
        </p:grpSpPr>
        <p:pic>
          <p:nvPicPr>
            <p:cNvPr id="1381" name="Google Shape;1381;p31"/>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1382" name="Google Shape;1382;p31"/>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 name="Google Shape;1383;p31"/>
            <p:cNvGrpSpPr/>
            <p:nvPr/>
          </p:nvGrpSpPr>
          <p:grpSpPr>
            <a:xfrm>
              <a:off x="58899" y="4608583"/>
              <a:ext cx="604346" cy="657081"/>
              <a:chOff x="58899" y="4608583"/>
              <a:chExt cx="604346" cy="657081"/>
            </a:xfrm>
          </p:grpSpPr>
          <p:grpSp>
            <p:nvGrpSpPr>
              <p:cNvPr id="1384" name="Google Shape;1384;p31"/>
              <p:cNvGrpSpPr/>
              <p:nvPr/>
            </p:nvGrpSpPr>
            <p:grpSpPr>
              <a:xfrm rot="10800000">
                <a:off x="58899" y="4608583"/>
                <a:ext cx="328346" cy="328531"/>
                <a:chOff x="3678700" y="407275"/>
                <a:chExt cx="708100" cy="708500"/>
              </a:xfrm>
            </p:grpSpPr>
            <p:sp>
              <p:nvSpPr>
                <p:cNvPr id="1385" name="Google Shape;1385;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31"/>
              <p:cNvGrpSpPr/>
              <p:nvPr/>
            </p:nvGrpSpPr>
            <p:grpSpPr>
              <a:xfrm rot="10800000">
                <a:off x="334899" y="4608583"/>
                <a:ext cx="328346" cy="328531"/>
                <a:chOff x="3678700" y="407275"/>
                <a:chExt cx="708100" cy="708500"/>
              </a:xfrm>
            </p:grpSpPr>
            <p:sp>
              <p:nvSpPr>
                <p:cNvPr id="1393" name="Google Shape;1393;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31"/>
              <p:cNvGrpSpPr/>
              <p:nvPr/>
            </p:nvGrpSpPr>
            <p:grpSpPr>
              <a:xfrm rot="10800000">
                <a:off x="282574" y="4937133"/>
                <a:ext cx="328346" cy="328531"/>
                <a:chOff x="3678700" y="407275"/>
                <a:chExt cx="708100" cy="708500"/>
              </a:xfrm>
            </p:grpSpPr>
            <p:sp>
              <p:nvSpPr>
                <p:cNvPr id="1401" name="Google Shape;1401;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 name="Google Shape;1408;p31"/>
            <p:cNvGrpSpPr/>
            <p:nvPr/>
          </p:nvGrpSpPr>
          <p:grpSpPr>
            <a:xfrm>
              <a:off x="-923150" y="4796551"/>
              <a:ext cx="4558967" cy="134100"/>
              <a:chOff x="796100" y="3019701"/>
              <a:chExt cx="4558967" cy="134100"/>
            </a:xfrm>
          </p:grpSpPr>
          <p:sp>
            <p:nvSpPr>
              <p:cNvPr id="1409" name="Google Shape;1409;p31"/>
              <p:cNvSpPr/>
              <p:nvPr/>
            </p:nvSpPr>
            <p:spPr>
              <a:xfrm>
                <a:off x="5220967" y="3019701"/>
                <a:ext cx="134100" cy="134100"/>
              </a:xfrm>
              <a:prstGeom prst="ellipse">
                <a:avLst/>
              </a:prstGeom>
              <a:no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31"/>
              <p:cNvCxnSpPr/>
              <p:nvPr/>
            </p:nvCxnSpPr>
            <p:spPr>
              <a:xfrm>
                <a:off x="796100" y="3086750"/>
                <a:ext cx="4462800" cy="0"/>
              </a:xfrm>
              <a:prstGeom prst="straightConnector1">
                <a:avLst/>
              </a:prstGeom>
              <a:noFill/>
              <a:ln w="9525" cap="flat" cmpd="sng">
                <a:solidFill>
                  <a:srgbClr val="F5F8FF"/>
                </a:solidFill>
                <a:prstDash val="solid"/>
                <a:round/>
                <a:headEnd type="none" w="med" len="med"/>
                <a:tailEnd type="none" w="med" len="med"/>
              </a:ln>
            </p:spPr>
          </p:cxnSp>
          <p:sp>
            <p:nvSpPr>
              <p:cNvPr id="1411" name="Google Shape;1411;p31"/>
              <p:cNvSpPr/>
              <p:nvPr/>
            </p:nvSpPr>
            <p:spPr>
              <a:xfrm>
                <a:off x="5251079" y="3049843"/>
                <a:ext cx="73800" cy="73800"/>
              </a:xfrm>
              <a:prstGeom prst="ellipse">
                <a:avLst/>
              </a:pr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1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39350" y="713100"/>
            <a:ext cx="8065200" cy="763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521525" y="1536625"/>
            <a:ext cx="8065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7" r:id="rId8"/>
    <p:sldLayoutId id="2147483658" r:id="rId9"/>
    <p:sldLayoutId id="2147483659" r:id="rId10"/>
    <p:sldLayoutId id="2147483661" r:id="rId11"/>
    <p:sldLayoutId id="2147483662" r:id="rId12"/>
    <p:sldLayoutId id="2147483663" r:id="rId13"/>
    <p:sldLayoutId id="2147483664" r:id="rId14"/>
    <p:sldLayoutId id="2147483665" r:id="rId15"/>
    <p:sldLayoutId id="2147483666" r:id="rId16"/>
    <p:sldLayoutId id="2147483667" r:id="rId17"/>
    <p:sldLayoutId id="2147483669" r:id="rId18"/>
    <p:sldLayoutId id="2147483671" r:id="rId19"/>
    <p:sldLayoutId id="2147483672" r:id="rId20"/>
    <p:sldLayoutId id="2147483673" r:id="rId21"/>
    <p:sldLayoutId id="2147483676" r:id="rId22"/>
    <p:sldLayoutId id="2147483677"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12"/>
        <p:cNvGrpSpPr/>
        <p:nvPr/>
      </p:nvGrpSpPr>
      <p:grpSpPr>
        <a:xfrm>
          <a:off x="0" y="0"/>
          <a:ext cx="0" cy="0"/>
          <a:chOff x="0" y="0"/>
          <a:chExt cx="0" cy="0"/>
        </a:xfrm>
      </p:grpSpPr>
      <p:sp>
        <p:nvSpPr>
          <p:cNvPr id="1413" name="Google Shape;1413;p32"/>
          <p:cNvSpPr txBox="1">
            <a:spLocks noGrp="1"/>
          </p:cNvSpPr>
          <p:nvPr>
            <p:ph type="title"/>
          </p:nvPr>
        </p:nvSpPr>
        <p:spPr>
          <a:xfrm>
            <a:off x="1068100" y="1244600"/>
            <a:ext cx="70473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414" name="Google Shape;1414;p32"/>
          <p:cNvSpPr txBox="1">
            <a:spLocks noGrp="1"/>
          </p:cNvSpPr>
          <p:nvPr>
            <p:ph type="body" idx="1"/>
          </p:nvPr>
        </p:nvSpPr>
        <p:spPr>
          <a:xfrm>
            <a:off x="1068100" y="2260600"/>
            <a:ext cx="70473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5.xml"/></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1.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2.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12.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3.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0.xml"/></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xml"/><Relationship Id="rId1" Type="http://schemas.openxmlformats.org/officeDocument/2006/relationships/slideLayout" Target="../slideLayouts/slideLayout8.xml"/><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2.xml"/><Relationship Id="rId1" Type="http://schemas.openxmlformats.org/officeDocument/2006/relationships/slideLayout" Target="../slideLayouts/slideLayout4.xml"/><Relationship Id="rId4" Type="http://schemas.openxmlformats.org/officeDocument/2006/relationships/image" Target="../media/image15.png"/></Relationships>
</file>

<file path=ppt/slides/_rels/slide23.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image" Target="../media/image16.png"/><Relationship Id="rId7" Type="http://schemas.openxmlformats.org/officeDocument/2006/relationships/image" Target="../media/image20.png"/><Relationship Id="rId2" Type="http://schemas.openxmlformats.org/officeDocument/2006/relationships/notesSlide" Target="../notesSlides/notesSlide23.xml"/><Relationship Id="rId1" Type="http://schemas.openxmlformats.org/officeDocument/2006/relationships/slideLayout" Target="../slideLayouts/slideLayout21.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17.png"/><Relationship Id="rId9" Type="http://schemas.openxmlformats.org/officeDocument/2006/relationships/image" Target="../media/image22.pn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1.xml"/></Relationships>
</file>

<file path=ppt/slides/_rels/slide25.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25.xml"/><Relationship Id="rId1" Type="http://schemas.openxmlformats.org/officeDocument/2006/relationships/slideLayout" Target="../slideLayouts/slideLayout16.xml"/><Relationship Id="rId4" Type="http://schemas.openxmlformats.org/officeDocument/2006/relationships/image" Target="../media/image24.png"/></Relationships>
</file>

<file path=ppt/slides/_rels/slide26.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26.xml"/><Relationship Id="rId1" Type="http://schemas.openxmlformats.org/officeDocument/2006/relationships/slideLayout" Target="../slideLayouts/slideLayout19.xml"/><Relationship Id="rId5" Type="http://schemas.openxmlformats.org/officeDocument/2006/relationships/image" Target="../media/image27.jpg"/><Relationship Id="rId4" Type="http://schemas.openxmlformats.org/officeDocument/2006/relationships/image" Target="../media/image26.jp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8.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1.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4.xml"/></Relationships>
</file>

<file path=ppt/slides/_rels/slide42.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2.xml"/><Relationship Id="rId1" Type="http://schemas.openxmlformats.org/officeDocument/2006/relationships/slideLayout" Target="../slideLayouts/slideLayout2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4.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4.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4.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19"/>
        <p:cNvGrpSpPr/>
        <p:nvPr/>
      </p:nvGrpSpPr>
      <p:grpSpPr>
        <a:xfrm>
          <a:off x="0" y="0"/>
          <a:ext cx="0" cy="0"/>
          <a:chOff x="0" y="0"/>
          <a:chExt cx="0" cy="0"/>
        </a:xfrm>
      </p:grpSpPr>
      <p:sp>
        <p:nvSpPr>
          <p:cNvPr id="1420" name="Google Shape;1420;p34"/>
          <p:cNvSpPr txBox="1">
            <a:spLocks noGrp="1"/>
          </p:cNvSpPr>
          <p:nvPr>
            <p:ph type="subTitle" idx="1"/>
          </p:nvPr>
        </p:nvSpPr>
        <p:spPr>
          <a:xfrm>
            <a:off x="529599" y="4511062"/>
            <a:ext cx="5148389" cy="717983"/>
          </a:xfrm>
          <a:prstGeom prst="rect">
            <a:avLst/>
          </a:prstGeom>
        </p:spPr>
        <p:txBody>
          <a:bodyPr spcFirstLastPara="1" wrap="square" lIns="91425" tIns="91425" rIns="91425" bIns="91425" anchor="t" anchorCtr="0">
            <a:noAutofit/>
          </a:bodyPr>
          <a:lstStyle/>
          <a:p>
            <a:pPr marL="0" lvl="0" indent="0"/>
            <a:r>
              <a:rPr lang="ru-RU" sz="2800" dirty="0">
                <a:latin typeface="+mn-lt"/>
              </a:rPr>
              <a:t>Завершение слоя </a:t>
            </a:r>
            <a:r>
              <a:rPr lang="en-US" sz="2800" dirty="0">
                <a:latin typeface="+mn-lt"/>
              </a:rPr>
              <a:t>Application</a:t>
            </a:r>
            <a:endParaRPr sz="2800" dirty="0">
              <a:latin typeface="+mn-lt"/>
            </a:endParaRPr>
          </a:p>
        </p:txBody>
      </p:sp>
      <p:sp>
        <p:nvSpPr>
          <p:cNvPr id="1421" name="Google Shape;1421;p34"/>
          <p:cNvSpPr txBox="1">
            <a:spLocks noGrp="1"/>
          </p:cNvSpPr>
          <p:nvPr>
            <p:ph type="ctrTitle"/>
          </p:nvPr>
        </p:nvSpPr>
        <p:spPr>
          <a:xfrm>
            <a:off x="529600" y="3105583"/>
            <a:ext cx="6974700" cy="1092054"/>
          </a:xfrm>
          <a:prstGeom prst="rect">
            <a:avLst/>
          </a:prstGeom>
        </p:spPr>
        <p:txBody>
          <a:bodyPr spcFirstLastPara="1" wrap="square" lIns="91425" tIns="91425" rIns="91425" bIns="91425" anchor="b" anchorCtr="0">
            <a:noAutofit/>
          </a:bodyPr>
          <a:lstStyle/>
          <a:p>
            <a:pPr lvl="0"/>
            <a:r>
              <a:rPr lang="ru-RU" dirty="0" smtClean="0">
                <a:solidFill>
                  <a:schemeClr val="dk1"/>
                </a:solidFill>
              </a:rPr>
              <a:t>Итоги </a:t>
            </a:r>
            <a:r>
              <a:rPr lang="ru-RU" dirty="0" smtClean="0"/>
              <a:t>7 спринта</a:t>
            </a:r>
            <a:endParaRPr dirty="0">
              <a:solidFill>
                <a:schemeClr val="dk1"/>
              </a:solidFill>
            </a:endParaRPr>
          </a:p>
        </p:txBody>
      </p:sp>
      <p:grpSp>
        <p:nvGrpSpPr>
          <p:cNvPr id="1422" name="Google Shape;1422;p34"/>
          <p:cNvGrpSpPr/>
          <p:nvPr/>
        </p:nvGrpSpPr>
        <p:grpSpPr>
          <a:xfrm>
            <a:off x="529600" y="4287315"/>
            <a:ext cx="3936683" cy="134070"/>
            <a:chOff x="1096850" y="3242811"/>
            <a:chExt cx="3936683" cy="134070"/>
          </a:xfrm>
        </p:grpSpPr>
        <p:cxnSp>
          <p:nvCxnSpPr>
            <p:cNvPr id="1423"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424" name="Google Shape;1424;p34"/>
            <p:cNvGrpSpPr/>
            <p:nvPr/>
          </p:nvGrpSpPr>
          <p:grpSpPr>
            <a:xfrm>
              <a:off x="4899464" y="3242811"/>
              <a:ext cx="134070" cy="134070"/>
              <a:chOff x="8382514" y="1084976"/>
              <a:chExt cx="265800" cy="265800"/>
            </a:xfrm>
          </p:grpSpPr>
          <p:sp>
            <p:nvSpPr>
              <p:cNvPr id="1425"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 name="Google Shape;1427;p34"/>
          <p:cNvGrpSpPr/>
          <p:nvPr/>
        </p:nvGrpSpPr>
        <p:grpSpPr>
          <a:xfrm>
            <a:off x="8017401" y="0"/>
            <a:ext cx="134100" cy="1891393"/>
            <a:chOff x="8017401" y="-313900"/>
            <a:chExt cx="134100" cy="1891393"/>
          </a:xfrm>
        </p:grpSpPr>
        <p:sp>
          <p:nvSpPr>
            <p:cNvPr id="1428" name="Google Shape;1428;p34"/>
            <p:cNvSpPr/>
            <p:nvPr/>
          </p:nvSpPr>
          <p:spPr>
            <a:xfrm rot="5400000">
              <a:off x="8017401" y="1443393"/>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29" name="Google Shape;1429;p34"/>
            <p:cNvCxnSpPr/>
            <p:nvPr/>
          </p:nvCxnSpPr>
          <p:spPr>
            <a:xfrm>
              <a:off x="8084450" y="-313900"/>
              <a:ext cx="0" cy="1795200"/>
            </a:xfrm>
            <a:prstGeom prst="straightConnector1">
              <a:avLst/>
            </a:prstGeom>
            <a:noFill/>
            <a:ln w="9525" cap="flat" cmpd="sng">
              <a:solidFill>
                <a:schemeClr val="dk2"/>
              </a:solidFill>
              <a:prstDash val="solid"/>
              <a:round/>
              <a:headEnd type="none" w="med" len="med"/>
              <a:tailEnd type="none" w="med" len="med"/>
            </a:ln>
          </p:spPr>
        </p:cxnSp>
        <p:sp>
          <p:nvSpPr>
            <p:cNvPr id="1430" name="Google Shape;1430;p34"/>
            <p:cNvSpPr/>
            <p:nvPr/>
          </p:nvSpPr>
          <p:spPr>
            <a:xfrm rot="5400000">
              <a:off x="8047559" y="1473505"/>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4"/>
          <p:cNvGrpSpPr/>
          <p:nvPr/>
        </p:nvGrpSpPr>
        <p:grpSpPr>
          <a:xfrm>
            <a:off x="6309526" y="1586400"/>
            <a:ext cx="3504715" cy="5119205"/>
            <a:chOff x="6309526" y="836950"/>
            <a:chExt cx="3504715" cy="5119205"/>
          </a:xfrm>
        </p:grpSpPr>
        <p:sp>
          <p:nvSpPr>
            <p:cNvPr id="1432" name="Google Shape;1432;p34"/>
            <p:cNvSpPr/>
            <p:nvPr/>
          </p:nvSpPr>
          <p:spPr>
            <a:xfrm>
              <a:off x="6309526" y="8369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34"/>
            <p:cNvGrpSpPr/>
            <p:nvPr/>
          </p:nvGrpSpPr>
          <p:grpSpPr>
            <a:xfrm>
              <a:off x="7728436" y="3524084"/>
              <a:ext cx="134004" cy="134004"/>
              <a:chOff x="8356813" y="1074288"/>
              <a:chExt cx="351900" cy="351900"/>
            </a:xfrm>
          </p:grpSpPr>
          <p:sp>
            <p:nvSpPr>
              <p:cNvPr id="1434" name="Google Shape;1434;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34"/>
            <p:cNvGrpSpPr/>
            <p:nvPr/>
          </p:nvGrpSpPr>
          <p:grpSpPr>
            <a:xfrm>
              <a:off x="7344361" y="3150259"/>
              <a:ext cx="134004" cy="134004"/>
              <a:chOff x="8356813" y="1074288"/>
              <a:chExt cx="351900" cy="351900"/>
            </a:xfrm>
          </p:grpSpPr>
          <p:sp>
            <p:nvSpPr>
              <p:cNvPr id="1437" name="Google Shape;1437;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34"/>
            <p:cNvGrpSpPr/>
            <p:nvPr/>
          </p:nvGrpSpPr>
          <p:grpSpPr>
            <a:xfrm>
              <a:off x="8337811" y="2464059"/>
              <a:ext cx="134004" cy="134004"/>
              <a:chOff x="8356813" y="1074288"/>
              <a:chExt cx="351900" cy="351900"/>
            </a:xfrm>
          </p:grpSpPr>
          <p:sp>
            <p:nvSpPr>
              <p:cNvPr id="1440" name="Google Shape;1440;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4"/>
            <p:cNvSpPr/>
            <p:nvPr/>
          </p:nvSpPr>
          <p:spPr>
            <a:xfrm rot="5400000">
              <a:off x="7687039" y="1023058"/>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 name="Google Shape;13648;p81"/>
          <p:cNvGrpSpPr>
            <a:grpSpLocks noChangeAspect="1"/>
          </p:cNvGrpSpPr>
          <p:nvPr/>
        </p:nvGrpSpPr>
        <p:grpSpPr>
          <a:xfrm>
            <a:off x="5540342" y="4511062"/>
            <a:ext cx="626692" cy="717983"/>
            <a:chOff x="859262" y="3353920"/>
            <a:chExt cx="306759" cy="351445"/>
          </a:xfrm>
          <a:solidFill>
            <a:schemeClr val="tx2"/>
          </a:solidFill>
        </p:grpSpPr>
        <p:sp>
          <p:nvSpPr>
            <p:cNvPr id="2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62287" y="363740"/>
            <a:ext cx="3481286"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Наша команда</a:t>
            </a:r>
            <a:endParaRPr dirty="0"/>
          </a:p>
        </p:txBody>
      </p:sp>
      <p:grpSp>
        <p:nvGrpSpPr>
          <p:cNvPr id="5" name="Группа 4"/>
          <p:cNvGrpSpPr/>
          <p:nvPr/>
        </p:nvGrpSpPr>
        <p:grpSpPr>
          <a:xfrm>
            <a:off x="94081" y="1633987"/>
            <a:ext cx="1573206" cy="3943422"/>
            <a:chOff x="124046" y="1633987"/>
            <a:chExt cx="1573206" cy="3943422"/>
          </a:xfrm>
        </p:grpSpPr>
        <p:sp>
          <p:nvSpPr>
            <p:cNvPr id="2150" name="Google Shape;2150;p58"/>
            <p:cNvSpPr/>
            <p:nvPr/>
          </p:nvSpPr>
          <p:spPr>
            <a:xfrm>
              <a:off x="380956" y="2583115"/>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txBox="1"/>
            <p:nvPr/>
          </p:nvSpPr>
          <p:spPr>
            <a:xfrm>
              <a:off x="124046"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Product Owner</a:t>
              </a:r>
              <a:endParaRPr sz="2000" b="1" dirty="0">
                <a:solidFill>
                  <a:schemeClr val="dk1"/>
                </a:solidFill>
                <a:latin typeface="IBM Plex Mono"/>
                <a:ea typeface="IBM Plex Mono"/>
                <a:cs typeface="IBM Plex Mono"/>
                <a:sym typeface="IBM Plex Mono"/>
              </a:endParaRPr>
            </a:p>
          </p:txBody>
        </p:sp>
        <p:sp>
          <p:nvSpPr>
            <p:cNvPr id="2182" name="Google Shape;2182;p58"/>
            <p:cNvSpPr txBox="1"/>
            <p:nvPr/>
          </p:nvSpPr>
          <p:spPr>
            <a:xfrm>
              <a:off x="124052"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Ромов </a:t>
              </a:r>
              <a:r>
                <a:rPr lang="ru-RU" sz="1800" dirty="0">
                  <a:solidFill>
                    <a:schemeClr val="dk1"/>
                  </a:solidFill>
                  <a:latin typeface="Arial" panose="020B0604020202020204" pitchFamily="34" charset="0"/>
                  <a:ea typeface="Poppins"/>
                  <a:cs typeface="Arial" panose="020B0604020202020204" pitchFamily="34" charset="0"/>
                  <a:sym typeface="Poppins"/>
                </a:rPr>
                <a:t>Даниил</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5" name="Google Shape;2185;p58"/>
            <p:cNvSpPr txBox="1"/>
            <p:nvPr/>
          </p:nvSpPr>
          <p:spPr>
            <a:xfrm>
              <a:off x="124046"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cxnSp>
          <p:nvCxnSpPr>
            <p:cNvPr id="2195" name="Google Shape;2195;p58"/>
            <p:cNvCxnSpPr>
              <a:endCxn id="2150" idx="0"/>
            </p:cNvCxnSpPr>
            <p:nvPr/>
          </p:nvCxnSpPr>
          <p:spPr>
            <a:xfrm rot="-5400000" flipH="1">
              <a:off x="673209"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p:nvPr/>
          </p:nvCxnSpPr>
          <p:spPr>
            <a:xfrm rot="-5400000" flipH="1">
              <a:off x="676497"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grpSp>
          <p:nvGrpSpPr>
            <p:cNvPr id="182" name="Google Shape;11807;p79"/>
            <p:cNvGrpSpPr/>
            <p:nvPr/>
          </p:nvGrpSpPr>
          <p:grpSpPr>
            <a:xfrm>
              <a:off x="473064" y="2666295"/>
              <a:ext cx="910361" cy="787559"/>
              <a:chOff x="854261" y="2908813"/>
              <a:chExt cx="377474" cy="335748"/>
            </a:xfrm>
            <a:solidFill>
              <a:schemeClr val="tx2"/>
            </a:solidFill>
          </p:grpSpPr>
          <p:sp>
            <p:nvSpPr>
              <p:cNvPr id="183"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 name="Группа 3"/>
          <p:cNvGrpSpPr/>
          <p:nvPr/>
        </p:nvGrpSpPr>
        <p:grpSpPr>
          <a:xfrm>
            <a:off x="1537856" y="1633987"/>
            <a:ext cx="1573217" cy="3943422"/>
            <a:chOff x="1567821" y="1633987"/>
            <a:chExt cx="1573217" cy="3943422"/>
          </a:xfrm>
        </p:grpSpPr>
        <p:sp>
          <p:nvSpPr>
            <p:cNvPr id="2183" name="Google Shape;2183;p58"/>
            <p:cNvSpPr txBox="1"/>
            <p:nvPr/>
          </p:nvSpPr>
          <p:spPr>
            <a:xfrm>
              <a:off x="1567834"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Scrum Master</a:t>
              </a:r>
              <a:endParaRPr sz="2000" b="1" dirty="0">
                <a:solidFill>
                  <a:schemeClr val="dk1"/>
                </a:solidFill>
                <a:latin typeface="IBM Plex Mono"/>
                <a:ea typeface="IBM Plex Mono"/>
                <a:cs typeface="IBM Plex Mono"/>
                <a:sym typeface="IBM Plex Mono"/>
              </a:endParaRPr>
            </a:p>
          </p:txBody>
        </p:sp>
        <p:sp>
          <p:nvSpPr>
            <p:cNvPr id="2184" name="Google Shape;2184;p58"/>
            <p:cNvSpPr txBox="1"/>
            <p:nvPr/>
          </p:nvSpPr>
          <p:spPr>
            <a:xfrm>
              <a:off x="1567838" y="4708309"/>
              <a:ext cx="1573200" cy="869100"/>
            </a:xfrm>
            <a:prstGeom prst="rect">
              <a:avLst/>
            </a:prstGeom>
            <a:noFill/>
            <a:ln>
              <a:noFill/>
            </a:ln>
          </p:spPr>
          <p:txBody>
            <a:bodyPr spcFirstLastPara="1" wrap="square" lIns="91425" tIns="91425" rIns="91425" bIns="91425" anchor="t" anchorCtr="0">
              <a:noAutofit/>
            </a:bodyPr>
            <a:lstStyle/>
            <a:p>
              <a:pPr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Ивличев </a:t>
              </a:r>
              <a:r>
                <a:rPr lang="ru-RU" sz="1800" dirty="0" smtClean="0">
                  <a:solidFill>
                    <a:schemeClr val="dk1"/>
                  </a:solidFill>
                  <a:latin typeface="Arial" panose="020B0604020202020204" pitchFamily="34" charset="0"/>
                  <a:ea typeface="Poppins"/>
                  <a:cs typeface="Arial" panose="020B0604020202020204" pitchFamily="34" charset="0"/>
                  <a:sym typeface="Poppins"/>
                </a:rPr>
                <a:t>Дмитрий</a:t>
              </a:r>
            </a:p>
          </p:txBody>
        </p:sp>
        <p:sp>
          <p:nvSpPr>
            <p:cNvPr id="2190" name="Google Shape;2190;p58"/>
            <p:cNvSpPr txBox="1"/>
            <p:nvPr/>
          </p:nvSpPr>
          <p:spPr>
            <a:xfrm>
              <a:off x="1567821"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cxnSp>
          <p:nvCxnSpPr>
            <p:cNvPr id="2197" name="Google Shape;2197;p58"/>
            <p:cNvCxnSpPr/>
            <p:nvPr/>
          </p:nvCxnSpPr>
          <p:spPr>
            <a:xfrm rot="-5400000" flipH="1">
              <a:off x="2120285"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p:nvPr/>
          </p:nvCxnSpPr>
          <p:spPr>
            <a:xfrm rot="-5400000" flipH="1">
              <a:off x="2116984"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5" name="Google Shape;2150;p58"/>
            <p:cNvSpPr/>
            <p:nvPr/>
          </p:nvSpPr>
          <p:spPr>
            <a:xfrm>
              <a:off x="1796710"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 name="Google Shape;14178;p83"/>
            <p:cNvGrpSpPr/>
            <p:nvPr/>
          </p:nvGrpSpPr>
          <p:grpSpPr>
            <a:xfrm>
              <a:off x="1880522" y="2645949"/>
              <a:ext cx="917025" cy="805434"/>
              <a:chOff x="3214972" y="3359188"/>
              <a:chExt cx="346406" cy="347552"/>
            </a:xfrm>
            <a:solidFill>
              <a:schemeClr val="tx2"/>
            </a:solidFill>
          </p:grpSpPr>
          <p:sp>
            <p:nvSpPr>
              <p:cNvPr id="208"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 name="Группа 5"/>
          <p:cNvGrpSpPr/>
          <p:nvPr/>
        </p:nvGrpSpPr>
        <p:grpSpPr>
          <a:xfrm>
            <a:off x="4418505" y="1632609"/>
            <a:ext cx="1573246" cy="3943422"/>
            <a:chOff x="5983959" y="1633987"/>
            <a:chExt cx="1573246" cy="3943422"/>
          </a:xfrm>
        </p:grpSpPr>
        <p:sp>
          <p:nvSpPr>
            <p:cNvPr id="2188" name="Google Shape;2188;p58"/>
            <p:cNvSpPr txBox="1"/>
            <p:nvPr/>
          </p:nvSpPr>
          <p:spPr>
            <a:xfrm>
              <a:off x="598395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2189" name="Google Shape;2189;p58"/>
            <p:cNvSpPr txBox="1"/>
            <p:nvPr/>
          </p:nvSpPr>
          <p:spPr>
            <a:xfrm>
              <a:off x="598400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Дадочкина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Анастасия</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2" name="Google Shape;2192;p58"/>
            <p:cNvSpPr txBox="1"/>
            <p:nvPr/>
          </p:nvSpPr>
          <p:spPr>
            <a:xfrm>
              <a:off x="59839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cxnSp>
          <p:nvCxnSpPr>
            <p:cNvPr id="2199" name="Google Shape;2199;p58"/>
            <p:cNvCxnSpPr/>
            <p:nvPr/>
          </p:nvCxnSpPr>
          <p:spPr>
            <a:xfrm rot="-5400000" flipH="1">
              <a:off x="6536456"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2" name="Google Shape;2202;p58"/>
            <p:cNvCxnSpPr/>
            <p:nvPr/>
          </p:nvCxnSpPr>
          <p:spPr>
            <a:xfrm rot="-5400000" flipH="1">
              <a:off x="65331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8" name="Google Shape;2150;p58"/>
            <p:cNvSpPr/>
            <p:nvPr/>
          </p:nvSpPr>
          <p:spPr>
            <a:xfrm>
              <a:off x="6232724"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2397;p64"/>
            <p:cNvGrpSpPr/>
            <p:nvPr/>
          </p:nvGrpSpPr>
          <p:grpSpPr>
            <a:xfrm>
              <a:off x="6314809" y="2666295"/>
              <a:ext cx="936046" cy="785088"/>
              <a:chOff x="713167" y="740543"/>
              <a:chExt cx="476707" cy="422153"/>
            </a:xfrm>
          </p:grpSpPr>
          <p:sp>
            <p:nvSpPr>
              <p:cNvPr id="133"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12200;p79"/>
            <p:cNvGrpSpPr/>
            <p:nvPr/>
          </p:nvGrpSpPr>
          <p:grpSpPr>
            <a:xfrm>
              <a:off x="6889916" y="2945513"/>
              <a:ext cx="371353" cy="526810"/>
              <a:chOff x="7610126" y="4279432"/>
              <a:chExt cx="158055" cy="237274"/>
            </a:xfrm>
            <a:solidFill>
              <a:schemeClr val="tx2"/>
            </a:solidFill>
          </p:grpSpPr>
          <p:sp>
            <p:nvSpPr>
              <p:cNvPr id="23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 name="Группа 2"/>
          <p:cNvGrpSpPr/>
          <p:nvPr/>
        </p:nvGrpSpPr>
        <p:grpSpPr>
          <a:xfrm>
            <a:off x="2915010" y="1632583"/>
            <a:ext cx="1573234" cy="3943422"/>
            <a:chOff x="2995487" y="1633987"/>
            <a:chExt cx="1573234" cy="3943422"/>
          </a:xfrm>
        </p:grpSpPr>
        <p:sp>
          <p:nvSpPr>
            <p:cNvPr id="2186" name="Google Shape;2186;p58"/>
            <p:cNvSpPr txBox="1"/>
            <p:nvPr/>
          </p:nvSpPr>
          <p:spPr>
            <a:xfrm>
              <a:off x="2995500"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2187" name="Google Shape;2187;p58"/>
            <p:cNvSpPr txBox="1"/>
            <p:nvPr/>
          </p:nvSpPr>
          <p:spPr>
            <a:xfrm>
              <a:off x="2995521" y="4708309"/>
              <a:ext cx="1573200" cy="869100"/>
            </a:xfrm>
            <a:prstGeom prst="rect">
              <a:avLst/>
            </a:prstGeom>
            <a:noFill/>
            <a:ln>
              <a:noFill/>
            </a:ln>
          </p:spPr>
          <p:txBody>
            <a:bodyPr spcFirstLastPara="1" wrap="square" lIns="91425" tIns="91425" rIns="91425" bIns="91425" anchor="t" anchorCtr="0">
              <a:noAutofit/>
            </a:bodyPr>
            <a:lstStyle/>
            <a:p>
              <a:pPr lvl="0"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Колбасин Федор</a:t>
              </a:r>
            </a:p>
          </p:txBody>
        </p:sp>
        <p:sp>
          <p:nvSpPr>
            <p:cNvPr id="2191" name="Google Shape;2191;p58"/>
            <p:cNvSpPr txBox="1"/>
            <p:nvPr/>
          </p:nvSpPr>
          <p:spPr>
            <a:xfrm>
              <a:off x="29954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cxnSp>
          <p:nvCxnSpPr>
            <p:cNvPr id="2198" name="Google Shape;2198;p58"/>
            <p:cNvCxnSpPr/>
            <p:nvPr/>
          </p:nvCxnSpPr>
          <p:spPr>
            <a:xfrm rot="-5400000" flipH="1">
              <a:off x="3547952"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1" name="Google Shape;2201;p58"/>
            <p:cNvCxnSpPr/>
            <p:nvPr/>
          </p:nvCxnSpPr>
          <p:spPr>
            <a:xfrm rot="-5400000" flipH="1">
              <a:off x="35446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93" name="Google Shape;2397;p64"/>
            <p:cNvGrpSpPr/>
            <p:nvPr/>
          </p:nvGrpSpPr>
          <p:grpSpPr>
            <a:xfrm>
              <a:off x="3310541" y="2645949"/>
              <a:ext cx="936046" cy="785088"/>
              <a:chOff x="713167" y="740543"/>
              <a:chExt cx="476707" cy="422153"/>
            </a:xfrm>
          </p:grpSpPr>
          <p:sp>
            <p:nvSpPr>
              <p:cNvPr id="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2150;p58"/>
            <p:cNvSpPr/>
            <p:nvPr/>
          </p:nvSpPr>
          <p:spPr>
            <a:xfrm>
              <a:off x="3237632"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 name="Google Shape;12190;p79"/>
            <p:cNvGrpSpPr/>
            <p:nvPr/>
          </p:nvGrpSpPr>
          <p:grpSpPr>
            <a:xfrm>
              <a:off x="3846882" y="2980142"/>
              <a:ext cx="419775" cy="495945"/>
              <a:chOff x="7167500" y="4279432"/>
              <a:chExt cx="169068" cy="226644"/>
            </a:xfrm>
            <a:solidFill>
              <a:schemeClr val="tx2"/>
            </a:solidFill>
            <a:effectLst>
              <a:glow>
                <a:schemeClr val="bg1"/>
              </a:glow>
            </a:effectLst>
          </p:grpSpPr>
          <p:sp>
            <p:nvSpPr>
              <p:cNvPr id="223"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Группа 6"/>
          <p:cNvGrpSpPr/>
          <p:nvPr/>
        </p:nvGrpSpPr>
        <p:grpSpPr>
          <a:xfrm>
            <a:off x="5953432" y="1632583"/>
            <a:ext cx="1573246" cy="3943422"/>
            <a:chOff x="7539069" y="1633987"/>
            <a:chExt cx="1573246" cy="3943422"/>
          </a:xfrm>
        </p:grpSpPr>
        <p:sp>
          <p:nvSpPr>
            <p:cNvPr id="62" name="Google Shape;2188;p58"/>
            <p:cNvSpPr txBox="1"/>
            <p:nvPr/>
          </p:nvSpPr>
          <p:spPr>
            <a:xfrm>
              <a:off x="753906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63" name="Google Shape;2189;p58"/>
            <p:cNvSpPr txBox="1"/>
            <p:nvPr/>
          </p:nvSpPr>
          <p:spPr>
            <a:xfrm>
              <a:off x="753911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Эренценова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Алина</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64" name="Google Shape;2192;p58"/>
            <p:cNvSpPr txBox="1"/>
            <p:nvPr/>
          </p:nvSpPr>
          <p:spPr>
            <a:xfrm>
              <a:off x="753909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5</a:t>
              </a:r>
              <a:endParaRPr sz="3000" b="1" dirty="0">
                <a:solidFill>
                  <a:schemeClr val="lt2"/>
                </a:solidFill>
                <a:latin typeface="Poppins"/>
                <a:ea typeface="Poppins"/>
                <a:cs typeface="Poppins"/>
                <a:sym typeface="Poppins"/>
              </a:endParaRPr>
            </a:p>
          </p:txBody>
        </p:sp>
        <p:cxnSp>
          <p:nvCxnSpPr>
            <p:cNvPr id="66" name="Google Shape;2199;p58"/>
            <p:cNvCxnSpPr/>
            <p:nvPr/>
          </p:nvCxnSpPr>
          <p:spPr>
            <a:xfrm rot="16200000" flipH="1">
              <a:off x="8102793" y="3756211"/>
              <a:ext cx="445831" cy="22"/>
            </a:xfrm>
            <a:prstGeom prst="bentConnector3">
              <a:avLst>
                <a:gd name="adj1" fmla="val 50000"/>
              </a:avLst>
            </a:prstGeom>
            <a:noFill/>
            <a:ln w="9525" cap="flat" cmpd="sng">
              <a:solidFill>
                <a:schemeClr val="lt2"/>
              </a:solidFill>
              <a:prstDash val="solid"/>
              <a:round/>
              <a:headEnd type="none" w="med" len="med"/>
              <a:tailEnd type="oval" w="med" len="med"/>
            </a:ln>
          </p:spPr>
        </p:cxnSp>
        <p:cxnSp>
          <p:nvCxnSpPr>
            <p:cNvPr id="67" name="Google Shape;2202;p58"/>
            <p:cNvCxnSpPr/>
            <p:nvPr/>
          </p:nvCxnSpPr>
          <p:spPr>
            <a:xfrm rot="16200000" flipH="1">
              <a:off x="8113926" y="2371326"/>
              <a:ext cx="423560" cy="18"/>
            </a:xfrm>
            <a:prstGeom prst="bentConnector3">
              <a:avLst>
                <a:gd name="adj1" fmla="val 50000"/>
              </a:avLst>
            </a:prstGeom>
            <a:noFill/>
            <a:ln w="9525" cap="flat" cmpd="sng">
              <a:solidFill>
                <a:schemeClr val="lt2"/>
              </a:solidFill>
              <a:prstDash val="solid"/>
              <a:round/>
              <a:headEnd type="none" w="med" len="med"/>
              <a:tailEnd type="none" w="med" len="med"/>
            </a:ln>
          </p:spPr>
        </p:cxnSp>
        <p:sp>
          <p:nvSpPr>
            <p:cNvPr id="129" name="Google Shape;2150;p58"/>
            <p:cNvSpPr/>
            <p:nvPr/>
          </p:nvSpPr>
          <p:spPr>
            <a:xfrm>
              <a:off x="7787834" y="2598183"/>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 name="Google Shape;2397;p64"/>
            <p:cNvGrpSpPr/>
            <p:nvPr/>
          </p:nvGrpSpPr>
          <p:grpSpPr>
            <a:xfrm>
              <a:off x="7857054" y="2668767"/>
              <a:ext cx="936046" cy="785088"/>
              <a:chOff x="713167" y="740543"/>
              <a:chExt cx="476707" cy="422153"/>
            </a:xfrm>
          </p:grpSpPr>
          <p:sp>
            <p:nvSpPr>
              <p:cNvPr id="15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 name="Google Shape;12200;p79"/>
            <p:cNvGrpSpPr/>
            <p:nvPr/>
          </p:nvGrpSpPr>
          <p:grpSpPr>
            <a:xfrm>
              <a:off x="8435661" y="2945513"/>
              <a:ext cx="371353" cy="526810"/>
              <a:chOff x="7610126" y="4279432"/>
              <a:chExt cx="158055" cy="237274"/>
            </a:xfrm>
            <a:solidFill>
              <a:schemeClr val="tx2"/>
            </a:solidFill>
          </p:grpSpPr>
          <p:sp>
            <p:nvSpPr>
              <p:cNvPr id="24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 name="Группа 1"/>
          <p:cNvGrpSpPr/>
          <p:nvPr/>
        </p:nvGrpSpPr>
        <p:grpSpPr>
          <a:xfrm>
            <a:off x="7404692" y="1632583"/>
            <a:ext cx="1739308" cy="3943422"/>
            <a:chOff x="4384523" y="1646619"/>
            <a:chExt cx="1739308" cy="3943422"/>
          </a:xfrm>
        </p:grpSpPr>
        <p:sp>
          <p:nvSpPr>
            <p:cNvPr id="188" name="Google Shape;2186;p58"/>
            <p:cNvSpPr txBox="1"/>
            <p:nvPr/>
          </p:nvSpPr>
          <p:spPr>
            <a:xfrm>
              <a:off x="4479444" y="4141780"/>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189" name="Google Shape;2187;p58"/>
            <p:cNvSpPr txBox="1"/>
            <p:nvPr/>
          </p:nvSpPr>
          <p:spPr>
            <a:xfrm>
              <a:off x="4384523" y="4720941"/>
              <a:ext cx="1739308"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Скоробогатов Николай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190" name="Google Shape;2191;p58"/>
            <p:cNvSpPr txBox="1"/>
            <p:nvPr/>
          </p:nvSpPr>
          <p:spPr>
            <a:xfrm>
              <a:off x="4479431" y="1646619"/>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6</a:t>
              </a:r>
              <a:endParaRPr sz="3000" b="1" dirty="0">
                <a:solidFill>
                  <a:schemeClr val="lt2"/>
                </a:solidFill>
                <a:latin typeface="Poppins"/>
                <a:ea typeface="Poppins"/>
                <a:cs typeface="Poppins"/>
                <a:sym typeface="Poppins"/>
              </a:endParaRPr>
            </a:p>
          </p:txBody>
        </p:sp>
        <p:cxnSp>
          <p:nvCxnSpPr>
            <p:cNvPr id="191" name="Google Shape;2198;p58"/>
            <p:cNvCxnSpPr/>
            <p:nvPr/>
          </p:nvCxnSpPr>
          <p:spPr>
            <a:xfrm rot="-5400000" flipH="1">
              <a:off x="5031896" y="375692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192" name="Google Shape;2201;p58"/>
            <p:cNvCxnSpPr/>
            <p:nvPr/>
          </p:nvCxnSpPr>
          <p:spPr>
            <a:xfrm rot="-5400000" flipH="1">
              <a:off x="5028594" y="2357822"/>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193" name="Google Shape;2397;p64"/>
            <p:cNvGrpSpPr/>
            <p:nvPr/>
          </p:nvGrpSpPr>
          <p:grpSpPr>
            <a:xfrm>
              <a:off x="4794485" y="2658581"/>
              <a:ext cx="936046" cy="785088"/>
              <a:chOff x="713167" y="740543"/>
              <a:chExt cx="476707" cy="422153"/>
            </a:xfrm>
          </p:grpSpPr>
          <p:sp>
            <p:nvSpPr>
              <p:cNvPr id="1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 name="Google Shape;2150;p58"/>
            <p:cNvSpPr/>
            <p:nvPr/>
          </p:nvSpPr>
          <p:spPr>
            <a:xfrm>
              <a:off x="4721576" y="2590740"/>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12190;p79"/>
            <p:cNvGrpSpPr/>
            <p:nvPr/>
          </p:nvGrpSpPr>
          <p:grpSpPr>
            <a:xfrm>
              <a:off x="5330826" y="2992774"/>
              <a:ext cx="419775" cy="495945"/>
              <a:chOff x="7167500" y="4279432"/>
              <a:chExt cx="169068" cy="226644"/>
            </a:xfrm>
            <a:solidFill>
              <a:schemeClr val="tx2"/>
            </a:solidFill>
            <a:effectLst>
              <a:glow>
                <a:schemeClr val="bg1"/>
              </a:glow>
            </a:effectLst>
          </p:grpSpPr>
          <p:sp>
            <p:nvSpPr>
              <p:cNvPr id="25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5307728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p36"/>
          <p:cNvSpPr txBox="1">
            <a:spLocks noGrp="1"/>
          </p:cNvSpPr>
          <p:nvPr>
            <p:ph type="title" idx="15"/>
          </p:nvPr>
        </p:nvSpPr>
        <p:spPr>
          <a:xfrm>
            <a:off x="455511" y="272777"/>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Задачи спринта</a:t>
            </a:r>
            <a:endParaRPr dirty="0"/>
          </a:p>
        </p:txBody>
      </p:sp>
      <p:sp>
        <p:nvSpPr>
          <p:cNvPr id="1457" name="Google Shape;1457;p36"/>
          <p:cNvSpPr txBox="1">
            <a:spLocks noGrp="1"/>
          </p:cNvSpPr>
          <p:nvPr>
            <p:ph type="subTitle" idx="8"/>
          </p:nvPr>
        </p:nvSpPr>
        <p:spPr>
          <a:xfrm>
            <a:off x="603728" y="1793698"/>
            <a:ext cx="2986742"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Цель спринта</a:t>
            </a:r>
            <a:endParaRPr sz="2400" dirty="0"/>
          </a:p>
        </p:txBody>
      </p:sp>
      <p:sp>
        <p:nvSpPr>
          <p:cNvPr id="1458" name="Google Shape;1458;p36"/>
          <p:cNvSpPr txBox="1">
            <a:spLocks noGrp="1"/>
          </p:cNvSpPr>
          <p:nvPr>
            <p:ph type="subTitle" idx="1"/>
          </p:nvPr>
        </p:nvSpPr>
        <p:spPr>
          <a:xfrm>
            <a:off x="603727" y="2110795"/>
            <a:ext cx="3548824" cy="1404192"/>
          </a:xfrm>
          <a:prstGeom prst="rect">
            <a:avLst/>
          </a:prstGeom>
        </p:spPr>
        <p:txBody>
          <a:bodyPr spcFirstLastPara="1" wrap="square" lIns="91425" tIns="91425" rIns="91425" bIns="91425" anchor="t" anchorCtr="0">
            <a:noAutofit/>
          </a:bodyPr>
          <a:lstStyle/>
          <a:p>
            <a:pPr marL="0" lvl="0" indent="0"/>
            <a:r>
              <a:rPr lang="ru-RU" sz="1800" dirty="0" smtClean="0">
                <a:latin typeface="Arial" panose="020B0604020202020204" pitchFamily="34" charset="0"/>
                <a:cs typeface="Arial" panose="020B0604020202020204" pitchFamily="34" charset="0"/>
              </a:rPr>
              <a:t>Завершить </a:t>
            </a:r>
            <a:r>
              <a:rPr lang="ru-RU" sz="1800" dirty="0">
                <a:latin typeface="Arial" panose="020B0604020202020204" pitchFamily="34" charset="0"/>
                <a:cs typeface="Arial" panose="020B0604020202020204" pitchFamily="34" charset="0"/>
              </a:rPr>
              <a:t>формирование слоя </a:t>
            </a:r>
            <a:r>
              <a:rPr lang="en-US" sz="1800" dirty="0" smtClean="0">
                <a:latin typeface="Arial" panose="020B0604020202020204" pitchFamily="34" charset="0"/>
                <a:cs typeface="Arial" panose="020B0604020202020204" pitchFamily="34" charset="0"/>
              </a:rPr>
              <a:t>Application</a:t>
            </a:r>
            <a:r>
              <a:rPr lang="ru-RU" sz="1800" dirty="0" smtClean="0">
                <a:latin typeface="Arial" panose="020B0604020202020204" pitchFamily="34" charset="0"/>
                <a:cs typeface="Arial" panose="020B0604020202020204" pitchFamily="34" charset="0"/>
              </a:rPr>
              <a:t> в </a:t>
            </a:r>
            <a:r>
              <a:rPr lang="en-US" sz="1800" dirty="0" err="1" smtClean="0">
                <a:latin typeface="Arial" panose="020B0604020202020204" pitchFamily="34" charset="0"/>
                <a:cs typeface="Arial" panose="020B0604020202020204" pitchFamily="34" charset="0"/>
              </a:rPr>
              <a:t>Archimate</a:t>
            </a:r>
            <a:endParaRPr lang="ru-RU" sz="1800" dirty="0">
              <a:latin typeface="Arial" panose="020B0604020202020204" pitchFamily="34" charset="0"/>
              <a:cs typeface="Arial" panose="020B0604020202020204" pitchFamily="34" charset="0"/>
            </a:endParaRPr>
          </a:p>
        </p:txBody>
      </p:sp>
      <p:sp>
        <p:nvSpPr>
          <p:cNvPr id="1462" name="Google Shape;1462;p36"/>
          <p:cNvSpPr txBox="1">
            <a:spLocks noGrp="1"/>
          </p:cNvSpPr>
          <p:nvPr>
            <p:ph type="title"/>
          </p:nvPr>
        </p:nvSpPr>
        <p:spPr>
          <a:xfrm>
            <a:off x="603731" y="1219802"/>
            <a:ext cx="607098"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01</a:t>
            </a:r>
            <a:endParaRPr sz="3200" dirty="0"/>
          </a:p>
        </p:txBody>
      </p:sp>
      <p:sp>
        <p:nvSpPr>
          <p:cNvPr id="1464" name="Google Shape;1464;p36"/>
          <p:cNvSpPr txBox="1">
            <a:spLocks noGrp="1"/>
          </p:cNvSpPr>
          <p:nvPr>
            <p:ph type="title" idx="6"/>
          </p:nvPr>
        </p:nvSpPr>
        <p:spPr>
          <a:xfrm>
            <a:off x="4759649" y="1134599"/>
            <a:ext cx="125248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02</a:t>
            </a:r>
            <a:endParaRPr sz="3200" dirty="0"/>
          </a:p>
        </p:txBody>
      </p:sp>
      <p:sp>
        <p:nvSpPr>
          <p:cNvPr id="1466" name="Google Shape;1466;p36"/>
          <p:cNvSpPr txBox="1">
            <a:spLocks noGrp="1"/>
          </p:cNvSpPr>
          <p:nvPr>
            <p:ph type="subTitle" idx="9"/>
          </p:nvPr>
        </p:nvSpPr>
        <p:spPr>
          <a:xfrm>
            <a:off x="4759649" y="1708495"/>
            <a:ext cx="3166697"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Задачи спринта</a:t>
            </a:r>
            <a:endParaRPr sz="2400" dirty="0"/>
          </a:p>
        </p:txBody>
      </p:sp>
      <p:sp>
        <p:nvSpPr>
          <p:cNvPr id="10" name="Google Shape;14251;p83"/>
          <p:cNvSpPr/>
          <p:nvPr/>
        </p:nvSpPr>
        <p:spPr>
          <a:xfrm>
            <a:off x="1210829" y="1218337"/>
            <a:ext cx="414433" cy="442099"/>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11280;p78"/>
          <p:cNvGrpSpPr/>
          <p:nvPr/>
        </p:nvGrpSpPr>
        <p:grpSpPr>
          <a:xfrm>
            <a:off x="5438360" y="1180547"/>
            <a:ext cx="271213" cy="383088"/>
            <a:chOff x="1333682" y="3344330"/>
            <a:chExt cx="271213" cy="383088"/>
          </a:xfrm>
          <a:solidFill>
            <a:schemeClr val="tx2"/>
          </a:solidFill>
        </p:grpSpPr>
        <p:sp>
          <p:nvSpPr>
            <p:cNvPr id="3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 name="Google Shape;1458;p36"/>
          <p:cNvSpPr txBox="1">
            <a:spLocks/>
          </p:cNvSpPr>
          <p:nvPr/>
        </p:nvSpPr>
        <p:spPr>
          <a:xfrm>
            <a:off x="4745447" y="2059773"/>
            <a:ext cx="4036769" cy="331840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2000" dirty="0">
                <a:latin typeface="Arial" panose="020B0604020202020204" pitchFamily="34" charset="0"/>
                <a:cs typeface="Arial" panose="020B0604020202020204" pitchFamily="34" charset="0"/>
              </a:rPr>
              <a:t>Проработать диаграмму слоя </a:t>
            </a:r>
            <a:r>
              <a:rPr lang="ru-RU" sz="2000" dirty="0" smtClean="0">
                <a:latin typeface="Arial" panose="020B0604020202020204" pitchFamily="34" charset="0"/>
                <a:cs typeface="Arial" panose="020B0604020202020204" pitchFamily="34" charset="0"/>
              </a:rPr>
              <a:t>приложений </a:t>
            </a:r>
            <a:r>
              <a:rPr lang="ru-RU" sz="2000" dirty="0">
                <a:latin typeface="Arial" panose="020B0604020202020204" pitchFamily="34" charset="0"/>
                <a:cs typeface="Arial" panose="020B0604020202020204" pitchFamily="34" charset="0"/>
              </a:rPr>
              <a:t>в </a:t>
            </a:r>
            <a:r>
              <a:rPr lang="ru-RU" sz="2000" dirty="0" err="1" smtClean="0">
                <a:latin typeface="Arial" panose="020B0604020202020204" pitchFamily="34" charset="0"/>
                <a:cs typeface="Arial" panose="020B0604020202020204" pitchFamily="34" charset="0"/>
              </a:rPr>
              <a:t>Archimate</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a:latin typeface="Arial" panose="020B0604020202020204" pitchFamily="34" charset="0"/>
                <a:cs typeface="Arial" panose="020B0604020202020204" pitchFamily="34" charset="0"/>
              </a:rPr>
              <a:t>Исследовать архитектурные стили для веб-приложения</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a:latin typeface="Arial" panose="020B0604020202020204" pitchFamily="34" charset="0"/>
                <a:cs typeface="Arial" panose="020B0604020202020204" pitchFamily="34" charset="0"/>
              </a:rPr>
              <a:t>Подготовить диаграммы последовательности </a:t>
            </a:r>
            <a:r>
              <a:rPr lang="en-US" sz="2000" dirty="0" smtClean="0">
                <a:latin typeface="Arial" panose="020B0604020202020204" pitchFamily="34" charset="0"/>
                <a:cs typeface="Arial" panose="020B0604020202020204" pitchFamily="34" charset="0"/>
              </a:rPr>
              <a:t>UML</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Составить словарь </a:t>
            </a:r>
            <a:r>
              <a:rPr lang="ru-RU" sz="2000" dirty="0" smtClean="0">
                <a:latin typeface="Arial" panose="020B0604020202020204" pitchFamily="34" charset="0"/>
                <a:cs typeface="Arial" panose="020B0604020202020204" pitchFamily="34" charset="0"/>
              </a:rPr>
              <a:t>проекта</a:t>
            </a:r>
          </a:p>
          <a:p>
            <a:pPr marL="342900" indent="-342900">
              <a:spcAft>
                <a:spcPts val="600"/>
              </a:spcAft>
              <a:buAutoNum type="arabicPeriod"/>
            </a:pPr>
            <a:r>
              <a:rPr lang="ru-RU" sz="2000" dirty="0" smtClean="0">
                <a:latin typeface="Arial" panose="020B0604020202020204" pitchFamily="34" charset="0"/>
                <a:cs typeface="Arial" panose="020B0604020202020204" pitchFamily="34" charset="0"/>
              </a:rPr>
              <a:t>Подготовить </a:t>
            </a:r>
            <a:r>
              <a:rPr lang="ru-RU" sz="2000" dirty="0">
                <a:latin typeface="Arial" panose="020B0604020202020204" pitchFamily="34" charset="0"/>
                <a:cs typeface="Arial" panose="020B0604020202020204" pitchFamily="34" charset="0"/>
              </a:rPr>
              <a:t>презентацию по итогам </a:t>
            </a:r>
            <a:r>
              <a:rPr lang="ru-RU" sz="2000" dirty="0" smtClean="0">
                <a:latin typeface="Arial" panose="020B0604020202020204" pitchFamily="34" charset="0"/>
                <a:cs typeface="Arial" panose="020B0604020202020204" pitchFamily="34" charset="0"/>
              </a:rPr>
              <a:t>#</a:t>
            </a:r>
            <a:r>
              <a:rPr lang="en-US" sz="2000" dirty="0" smtClean="0">
                <a:latin typeface="Arial" panose="020B0604020202020204" pitchFamily="34" charset="0"/>
                <a:cs typeface="Arial" panose="020B0604020202020204" pitchFamily="34" charset="0"/>
              </a:rPr>
              <a:t>7</a:t>
            </a:r>
            <a:r>
              <a:rPr lang="ru-RU" sz="2000" dirty="0" smtClean="0">
                <a:latin typeface="Arial" panose="020B0604020202020204" pitchFamily="34" charset="0"/>
                <a:cs typeface="Arial" panose="020B0604020202020204" pitchFamily="34" charset="0"/>
              </a:rPr>
              <a:t> спринта</a:t>
            </a: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38"/>
          <p:cNvSpPr txBox="1">
            <a:spLocks noGrp="1"/>
          </p:cNvSpPr>
          <p:nvPr>
            <p:ph type="title"/>
          </p:nvPr>
        </p:nvSpPr>
        <p:spPr>
          <a:xfrm>
            <a:off x="476719" y="151086"/>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Архитектура</a:t>
            </a:r>
            <a:endParaRPr dirty="0"/>
          </a:p>
        </p:txBody>
      </p:sp>
      <p:sp>
        <p:nvSpPr>
          <p:cNvPr id="1522" name="Google Shape;1522;p38"/>
          <p:cNvSpPr txBox="1">
            <a:spLocks noGrp="1"/>
          </p:cNvSpPr>
          <p:nvPr>
            <p:ph type="subTitle" idx="2"/>
          </p:nvPr>
        </p:nvSpPr>
        <p:spPr>
          <a:xfrm>
            <a:off x="476719" y="827290"/>
            <a:ext cx="8065200" cy="1642345"/>
          </a:xfrm>
          <a:prstGeom prst="rect">
            <a:avLst/>
          </a:prstGeom>
        </p:spPr>
        <p:txBody>
          <a:bodyPr spcFirstLastPara="1" wrap="square" lIns="91425" tIns="91425" rIns="91425" bIns="91425" anchor="t" anchorCtr="0">
            <a:noAutofit/>
          </a:bodyPr>
          <a:lstStyle/>
          <a:p>
            <a:pPr marL="0" lvl="0" indent="0"/>
            <a:r>
              <a:rPr lang="ru-RU" sz="2800" b="1" dirty="0">
                <a:latin typeface="+mn-lt"/>
              </a:rPr>
              <a:t>Клиент-серверная</a:t>
            </a:r>
            <a:r>
              <a:rPr lang="ru-RU" sz="2800" dirty="0">
                <a:latin typeface="+mn-lt"/>
              </a:rPr>
              <a:t> </a:t>
            </a:r>
            <a:r>
              <a:rPr lang="ru-RU" sz="2800" b="1" dirty="0">
                <a:latin typeface="+mn-lt"/>
              </a:rPr>
              <a:t>трёхзвенная</a:t>
            </a:r>
            <a:r>
              <a:rPr lang="ru-RU" sz="2800" dirty="0">
                <a:latin typeface="+mn-lt"/>
              </a:rPr>
              <a:t> </a:t>
            </a:r>
            <a:r>
              <a:rPr lang="ru-RU" sz="2800" dirty="0" smtClean="0">
                <a:latin typeface="+mn-lt"/>
              </a:rPr>
              <a:t>архитектура </a:t>
            </a:r>
            <a:r>
              <a:rPr lang="ru-RU" sz="2800" dirty="0">
                <a:latin typeface="+mn-lt"/>
              </a:rPr>
              <a:t>с </a:t>
            </a:r>
            <a:r>
              <a:rPr lang="ru-RU" sz="2800" b="1" dirty="0" smtClean="0">
                <a:latin typeface="+mn-lt"/>
              </a:rPr>
              <a:t>компонентной</a:t>
            </a:r>
            <a:r>
              <a:rPr lang="ru-RU" sz="2800" dirty="0" smtClean="0">
                <a:latin typeface="+mn-lt"/>
              </a:rPr>
              <a:t> </a:t>
            </a:r>
            <a:r>
              <a:rPr lang="ru-RU" sz="2800" dirty="0">
                <a:latin typeface="+mn-lt"/>
              </a:rPr>
              <a:t>организацией серверного </a:t>
            </a:r>
            <a:r>
              <a:rPr lang="ru-RU" sz="2800" dirty="0" smtClean="0">
                <a:latin typeface="+mn-lt"/>
              </a:rPr>
              <a:t>приложения</a:t>
            </a:r>
            <a:endParaRPr sz="2800" dirty="0">
              <a:latin typeface="+mn-lt"/>
            </a:endParaRPr>
          </a:p>
        </p:txBody>
      </p:sp>
      <p:grpSp>
        <p:nvGrpSpPr>
          <p:cNvPr id="1523" name="Google Shape;1523;p38"/>
          <p:cNvGrpSpPr/>
          <p:nvPr/>
        </p:nvGrpSpPr>
        <p:grpSpPr>
          <a:xfrm>
            <a:off x="-304796" y="5543589"/>
            <a:ext cx="5828639" cy="1458924"/>
            <a:chOff x="-123925" y="4132283"/>
            <a:chExt cx="4558967" cy="1141122"/>
          </a:xfrm>
        </p:grpSpPr>
        <p:grpSp>
          <p:nvGrpSpPr>
            <p:cNvPr id="1524" name="Google Shape;1524;p38"/>
            <p:cNvGrpSpPr/>
            <p:nvPr/>
          </p:nvGrpSpPr>
          <p:grpSpPr>
            <a:xfrm>
              <a:off x="-2" y="4132283"/>
              <a:ext cx="2308406" cy="1141122"/>
              <a:chOff x="-2" y="4132283"/>
              <a:chExt cx="2308406" cy="1141122"/>
            </a:xfrm>
          </p:grpSpPr>
          <p:sp>
            <p:nvSpPr>
              <p:cNvPr id="1525" name="Google Shape;1525;p38"/>
              <p:cNvSpPr/>
              <p:nvPr/>
            </p:nvSpPr>
            <p:spPr>
              <a:xfrm rot="5400000">
                <a:off x="663005" y="362862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rot="5400000">
                <a:off x="663620" y="3469276"/>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8"/>
            <p:cNvGrpSpPr/>
            <p:nvPr/>
          </p:nvGrpSpPr>
          <p:grpSpPr>
            <a:xfrm>
              <a:off x="-123925" y="4386226"/>
              <a:ext cx="4558967" cy="134100"/>
              <a:chOff x="796100" y="3019701"/>
              <a:chExt cx="4558967" cy="134100"/>
            </a:xfrm>
          </p:grpSpPr>
          <p:sp>
            <p:nvSpPr>
              <p:cNvPr id="1528" name="Google Shape;1528;p38"/>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9" name="Google Shape;1529;p38"/>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30" name="Google Shape;1530;p38"/>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 name="Google Shape;1656;p41"/>
          <p:cNvSpPr txBox="1">
            <a:spLocks noGrp="1"/>
          </p:cNvSpPr>
          <p:nvPr>
            <p:ph type="subTitle" idx="4294967295"/>
          </p:nvPr>
        </p:nvSpPr>
        <p:spPr>
          <a:xfrm>
            <a:off x="6205692" y="3571812"/>
            <a:ext cx="1981800" cy="402300"/>
          </a:xfrm>
          <a:prstGeom prst="rect">
            <a:avLst/>
          </a:prstGeom>
        </p:spPr>
        <p:txBody>
          <a:bodyPr spcFirstLastPara="1" wrap="square" lIns="91425" tIns="91425" rIns="91425" bIns="91425" anchor="b" anchorCtr="0">
            <a:noAutofit/>
          </a:bodyPr>
          <a:lstStyle/>
          <a:p>
            <a:pPr lvl="0"/>
            <a:r>
              <a:rPr lang="ru-RU" sz="1600" b="1" dirty="0" smtClean="0">
                <a:latin typeface="+mn-lt"/>
              </a:rPr>
              <a:t>Компонентная</a:t>
            </a:r>
            <a:endParaRPr sz="1600" b="1" dirty="0">
              <a:latin typeface="+mn-lt"/>
            </a:endParaRPr>
          </a:p>
        </p:txBody>
      </p:sp>
      <p:sp>
        <p:nvSpPr>
          <p:cNvPr id="13" name="Google Shape;1657;p41"/>
          <p:cNvSpPr txBox="1">
            <a:spLocks noGrp="1"/>
          </p:cNvSpPr>
          <p:nvPr>
            <p:ph type="subTitle" idx="1"/>
          </p:nvPr>
        </p:nvSpPr>
        <p:spPr>
          <a:xfrm>
            <a:off x="476719" y="3897912"/>
            <a:ext cx="2327431" cy="1477524"/>
          </a:xfrm>
          <a:prstGeom prst="rect">
            <a:avLst/>
          </a:prstGeom>
        </p:spPr>
        <p:txBody>
          <a:bodyPr spcFirstLastPara="1" wrap="square" lIns="91425" tIns="91425" rIns="91425" bIns="91425" anchor="t" anchorCtr="0">
            <a:noAutofit/>
          </a:bodyPr>
          <a:lstStyle/>
          <a:p>
            <a:pPr marL="0" lvl="0" indent="0"/>
            <a:r>
              <a:rPr lang="ru-RU" sz="1600" dirty="0" smtClean="0">
                <a:latin typeface="+mn-lt"/>
              </a:rPr>
              <a:t>Браузер </a:t>
            </a:r>
            <a:r>
              <a:rPr lang="ru-RU" sz="1600" dirty="0">
                <a:latin typeface="+mn-lt"/>
              </a:rPr>
              <a:t>(клиент) инициирует запросы, </a:t>
            </a:r>
            <a:r>
              <a:rPr lang="ru-RU" sz="1600" dirty="0" err="1">
                <a:latin typeface="+mn-lt"/>
              </a:rPr>
              <a:t>бэкенд</a:t>
            </a:r>
            <a:r>
              <a:rPr lang="ru-RU" sz="1600" dirty="0">
                <a:latin typeface="+mn-lt"/>
              </a:rPr>
              <a:t> (сервер) отвечает</a:t>
            </a:r>
            <a:endParaRPr sz="1600" dirty="0">
              <a:latin typeface="+mn-lt"/>
            </a:endParaRPr>
          </a:p>
        </p:txBody>
      </p:sp>
      <p:sp>
        <p:nvSpPr>
          <p:cNvPr id="14" name="Google Shape;1658;p41"/>
          <p:cNvSpPr txBox="1">
            <a:spLocks/>
          </p:cNvSpPr>
          <p:nvPr/>
        </p:nvSpPr>
        <p:spPr>
          <a:xfrm>
            <a:off x="3116624" y="3897910"/>
            <a:ext cx="2648532" cy="1497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285750" indent="-285750">
              <a:buFont typeface="Arial" panose="020B0604020202020204" pitchFamily="34" charset="0"/>
              <a:buChar char="•"/>
            </a:pPr>
            <a:r>
              <a:rPr lang="en-US" sz="1600" dirty="0" smtClean="0">
                <a:latin typeface="+mn-lt"/>
              </a:rPr>
              <a:t>Presentation </a:t>
            </a:r>
            <a:r>
              <a:rPr lang="en-US" sz="1600" dirty="0">
                <a:latin typeface="+mn-lt"/>
              </a:rPr>
              <a:t>(</a:t>
            </a:r>
            <a:r>
              <a:rPr lang="ru-RU" sz="1600" dirty="0">
                <a:latin typeface="+mn-lt"/>
              </a:rPr>
              <a:t>браузер, </a:t>
            </a:r>
            <a:r>
              <a:rPr lang="ru-RU" sz="1600" dirty="0" err="1">
                <a:latin typeface="+mn-lt"/>
              </a:rPr>
              <a:t>фронтенд</a:t>
            </a:r>
            <a:r>
              <a:rPr lang="ru-RU" sz="1600" dirty="0">
                <a:latin typeface="+mn-lt"/>
              </a:rPr>
              <a:t>)</a:t>
            </a:r>
          </a:p>
          <a:p>
            <a:pPr marL="285750" indent="-285750">
              <a:buFont typeface="Arial" panose="020B0604020202020204" pitchFamily="34" charset="0"/>
              <a:buChar char="•"/>
            </a:pPr>
            <a:r>
              <a:rPr lang="en-US" sz="1600" dirty="0">
                <a:latin typeface="+mn-lt"/>
              </a:rPr>
              <a:t>Application (</a:t>
            </a:r>
            <a:r>
              <a:rPr lang="ru-RU" sz="1600" dirty="0" err="1">
                <a:latin typeface="+mn-lt"/>
              </a:rPr>
              <a:t>бэкенд</a:t>
            </a:r>
            <a:r>
              <a:rPr lang="ru-RU" sz="1600" dirty="0">
                <a:latin typeface="+mn-lt"/>
              </a:rPr>
              <a:t> с бизнес-логикой)</a:t>
            </a:r>
          </a:p>
          <a:p>
            <a:pPr marL="285750" indent="-285750">
              <a:buFont typeface="Arial" panose="020B0604020202020204" pitchFamily="34" charset="0"/>
              <a:buChar char="•"/>
            </a:pPr>
            <a:r>
              <a:rPr lang="en-US" sz="1600" dirty="0">
                <a:latin typeface="+mn-lt"/>
              </a:rPr>
              <a:t>Data (</a:t>
            </a:r>
            <a:r>
              <a:rPr lang="ru-RU" sz="1600" dirty="0">
                <a:latin typeface="+mn-lt"/>
              </a:rPr>
              <a:t>СУБД)</a:t>
            </a:r>
            <a:endParaRPr lang="en-US" sz="1600" dirty="0">
              <a:latin typeface="+mn-lt"/>
            </a:endParaRPr>
          </a:p>
        </p:txBody>
      </p:sp>
      <p:sp>
        <p:nvSpPr>
          <p:cNvPr id="15" name="Google Shape;1659;p41"/>
          <p:cNvSpPr txBox="1">
            <a:spLocks/>
          </p:cNvSpPr>
          <p:nvPr/>
        </p:nvSpPr>
        <p:spPr>
          <a:xfrm>
            <a:off x="6205694" y="3897911"/>
            <a:ext cx="2602745" cy="149716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dirty="0">
                <a:latin typeface="+mn-lt"/>
              </a:rPr>
              <a:t>Код </a:t>
            </a:r>
            <a:r>
              <a:rPr lang="ru-RU" sz="1600" dirty="0" err="1">
                <a:latin typeface="+mn-lt"/>
              </a:rPr>
              <a:t>backend</a:t>
            </a:r>
            <a:r>
              <a:rPr lang="ru-RU" sz="1600" dirty="0">
                <a:latin typeface="+mn-lt"/>
              </a:rPr>
              <a:t> разделён на компоненты с чёткими интерфейсами и ограниченной зоной ответственности.</a:t>
            </a:r>
            <a:endParaRPr lang="en-US" sz="1600" dirty="0">
              <a:latin typeface="+mn-lt"/>
            </a:endParaRPr>
          </a:p>
        </p:txBody>
      </p:sp>
      <p:sp>
        <p:nvSpPr>
          <p:cNvPr id="16" name="Google Shape;1660;p41"/>
          <p:cNvSpPr txBox="1">
            <a:spLocks/>
          </p:cNvSpPr>
          <p:nvPr/>
        </p:nvSpPr>
        <p:spPr>
          <a:xfrm>
            <a:off x="476720" y="3571812"/>
            <a:ext cx="2199368" cy="4023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b="1" dirty="0" smtClean="0">
                <a:latin typeface="+mn-lt"/>
              </a:rPr>
              <a:t>Клиент-серверная</a:t>
            </a:r>
            <a:endParaRPr lang="en-US" sz="1600" b="1" dirty="0">
              <a:latin typeface="+mn-lt"/>
            </a:endParaRPr>
          </a:p>
        </p:txBody>
      </p:sp>
      <p:sp>
        <p:nvSpPr>
          <p:cNvPr id="17" name="Google Shape;1661;p41"/>
          <p:cNvSpPr txBox="1">
            <a:spLocks/>
          </p:cNvSpPr>
          <p:nvPr/>
        </p:nvSpPr>
        <p:spPr>
          <a:xfrm>
            <a:off x="3116623" y="3571812"/>
            <a:ext cx="1981800" cy="4023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b="1" dirty="0" smtClean="0">
                <a:latin typeface="+mn-lt"/>
              </a:rPr>
              <a:t>Трёхзвенная</a:t>
            </a:r>
            <a:endParaRPr lang="en-US" sz="1600" b="1" dirty="0">
              <a:latin typeface="+mn-lt"/>
            </a:endParaRPr>
          </a:p>
        </p:txBody>
      </p:sp>
      <p:grpSp>
        <p:nvGrpSpPr>
          <p:cNvPr id="73" name="Google Shape;14166;p83"/>
          <p:cNvGrpSpPr>
            <a:grpSpLocks noChangeAspect="1"/>
          </p:cNvGrpSpPr>
          <p:nvPr/>
        </p:nvGrpSpPr>
        <p:grpSpPr>
          <a:xfrm>
            <a:off x="539399" y="3030246"/>
            <a:ext cx="450445" cy="531333"/>
            <a:chOff x="859265" y="3348175"/>
            <a:chExt cx="312316" cy="368400"/>
          </a:xfrm>
          <a:solidFill>
            <a:schemeClr val="tx2"/>
          </a:solidFill>
        </p:grpSpPr>
        <p:sp>
          <p:nvSpPr>
            <p:cNvPr id="74"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 name="Google Shape;14472;p83"/>
          <p:cNvSpPr>
            <a:spLocks noChangeAspect="1"/>
          </p:cNvSpPr>
          <p:nvPr/>
        </p:nvSpPr>
        <p:spPr>
          <a:xfrm>
            <a:off x="6304130" y="3102159"/>
            <a:ext cx="469611" cy="469653"/>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 name="Google Shape;13648;p81"/>
          <p:cNvGrpSpPr>
            <a:grpSpLocks noChangeAspect="1"/>
          </p:cNvGrpSpPr>
          <p:nvPr/>
        </p:nvGrpSpPr>
        <p:grpSpPr>
          <a:xfrm>
            <a:off x="3185900" y="3030246"/>
            <a:ext cx="475008" cy="544203"/>
            <a:chOff x="859262" y="3353920"/>
            <a:chExt cx="306759" cy="351445"/>
          </a:xfrm>
          <a:solidFill>
            <a:schemeClr val="tx2"/>
          </a:solidFill>
        </p:grpSpPr>
        <p:sp>
          <p:nvSpPr>
            <p:cNvPr id="81"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Ручное управление потоком (Оператор)</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02058" y="-929805"/>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dirty="0" smtClean="0"/>
              <a:t> </a:t>
            </a:r>
            <a:r>
              <a:rPr lang="en-US" sz="3600" dirty="0" err="1" smtClean="0"/>
              <a:t>Archimate</a:t>
            </a:r>
            <a:endParaRPr sz="3600" dirty="0"/>
          </a:p>
        </p:txBody>
      </p:sp>
      <p:pic>
        <p:nvPicPr>
          <p:cNvPr id="3" name="Рисунок 2"/>
          <p:cNvPicPr>
            <a:picLocks noChangeAspect="1"/>
          </p:cNvPicPr>
          <p:nvPr/>
        </p:nvPicPr>
        <p:blipFill rotWithShape="1">
          <a:blip r:embed="rId4">
            <a:extLst>
              <a:ext uri="{28A0092B-C50C-407E-A947-70E740481C1C}">
                <a14:useLocalDpi xmlns:a14="http://schemas.microsoft.com/office/drawing/2010/main" val="0"/>
              </a:ext>
            </a:extLst>
          </a:blip>
          <a:srcRect l="25238"/>
          <a:stretch/>
        </p:blipFill>
        <p:spPr>
          <a:xfrm>
            <a:off x="-33957" y="1183542"/>
            <a:ext cx="9216003" cy="4879992"/>
          </a:xfrm>
          <a:prstGeom prst="rect">
            <a:avLst/>
          </a:prstGeom>
        </p:spPr>
      </p:pic>
    </p:spTree>
    <p:extLst>
      <p:ext uri="{BB962C8B-B14F-4D97-AF65-F5344CB8AC3E}">
        <p14:creationId xmlns:p14="http://schemas.microsoft.com/office/powerpoint/2010/main" val="1304351152"/>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Автоматическое управление потоком (Оператор)</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02058" y="-929805"/>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dirty="0" smtClean="0"/>
              <a:t> </a:t>
            </a:r>
            <a:r>
              <a:rPr lang="en-US" sz="3600" dirty="0" err="1" smtClean="0"/>
              <a:t>Archimate</a:t>
            </a:r>
            <a:endParaRPr sz="3600" dirty="0"/>
          </a:p>
        </p:txBody>
      </p:sp>
      <p:pic>
        <p:nvPicPr>
          <p:cNvPr id="2" name="Рисунок 1"/>
          <p:cNvPicPr>
            <a:picLocks noChangeAspect="1"/>
          </p:cNvPicPr>
          <p:nvPr/>
        </p:nvPicPr>
        <p:blipFill rotWithShape="1">
          <a:blip r:embed="rId4">
            <a:extLst>
              <a:ext uri="{28A0092B-C50C-407E-A947-70E740481C1C}">
                <a14:useLocalDpi xmlns:a14="http://schemas.microsoft.com/office/drawing/2010/main" val="0"/>
              </a:ext>
            </a:extLst>
          </a:blip>
          <a:srcRect t="2673" r="74762" b="17222"/>
          <a:stretch/>
        </p:blipFill>
        <p:spPr>
          <a:xfrm>
            <a:off x="1926217" y="913556"/>
            <a:ext cx="4844349" cy="6086862"/>
          </a:xfrm>
          <a:prstGeom prst="rect">
            <a:avLst/>
          </a:prstGeom>
        </p:spPr>
      </p:pic>
    </p:spTree>
    <p:extLst>
      <p:ext uri="{BB962C8B-B14F-4D97-AF65-F5344CB8AC3E}">
        <p14:creationId xmlns:p14="http://schemas.microsoft.com/office/powerpoint/2010/main" val="4165208061"/>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923" y="1481257"/>
            <a:ext cx="9144000" cy="4529554"/>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Сервис управления вызовами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220" y="4688147"/>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02058" y="-929805"/>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dirty="0" smtClean="0"/>
              <a:t> </a:t>
            </a:r>
            <a:r>
              <a:rPr lang="en-US" sz="3600" dirty="0" err="1" smtClean="0"/>
              <a:t>Archimate</a:t>
            </a:r>
            <a:endParaRPr sz="3600" dirty="0"/>
          </a:p>
        </p:txBody>
      </p:sp>
    </p:spTree>
    <p:extLst>
      <p:ext uri="{BB962C8B-B14F-4D97-AF65-F5344CB8AC3E}">
        <p14:creationId xmlns:p14="http://schemas.microsoft.com/office/powerpoint/2010/main" val="2095395650"/>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775" y="1136647"/>
            <a:ext cx="9279111" cy="5598446"/>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Сервис расчёта очереди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716878" y="5127858"/>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71726" y="-180868"/>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dirty="0" smtClean="0"/>
              <a:t> </a:t>
            </a:r>
            <a:r>
              <a:rPr lang="en-US" sz="3600" dirty="0" err="1" smtClean="0"/>
              <a:t>Archimate</a:t>
            </a:r>
            <a:endParaRPr sz="3600" dirty="0"/>
          </a:p>
        </p:txBody>
      </p:sp>
    </p:spTree>
    <p:extLst>
      <p:ext uri="{BB962C8B-B14F-4D97-AF65-F5344CB8AC3E}">
        <p14:creationId xmlns:p14="http://schemas.microsoft.com/office/powerpoint/2010/main" val="2691907937"/>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38786" y="979718"/>
            <a:ext cx="6728600" cy="5878282"/>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Сервис управления сессиями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646817" y="4818180"/>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641296" y="-505245"/>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dirty="0" smtClean="0"/>
              <a:t> </a:t>
            </a:r>
            <a:r>
              <a:rPr lang="en-US" sz="3600" dirty="0" err="1" smtClean="0"/>
              <a:t>Archimate</a:t>
            </a:r>
            <a:endParaRPr sz="3600" dirty="0"/>
          </a:p>
        </p:txBody>
      </p:sp>
    </p:spTree>
    <p:extLst>
      <p:ext uri="{BB962C8B-B14F-4D97-AF65-F5344CB8AC3E}">
        <p14:creationId xmlns:p14="http://schemas.microsoft.com/office/powerpoint/2010/main" val="4281246752"/>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311" y="1482152"/>
            <a:ext cx="9144000" cy="4098516"/>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Сервис управления талонами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577228" y="4425920"/>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641296" y="-273032"/>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dirty="0" smtClean="0"/>
              <a:t> </a:t>
            </a:r>
            <a:r>
              <a:rPr lang="en-US" sz="3600" dirty="0" err="1" smtClean="0"/>
              <a:t>Archimate</a:t>
            </a:r>
            <a:endParaRPr sz="3600" dirty="0"/>
          </a:p>
        </p:txBody>
      </p:sp>
    </p:spTree>
    <p:extLst>
      <p:ext uri="{BB962C8B-B14F-4D97-AF65-F5344CB8AC3E}">
        <p14:creationId xmlns:p14="http://schemas.microsoft.com/office/powerpoint/2010/main" val="930835899"/>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7365" y="1037143"/>
            <a:ext cx="8716024" cy="5840178"/>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Оказание услуги (Исполнитель)</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3041252" y="4593269"/>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740356" y="-882632"/>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200" dirty="0"/>
              <a:t>Диаграмма </a:t>
            </a:r>
            <a:r>
              <a:rPr lang="ru-RU" sz="3200" dirty="0" smtClean="0"/>
              <a:t>последовательности </a:t>
            </a:r>
            <a:r>
              <a:rPr lang="en-US" sz="3200" dirty="0" smtClean="0"/>
              <a:t>UML</a:t>
            </a:r>
            <a:endParaRPr sz="3200" dirty="0"/>
          </a:p>
        </p:txBody>
      </p:sp>
    </p:spTree>
    <p:extLst>
      <p:ext uri="{BB962C8B-B14F-4D97-AF65-F5344CB8AC3E}">
        <p14:creationId xmlns:p14="http://schemas.microsoft.com/office/powerpoint/2010/main" val="2972812097"/>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rotWithShape="1">
          <a:blip r:embed="rId3">
            <a:extLst>
              <a:ext uri="{28A0092B-C50C-407E-A947-70E740481C1C}">
                <a14:useLocalDpi xmlns:a14="http://schemas.microsoft.com/office/drawing/2010/main" val="0"/>
              </a:ext>
            </a:extLst>
          </a:blip>
          <a:srcRect l="1415"/>
          <a:stretch/>
        </p:blipFill>
        <p:spPr>
          <a:xfrm>
            <a:off x="0" y="1100583"/>
            <a:ext cx="9143999" cy="4775130"/>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Мониторинг очереди (Наблюдатель)</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3041252" y="4593269"/>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740356" y="-882632"/>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200" dirty="0"/>
              <a:t>Диаграмма </a:t>
            </a:r>
            <a:r>
              <a:rPr lang="ru-RU" sz="3200" dirty="0" smtClean="0"/>
              <a:t>последовательности </a:t>
            </a:r>
            <a:r>
              <a:rPr lang="en-US" sz="3200" dirty="0" smtClean="0"/>
              <a:t>UML</a:t>
            </a:r>
            <a:endParaRPr sz="3200" dirty="0"/>
          </a:p>
        </p:txBody>
      </p:sp>
    </p:spTree>
    <p:extLst>
      <p:ext uri="{BB962C8B-B14F-4D97-AF65-F5344CB8AC3E}">
        <p14:creationId xmlns:p14="http://schemas.microsoft.com/office/powerpoint/2010/main" val="625348204"/>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rotWithShape="1">
          <a:blip r:embed="rId3">
            <a:extLst>
              <a:ext uri="{28A0092B-C50C-407E-A947-70E740481C1C}">
                <a14:useLocalDpi xmlns:a14="http://schemas.microsoft.com/office/drawing/2010/main" val="0"/>
              </a:ext>
            </a:extLst>
          </a:blip>
          <a:srcRect b="5964"/>
          <a:stretch/>
        </p:blipFill>
        <p:spPr>
          <a:xfrm>
            <a:off x="464807" y="941275"/>
            <a:ext cx="8140428" cy="5916725"/>
          </a:xfrm>
          <a:prstGeom prst="rect">
            <a:avLst/>
          </a:prstGeom>
        </p:spPr>
      </p:pic>
      <p:sp>
        <p:nvSpPr>
          <p:cNvPr id="1475" name="Google Shape;1475;p37"/>
          <p:cNvSpPr txBox="1">
            <a:spLocks noGrp="1"/>
          </p:cNvSpPr>
          <p:nvPr>
            <p:ph type="subTitle" idx="1"/>
          </p:nvPr>
        </p:nvSpPr>
        <p:spPr>
          <a:xfrm>
            <a:off x="475129" y="590578"/>
            <a:ext cx="6073717"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Постановка в очередь</a:t>
            </a:r>
            <a:r>
              <a:rPr lang="ru-RU" sz="1600" dirty="0" smtClean="0">
                <a:latin typeface="Arial" panose="020B0604020202020204" pitchFamily="34" charset="0"/>
                <a:cs typeface="Arial" panose="020B0604020202020204" pitchFamily="34" charset="0"/>
              </a:rPr>
              <a:t> (Неавторизованный клиент)</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996787" y="4479972"/>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549404" y="-77812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200" dirty="0"/>
              <a:t>Диаграмма </a:t>
            </a:r>
            <a:r>
              <a:rPr lang="ru-RU" sz="3200" dirty="0" smtClean="0"/>
              <a:t>последовательности </a:t>
            </a:r>
            <a:r>
              <a:rPr lang="en-US" sz="3200" dirty="0" smtClean="0"/>
              <a:t>UML</a:t>
            </a:r>
            <a:endParaRPr sz="3200" dirty="0"/>
          </a:p>
        </p:txBody>
      </p:sp>
    </p:spTree>
    <p:extLst>
      <p:ext uri="{BB962C8B-B14F-4D97-AF65-F5344CB8AC3E}">
        <p14:creationId xmlns:p14="http://schemas.microsoft.com/office/powerpoint/2010/main" val="747343894"/>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8" name="Google Shape;1628;p40"/>
          <p:cNvSpPr txBox="1">
            <a:spLocks noGrp="1"/>
          </p:cNvSpPr>
          <p:nvPr>
            <p:ph type="title"/>
          </p:nvPr>
        </p:nvSpPr>
        <p:spPr>
          <a:xfrm>
            <a:off x="332367" y="6627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Словарь</a:t>
            </a:r>
            <a:endParaRPr dirty="0"/>
          </a:p>
        </p:txBody>
      </p:sp>
      <p:pic>
        <p:nvPicPr>
          <p:cNvPr id="2" name="Рисунок 1"/>
          <p:cNvPicPr>
            <a:picLocks noChangeAspect="1"/>
          </p:cNvPicPr>
          <p:nvPr/>
        </p:nvPicPr>
        <p:blipFill>
          <a:blip r:embed="rId3"/>
          <a:stretch>
            <a:fillRect/>
          </a:stretch>
        </p:blipFill>
        <p:spPr>
          <a:xfrm>
            <a:off x="0" y="1640457"/>
            <a:ext cx="9144000" cy="3320566"/>
          </a:xfrm>
          <a:prstGeom prst="rect">
            <a:avLst/>
          </a:prstGeom>
        </p:spPr>
      </p:pic>
    </p:spTree>
    <p:extLst>
      <p:ext uri="{BB962C8B-B14F-4D97-AF65-F5344CB8AC3E}">
        <p14:creationId xmlns:p14="http://schemas.microsoft.com/office/powerpoint/2010/main" val="248783800"/>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pic>
        <p:nvPicPr>
          <p:cNvPr id="3" name="Рисунок 2"/>
          <p:cNvPicPr>
            <a:picLocks noChangeAspect="1"/>
          </p:cNvPicPr>
          <p:nvPr/>
        </p:nvPicPr>
        <p:blipFill>
          <a:blip r:embed="rId3"/>
          <a:stretch>
            <a:fillRect/>
          </a:stretch>
        </p:blipFill>
        <p:spPr>
          <a:xfrm>
            <a:off x="227864" y="638971"/>
            <a:ext cx="8712760" cy="6219029"/>
          </a:xfrm>
          <a:prstGeom prst="rect">
            <a:avLst/>
          </a:prstGeom>
        </p:spPr>
      </p:pic>
      <p:sp>
        <p:nvSpPr>
          <p:cNvPr id="1628" name="Google Shape;1628;p40"/>
          <p:cNvSpPr txBox="1">
            <a:spLocks noGrp="1"/>
          </p:cNvSpPr>
          <p:nvPr>
            <p:ph type="title"/>
          </p:nvPr>
        </p:nvSpPr>
        <p:spPr>
          <a:xfrm>
            <a:off x="332367" y="6627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Словарь</a:t>
            </a:r>
            <a:endParaRPr dirty="0"/>
          </a:p>
        </p:txBody>
      </p:sp>
    </p:spTree>
    <p:extLst>
      <p:ext uri="{BB962C8B-B14F-4D97-AF65-F5344CB8AC3E}">
        <p14:creationId xmlns:p14="http://schemas.microsoft.com/office/powerpoint/2010/main" val="515659965"/>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721"/>
        <p:cNvGrpSpPr/>
        <p:nvPr/>
      </p:nvGrpSpPr>
      <p:grpSpPr>
        <a:xfrm>
          <a:off x="0" y="0"/>
          <a:ext cx="0" cy="0"/>
          <a:chOff x="0" y="0"/>
          <a:chExt cx="0" cy="0"/>
        </a:xfrm>
      </p:grpSpPr>
      <p:sp>
        <p:nvSpPr>
          <p:cNvPr id="1724" name="Google Shape;1724;p42"/>
          <p:cNvSpPr txBox="1">
            <a:spLocks noGrp="1"/>
          </p:cNvSpPr>
          <p:nvPr>
            <p:ph type="title"/>
          </p:nvPr>
        </p:nvSpPr>
        <p:spPr>
          <a:xfrm>
            <a:off x="472288" y="29438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Обзор спринта</a:t>
            </a:r>
            <a:endParaRPr dirty="0"/>
          </a:p>
        </p:txBody>
      </p:sp>
      <p:grpSp>
        <p:nvGrpSpPr>
          <p:cNvPr id="11" name="Google Shape;1422;p34"/>
          <p:cNvGrpSpPr/>
          <p:nvPr/>
        </p:nvGrpSpPr>
        <p:grpSpPr>
          <a:xfrm>
            <a:off x="472288" y="888833"/>
            <a:ext cx="3936683" cy="134070"/>
            <a:chOff x="1096850" y="3242811"/>
            <a:chExt cx="3936683" cy="134070"/>
          </a:xfrm>
        </p:grpSpPr>
        <p:cxnSp>
          <p:nvCxnSpPr>
            <p:cNvPr id="12"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3" name="Google Shape;1424;p34"/>
            <p:cNvGrpSpPr/>
            <p:nvPr/>
          </p:nvGrpSpPr>
          <p:grpSpPr>
            <a:xfrm>
              <a:off x="4899464" y="3242811"/>
              <a:ext cx="134070" cy="134070"/>
              <a:chOff x="8382514" y="1084976"/>
              <a:chExt cx="265800" cy="265800"/>
            </a:xfrm>
          </p:grpSpPr>
          <p:sp>
            <p:nvSpPr>
              <p:cNvPr id="14"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 name="Google Shape;1457;p36"/>
          <p:cNvSpPr txBox="1">
            <a:spLocks/>
          </p:cNvSpPr>
          <p:nvPr/>
        </p:nvSpPr>
        <p:spPr>
          <a:xfrm>
            <a:off x="651278"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выполнили</a:t>
            </a:r>
            <a:endParaRPr lang="ru-RU" sz="2400" dirty="0"/>
          </a:p>
        </p:txBody>
      </p:sp>
      <p:sp>
        <p:nvSpPr>
          <p:cNvPr id="23" name="Google Shape;1458;p36"/>
          <p:cNvSpPr txBox="1">
            <a:spLocks/>
          </p:cNvSpPr>
          <p:nvPr/>
        </p:nvSpPr>
        <p:spPr>
          <a:xfrm>
            <a:off x="651278" y="2071735"/>
            <a:ext cx="3757694" cy="441646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Проработан слоя </a:t>
            </a:r>
            <a:r>
              <a:rPr lang="ru-RU" sz="1800" dirty="0">
                <a:latin typeface="Arial" panose="020B0604020202020204" pitchFamily="34" charset="0"/>
                <a:cs typeface="Arial" panose="020B0604020202020204" pitchFamily="34" charset="0"/>
              </a:rPr>
              <a:t>приложений в </a:t>
            </a:r>
            <a:r>
              <a:rPr lang="ru-RU" sz="1800" dirty="0" err="1">
                <a:latin typeface="Arial" panose="020B0604020202020204" pitchFamily="34" charset="0"/>
                <a:cs typeface="Arial" panose="020B0604020202020204" pitchFamily="34" charset="0"/>
              </a:rPr>
              <a:t>Archimate</a:t>
            </a:r>
            <a:endParaRPr lang="ru-RU" sz="1800" dirty="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Изучен архитектурный стиль</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часть диаграмм последовательности </a:t>
            </a:r>
            <a:r>
              <a:rPr lang="en-US" sz="1800" dirty="0" smtClean="0">
                <a:latin typeface="Arial" panose="020B0604020202020204" pitchFamily="34" charset="0"/>
                <a:cs typeface="Arial" panose="020B0604020202020204" pitchFamily="34" charset="0"/>
              </a:rPr>
              <a:t>UML</a:t>
            </a:r>
            <a:endParaRPr lang="ru-RU" sz="18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 </a:t>
            </a:r>
            <a:r>
              <a:rPr lang="ru-RU" sz="1800" dirty="0" smtClean="0">
                <a:latin typeface="Arial" panose="020B0604020202020204" pitchFamily="34" charset="0"/>
                <a:cs typeface="Arial" panose="020B0604020202020204" pitchFamily="34" charset="0"/>
              </a:rPr>
              <a:t>черновик словаря </a:t>
            </a:r>
            <a:r>
              <a:rPr lang="ru-RU" sz="1800" dirty="0" smtClean="0">
                <a:latin typeface="Arial" panose="020B0604020202020204" pitchFamily="34" charset="0"/>
                <a:cs typeface="Arial" panose="020B0604020202020204" pitchFamily="34" charset="0"/>
              </a:rPr>
              <a:t>проекта</a:t>
            </a:r>
            <a:endParaRPr lang="ru-RU" sz="1800" dirty="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презентация </a:t>
            </a:r>
            <a:r>
              <a:rPr lang="ru-RU" sz="1800" dirty="0">
                <a:latin typeface="Arial" panose="020B0604020202020204" pitchFamily="34" charset="0"/>
                <a:cs typeface="Arial" panose="020B0604020202020204" pitchFamily="34" charset="0"/>
              </a:rPr>
              <a:t>по итогам </a:t>
            </a:r>
            <a:r>
              <a:rPr lang="ru-RU" sz="1800" dirty="0" smtClean="0">
                <a:latin typeface="Arial" panose="020B0604020202020204" pitchFamily="34" charset="0"/>
                <a:cs typeface="Arial" panose="020B0604020202020204" pitchFamily="34" charset="0"/>
              </a:rPr>
              <a:t>#6 </a:t>
            </a:r>
            <a:r>
              <a:rPr lang="ru-RU" sz="1800" dirty="0">
                <a:latin typeface="Arial" panose="020B0604020202020204" pitchFamily="34" charset="0"/>
                <a:cs typeface="Arial" panose="020B0604020202020204" pitchFamily="34" charset="0"/>
              </a:rPr>
              <a:t>спринта</a:t>
            </a:r>
          </a:p>
        </p:txBody>
      </p:sp>
      <p:sp>
        <p:nvSpPr>
          <p:cNvPr id="25" name="Google Shape;1462;p36"/>
          <p:cNvSpPr txBox="1">
            <a:spLocks/>
          </p:cNvSpPr>
          <p:nvPr/>
        </p:nvSpPr>
        <p:spPr>
          <a:xfrm>
            <a:off x="651278" y="1111697"/>
            <a:ext cx="700778"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01</a:t>
            </a:r>
            <a:endParaRPr lang="en" sz="3200" dirty="0"/>
          </a:p>
        </p:txBody>
      </p:sp>
      <p:sp>
        <p:nvSpPr>
          <p:cNvPr id="16" name="Google Shape;1457;p36"/>
          <p:cNvSpPr txBox="1">
            <a:spLocks/>
          </p:cNvSpPr>
          <p:nvPr/>
        </p:nvSpPr>
        <p:spPr>
          <a:xfrm>
            <a:off x="4696170"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не успели</a:t>
            </a:r>
            <a:endParaRPr lang="ru-RU" sz="2400" dirty="0"/>
          </a:p>
        </p:txBody>
      </p:sp>
      <p:sp>
        <p:nvSpPr>
          <p:cNvPr id="17" name="Google Shape;1458;p36"/>
          <p:cNvSpPr txBox="1">
            <a:spLocks/>
          </p:cNvSpPr>
          <p:nvPr/>
        </p:nvSpPr>
        <p:spPr>
          <a:xfrm>
            <a:off x="4696169" y="2071735"/>
            <a:ext cx="4036769" cy="191303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Исполнены не все диаграммы </a:t>
            </a:r>
            <a:r>
              <a:rPr lang="ru-RU" sz="1800" dirty="0" smtClean="0">
                <a:latin typeface="Arial" panose="020B0604020202020204" pitchFamily="34" charset="0"/>
                <a:cs typeface="Arial" panose="020B0604020202020204" pitchFamily="34" charset="0"/>
              </a:rPr>
              <a:t>последовательности</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Провести </a:t>
            </a:r>
            <a:r>
              <a:rPr lang="ru-RU" sz="1800" dirty="0" err="1" smtClean="0">
                <a:latin typeface="Arial" panose="020B0604020202020204" pitchFamily="34" charset="0"/>
                <a:cs typeface="Arial" panose="020B0604020202020204" pitchFamily="34" charset="0"/>
              </a:rPr>
              <a:t>ревью</a:t>
            </a:r>
            <a:r>
              <a:rPr lang="ru-RU" sz="1800" dirty="0" smtClean="0">
                <a:latin typeface="Arial" panose="020B0604020202020204" pitchFamily="34" charset="0"/>
                <a:cs typeface="Arial" panose="020B0604020202020204" pitchFamily="34" charset="0"/>
              </a:rPr>
              <a:t> словарю</a:t>
            </a:r>
            <a:endParaRPr lang="ru-RU" sz="1800" dirty="0" smtClean="0">
              <a:latin typeface="Arial" panose="020B0604020202020204" pitchFamily="34" charset="0"/>
              <a:cs typeface="Arial" panose="020B0604020202020204" pitchFamily="34" charset="0"/>
            </a:endParaRPr>
          </a:p>
        </p:txBody>
      </p:sp>
      <p:sp>
        <p:nvSpPr>
          <p:cNvPr id="18" name="Google Shape;1462;p36"/>
          <p:cNvSpPr txBox="1">
            <a:spLocks/>
          </p:cNvSpPr>
          <p:nvPr/>
        </p:nvSpPr>
        <p:spPr>
          <a:xfrm>
            <a:off x="4696170" y="1111697"/>
            <a:ext cx="695906"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a:t>
            </a:r>
            <a:r>
              <a:rPr lang="ru-RU" sz="3200" dirty="0" smtClean="0"/>
              <a:t>2</a:t>
            </a:r>
            <a:endParaRPr lang="en" sz="3200" dirty="0"/>
          </a:p>
        </p:txBody>
      </p:sp>
      <p:grpSp>
        <p:nvGrpSpPr>
          <p:cNvPr id="19" name="Google Shape;11157;p78"/>
          <p:cNvGrpSpPr/>
          <p:nvPr/>
        </p:nvGrpSpPr>
        <p:grpSpPr>
          <a:xfrm>
            <a:off x="5456934" y="1251365"/>
            <a:ext cx="198775" cy="348972"/>
            <a:chOff x="2487439" y="4280740"/>
            <a:chExt cx="198775" cy="348972"/>
          </a:xfrm>
          <a:solidFill>
            <a:schemeClr val="tx2"/>
          </a:solidFill>
        </p:grpSpPr>
        <p:sp>
          <p:nvSpPr>
            <p:cNvPr id="20"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10994;p77"/>
          <p:cNvGrpSpPr/>
          <p:nvPr/>
        </p:nvGrpSpPr>
        <p:grpSpPr>
          <a:xfrm>
            <a:off x="1356008" y="1273520"/>
            <a:ext cx="361289" cy="269429"/>
            <a:chOff x="5216456" y="3725484"/>
            <a:chExt cx="356196" cy="265631"/>
          </a:xfrm>
          <a:solidFill>
            <a:schemeClr val="tx2"/>
          </a:solidFill>
        </p:grpSpPr>
        <p:sp>
          <p:nvSpPr>
            <p:cNvPr id="31"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472">
          <a:extLst>
            <a:ext uri="{FF2B5EF4-FFF2-40B4-BE49-F238E27FC236}">
              <a16:creationId xmlns:a16="http://schemas.microsoft.com/office/drawing/2014/main" id="{6AD9569F-F640-D132-2F9F-791E96D7FEEE}"/>
            </a:ext>
          </a:extLst>
        </p:cNvPr>
        <p:cNvGrpSpPr/>
        <p:nvPr/>
      </p:nvGrpSpPr>
      <p:grpSpPr>
        <a:xfrm>
          <a:off x="0" y="0"/>
          <a:ext cx="0" cy="0"/>
          <a:chOff x="0" y="0"/>
          <a:chExt cx="0" cy="0"/>
        </a:xfrm>
      </p:grpSpPr>
      <p:grpSp>
        <p:nvGrpSpPr>
          <p:cNvPr id="1476" name="Google Shape;1476;p37">
            <a:extLst>
              <a:ext uri="{FF2B5EF4-FFF2-40B4-BE49-F238E27FC236}">
                <a16:creationId xmlns:a16="http://schemas.microsoft.com/office/drawing/2014/main" id="{1DE98D83-9B4F-340D-BF0E-BCAB157BC491}"/>
              </a:ext>
            </a:extLst>
          </p:cNvPr>
          <p:cNvGrpSpPr/>
          <p:nvPr/>
        </p:nvGrpSpPr>
        <p:grpSpPr>
          <a:xfrm>
            <a:off x="-973337" y="4582175"/>
            <a:ext cx="3922590" cy="2969900"/>
            <a:chOff x="-374387" y="3354325"/>
            <a:chExt cx="3922590" cy="2969900"/>
          </a:xfrm>
        </p:grpSpPr>
        <p:pic>
          <p:nvPicPr>
            <p:cNvPr id="1477" name="Google Shape;1477;p37">
              <a:extLst>
                <a:ext uri="{FF2B5EF4-FFF2-40B4-BE49-F238E27FC236}">
                  <a16:creationId xmlns:a16="http://schemas.microsoft.com/office/drawing/2014/main" id="{8767377B-F432-F0F0-55CA-1D110492EC20}"/>
                </a:ext>
              </a:extLst>
            </p:cNvPr>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a:extLst>
                <a:ext uri="{FF2B5EF4-FFF2-40B4-BE49-F238E27FC236}">
                  <a16:creationId xmlns:a16="http://schemas.microsoft.com/office/drawing/2014/main" id="{1F99BFEA-1E29-DCBA-772C-D31D9F881641}"/>
                </a:ext>
              </a:extLst>
            </p:cNvPr>
            <p:cNvGrpSpPr/>
            <p:nvPr/>
          </p:nvGrpSpPr>
          <p:grpSpPr>
            <a:xfrm>
              <a:off x="1853583" y="4445557"/>
              <a:ext cx="1694620" cy="1360169"/>
              <a:chOff x="7945225" y="4302000"/>
              <a:chExt cx="904666" cy="726121"/>
            </a:xfrm>
          </p:grpSpPr>
          <p:sp>
            <p:nvSpPr>
              <p:cNvPr id="1479" name="Google Shape;1479;p37">
                <a:extLst>
                  <a:ext uri="{FF2B5EF4-FFF2-40B4-BE49-F238E27FC236}">
                    <a16:creationId xmlns:a16="http://schemas.microsoft.com/office/drawing/2014/main" id="{9E3CE8B1-F312-65EF-A781-AE3B49C74B60}"/>
                  </a:ext>
                </a:extLst>
              </p:cNvPr>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a:extLst>
                  <a:ext uri="{FF2B5EF4-FFF2-40B4-BE49-F238E27FC236}">
                    <a16:creationId xmlns:a16="http://schemas.microsoft.com/office/drawing/2014/main" id="{DB02408A-6838-9D44-4A57-0ADEC271F701}"/>
                  </a:ext>
                </a:extLst>
              </p:cNvPr>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a:extLst>
                  <a:ext uri="{FF2B5EF4-FFF2-40B4-BE49-F238E27FC236}">
                    <a16:creationId xmlns:a16="http://schemas.microsoft.com/office/drawing/2014/main" id="{71FAD5FC-0A6B-96EF-4B31-38485695C078}"/>
                  </a:ext>
                </a:extLst>
              </p:cNvPr>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a:extLst>
              <a:ext uri="{FF2B5EF4-FFF2-40B4-BE49-F238E27FC236}">
                <a16:creationId xmlns:a16="http://schemas.microsoft.com/office/drawing/2014/main" id="{3AEB816A-63EC-D76B-82D7-C0F3DBD43068}"/>
              </a:ext>
            </a:extLst>
          </p:cNvPr>
          <p:cNvGrpSpPr/>
          <p:nvPr/>
        </p:nvGrpSpPr>
        <p:grpSpPr>
          <a:xfrm>
            <a:off x="7475338" y="-795053"/>
            <a:ext cx="4829487" cy="7542613"/>
            <a:chOff x="6128138" y="-1301175"/>
            <a:chExt cx="4268216" cy="6666030"/>
          </a:xfrm>
        </p:grpSpPr>
        <p:sp>
          <p:nvSpPr>
            <p:cNvPr id="1483" name="Google Shape;1483;p37">
              <a:extLst>
                <a:ext uri="{FF2B5EF4-FFF2-40B4-BE49-F238E27FC236}">
                  <a16:creationId xmlns:a16="http://schemas.microsoft.com/office/drawing/2014/main" id="{FCF33FDA-88A9-6F62-1B5E-6B7E7D6B0CBF}"/>
                </a:ext>
              </a:extLst>
            </p:cNvPr>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a:extLst>
                <a:ext uri="{FF2B5EF4-FFF2-40B4-BE49-F238E27FC236}">
                  <a16:creationId xmlns:a16="http://schemas.microsoft.com/office/drawing/2014/main" id="{0CEB853C-E3EF-B575-1486-7CA6DC777458}"/>
                </a:ext>
              </a:extLst>
            </p:cNvPr>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a:extLst>
                <a:ext uri="{FF2B5EF4-FFF2-40B4-BE49-F238E27FC236}">
                  <a16:creationId xmlns:a16="http://schemas.microsoft.com/office/drawing/2014/main" id="{1952995D-EA03-7210-749F-D1C2428477B5}"/>
                </a:ext>
              </a:extLst>
            </p:cNvPr>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a:extLst>
                <a:ext uri="{FF2B5EF4-FFF2-40B4-BE49-F238E27FC236}">
                  <a16:creationId xmlns:a16="http://schemas.microsoft.com/office/drawing/2014/main" id="{A8862B4D-CA91-AA0E-D5FB-330E06CB3158}"/>
                </a:ext>
              </a:extLst>
            </p:cNvPr>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a:extLst>
                <a:ext uri="{FF2B5EF4-FFF2-40B4-BE49-F238E27FC236}">
                  <a16:creationId xmlns:a16="http://schemas.microsoft.com/office/drawing/2014/main" id="{74FE22C0-4599-A872-91FB-046CCFB80F97}"/>
                </a:ext>
              </a:extLst>
            </p:cNvPr>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a:extLst>
                <a:ext uri="{FF2B5EF4-FFF2-40B4-BE49-F238E27FC236}">
                  <a16:creationId xmlns:a16="http://schemas.microsoft.com/office/drawing/2014/main" id="{B3F67CE4-AE86-CCD2-A0FB-827DC02F2F0E}"/>
                </a:ext>
              </a:extLst>
            </p:cNvPr>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a:extLst>
                <a:ext uri="{FF2B5EF4-FFF2-40B4-BE49-F238E27FC236}">
                  <a16:creationId xmlns:a16="http://schemas.microsoft.com/office/drawing/2014/main" id="{523CD56B-F89A-54D8-2393-B5890979B5D0}"/>
                </a:ext>
              </a:extLst>
            </p:cNvPr>
            <p:cNvGrpSpPr/>
            <p:nvPr/>
          </p:nvGrpSpPr>
          <p:grpSpPr>
            <a:xfrm rot="5400000">
              <a:off x="7873341" y="4254316"/>
              <a:ext cx="708100" cy="708500"/>
              <a:chOff x="3678700" y="407275"/>
              <a:chExt cx="708100" cy="708500"/>
            </a:xfrm>
          </p:grpSpPr>
          <p:sp>
            <p:nvSpPr>
              <p:cNvPr id="1490" name="Google Shape;1490;p37">
                <a:extLst>
                  <a:ext uri="{FF2B5EF4-FFF2-40B4-BE49-F238E27FC236}">
                    <a16:creationId xmlns:a16="http://schemas.microsoft.com/office/drawing/2014/main" id="{9D6FBC0F-CD68-D802-D481-ED5829CC9C01}"/>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a:extLst>
                  <a:ext uri="{FF2B5EF4-FFF2-40B4-BE49-F238E27FC236}">
                    <a16:creationId xmlns:a16="http://schemas.microsoft.com/office/drawing/2014/main" id="{711ED9E0-D2F5-859E-5F2D-CE8CE890E3F2}"/>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a:extLst>
                  <a:ext uri="{FF2B5EF4-FFF2-40B4-BE49-F238E27FC236}">
                    <a16:creationId xmlns:a16="http://schemas.microsoft.com/office/drawing/2014/main" id="{908038C8-17BA-3661-236D-DC4406B964F7}"/>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a:extLst>
                  <a:ext uri="{FF2B5EF4-FFF2-40B4-BE49-F238E27FC236}">
                    <a16:creationId xmlns:a16="http://schemas.microsoft.com/office/drawing/2014/main" id="{53145E93-FCCB-1AF8-2417-6DAE026F78E1}"/>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a:extLst>
                  <a:ext uri="{FF2B5EF4-FFF2-40B4-BE49-F238E27FC236}">
                    <a16:creationId xmlns:a16="http://schemas.microsoft.com/office/drawing/2014/main" id="{EC8A84D4-26D7-400A-E381-9C941240EBA5}"/>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a:extLst>
                  <a:ext uri="{FF2B5EF4-FFF2-40B4-BE49-F238E27FC236}">
                    <a16:creationId xmlns:a16="http://schemas.microsoft.com/office/drawing/2014/main" id="{B2091AEE-A9CF-410F-19AD-1FA58EBA6D0A}"/>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a:extLst>
                  <a:ext uri="{FF2B5EF4-FFF2-40B4-BE49-F238E27FC236}">
                    <a16:creationId xmlns:a16="http://schemas.microsoft.com/office/drawing/2014/main" id="{2BCB7A83-7CBF-AD8E-9BBE-8FBC2DC35DC8}"/>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a:extLst>
                <a:ext uri="{FF2B5EF4-FFF2-40B4-BE49-F238E27FC236}">
                  <a16:creationId xmlns:a16="http://schemas.microsoft.com/office/drawing/2014/main" id="{414AF28E-22F3-5CF8-77A2-04A210F25E61}"/>
                </a:ext>
              </a:extLst>
            </p:cNvPr>
            <p:cNvGrpSpPr/>
            <p:nvPr/>
          </p:nvGrpSpPr>
          <p:grpSpPr>
            <a:xfrm rot="5400000">
              <a:off x="8639847" y="3354200"/>
              <a:ext cx="457787" cy="458045"/>
              <a:chOff x="3678700" y="407275"/>
              <a:chExt cx="708100" cy="708500"/>
            </a:xfrm>
          </p:grpSpPr>
          <p:sp>
            <p:nvSpPr>
              <p:cNvPr id="1498" name="Google Shape;1498;p37">
                <a:extLst>
                  <a:ext uri="{FF2B5EF4-FFF2-40B4-BE49-F238E27FC236}">
                    <a16:creationId xmlns:a16="http://schemas.microsoft.com/office/drawing/2014/main" id="{25A32CCE-A643-11FE-5D87-C40FB0AACD16}"/>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a:extLst>
                  <a:ext uri="{FF2B5EF4-FFF2-40B4-BE49-F238E27FC236}">
                    <a16:creationId xmlns:a16="http://schemas.microsoft.com/office/drawing/2014/main" id="{C8B80157-3E9F-05C0-1E16-69C40099533B}"/>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a:extLst>
                  <a:ext uri="{FF2B5EF4-FFF2-40B4-BE49-F238E27FC236}">
                    <a16:creationId xmlns:a16="http://schemas.microsoft.com/office/drawing/2014/main" id="{6D0728F9-A922-E00B-E220-BCDAD0C2F88B}"/>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a:extLst>
                  <a:ext uri="{FF2B5EF4-FFF2-40B4-BE49-F238E27FC236}">
                    <a16:creationId xmlns:a16="http://schemas.microsoft.com/office/drawing/2014/main" id="{C1F5F819-C643-35F2-AF01-F7EBAA0F40D4}"/>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a:extLst>
                  <a:ext uri="{FF2B5EF4-FFF2-40B4-BE49-F238E27FC236}">
                    <a16:creationId xmlns:a16="http://schemas.microsoft.com/office/drawing/2014/main" id="{FD243C61-629C-88DB-ED88-85802BDC25DB}"/>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a:extLst>
                  <a:ext uri="{FF2B5EF4-FFF2-40B4-BE49-F238E27FC236}">
                    <a16:creationId xmlns:a16="http://schemas.microsoft.com/office/drawing/2014/main" id="{3E29FC02-36AC-5FC8-9647-9CA3D133F6A8}"/>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a:extLst>
                  <a:ext uri="{FF2B5EF4-FFF2-40B4-BE49-F238E27FC236}">
                    <a16:creationId xmlns:a16="http://schemas.microsoft.com/office/drawing/2014/main" id="{26175CDD-BCD6-D744-F11B-5975ED3CD4A7}"/>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a:extLst>
                <a:ext uri="{FF2B5EF4-FFF2-40B4-BE49-F238E27FC236}">
                  <a16:creationId xmlns:a16="http://schemas.microsoft.com/office/drawing/2014/main" id="{235475FD-E63E-4243-EC96-DD6F5B8BE2A8}"/>
                </a:ext>
              </a:extLst>
            </p:cNvPr>
            <p:cNvGrpSpPr/>
            <p:nvPr/>
          </p:nvGrpSpPr>
          <p:grpSpPr>
            <a:xfrm>
              <a:off x="7787267" y="539497"/>
              <a:ext cx="208184" cy="208184"/>
              <a:chOff x="8356813" y="1074288"/>
              <a:chExt cx="351900" cy="351900"/>
            </a:xfrm>
          </p:grpSpPr>
          <p:sp>
            <p:nvSpPr>
              <p:cNvPr id="1506" name="Google Shape;1506;p37">
                <a:extLst>
                  <a:ext uri="{FF2B5EF4-FFF2-40B4-BE49-F238E27FC236}">
                    <a16:creationId xmlns:a16="http://schemas.microsoft.com/office/drawing/2014/main" id="{CA42EEA6-0117-6CD3-C576-5900464664B3}"/>
                  </a:ext>
                </a:extLst>
              </p:cNvPr>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a:extLst>
                  <a:ext uri="{FF2B5EF4-FFF2-40B4-BE49-F238E27FC236}">
                    <a16:creationId xmlns:a16="http://schemas.microsoft.com/office/drawing/2014/main" id="{969E4C4A-327F-58B3-00EF-17266631F8D7}"/>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a:extLst>
                <a:ext uri="{FF2B5EF4-FFF2-40B4-BE49-F238E27FC236}">
                  <a16:creationId xmlns:a16="http://schemas.microsoft.com/office/drawing/2014/main" id="{BEBF11A6-C3B8-E97F-B3AF-8130B28A3AC5}"/>
                </a:ext>
              </a:extLst>
            </p:cNvPr>
            <p:cNvGrpSpPr/>
            <p:nvPr/>
          </p:nvGrpSpPr>
          <p:grpSpPr>
            <a:xfrm>
              <a:off x="7194833" y="2467660"/>
              <a:ext cx="208184" cy="208184"/>
              <a:chOff x="8356822" y="1074288"/>
              <a:chExt cx="351901" cy="351900"/>
            </a:xfrm>
          </p:grpSpPr>
          <p:sp>
            <p:nvSpPr>
              <p:cNvPr id="1509" name="Google Shape;1509;p37">
                <a:extLst>
                  <a:ext uri="{FF2B5EF4-FFF2-40B4-BE49-F238E27FC236}">
                    <a16:creationId xmlns:a16="http://schemas.microsoft.com/office/drawing/2014/main" id="{474E6F6A-3B07-B294-B493-3BD08391261B}"/>
                  </a:ext>
                </a:extLst>
              </p:cNvPr>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a:extLst>
                  <a:ext uri="{FF2B5EF4-FFF2-40B4-BE49-F238E27FC236}">
                    <a16:creationId xmlns:a16="http://schemas.microsoft.com/office/drawing/2014/main" id="{29F3E77E-3295-8BA4-234A-C6FD71E32953}"/>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a:extLst>
                <a:ext uri="{FF2B5EF4-FFF2-40B4-BE49-F238E27FC236}">
                  <a16:creationId xmlns:a16="http://schemas.microsoft.com/office/drawing/2014/main" id="{DCF375B5-C0A3-8195-3D80-677D50FABB5A}"/>
                </a:ext>
              </a:extLst>
            </p:cNvPr>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a:extLst>
              <a:ext uri="{FF2B5EF4-FFF2-40B4-BE49-F238E27FC236}">
                <a16:creationId xmlns:a16="http://schemas.microsoft.com/office/drawing/2014/main" id="{E5379F93-E6E8-B255-EB09-8FD71483ACFC}"/>
              </a:ext>
            </a:extLst>
          </p:cNvPr>
          <p:cNvGrpSpPr/>
          <p:nvPr/>
        </p:nvGrpSpPr>
        <p:grpSpPr>
          <a:xfrm>
            <a:off x="555310" y="973807"/>
            <a:ext cx="4558967" cy="134100"/>
            <a:chOff x="796100" y="3019701"/>
            <a:chExt cx="4558967" cy="134100"/>
          </a:xfrm>
        </p:grpSpPr>
        <p:sp>
          <p:nvSpPr>
            <p:cNvPr id="1513" name="Google Shape;1513;p37">
              <a:extLst>
                <a:ext uri="{FF2B5EF4-FFF2-40B4-BE49-F238E27FC236}">
                  <a16:creationId xmlns:a16="http://schemas.microsoft.com/office/drawing/2014/main" id="{69440671-5FF9-2264-AC3D-02A482F7ACE9}"/>
                </a:ext>
              </a:extLst>
            </p:cNvPr>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a:extLst>
                <a:ext uri="{FF2B5EF4-FFF2-40B4-BE49-F238E27FC236}">
                  <a16:creationId xmlns:a16="http://schemas.microsoft.com/office/drawing/2014/main" id="{D360ACFE-4DDA-1C28-97D7-CB21B7D80D1F}"/>
                </a:ext>
              </a:extLst>
            </p:cNvPr>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a:extLst>
                <a:ext uri="{FF2B5EF4-FFF2-40B4-BE49-F238E27FC236}">
                  <a16:creationId xmlns:a16="http://schemas.microsoft.com/office/drawing/2014/main" id="{97E02AA2-3C65-D63B-4D0B-80905197E89B}"/>
                </a:ext>
              </a:extLst>
            </p:cNvPr>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a:extLst>
              <a:ext uri="{FF2B5EF4-FFF2-40B4-BE49-F238E27FC236}">
                <a16:creationId xmlns:a16="http://schemas.microsoft.com/office/drawing/2014/main" id="{E31ED6A2-55FB-D29E-A687-3104D498EC02}"/>
              </a:ext>
            </a:extLst>
          </p:cNvPr>
          <p:cNvSpPr txBox="1">
            <a:spLocks noGrp="1"/>
          </p:cNvSpPr>
          <p:nvPr>
            <p:ph type="title"/>
          </p:nvPr>
        </p:nvSpPr>
        <p:spPr>
          <a:xfrm>
            <a:off x="428137" y="153772"/>
            <a:ext cx="5226044"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a:latin typeface="IBM Plex Mono" panose="020B0509050203000203" pitchFamily="49" charset="-52"/>
              </a:rPr>
              <a:t>Ретроспектива</a:t>
            </a:r>
            <a:endParaRPr dirty="0">
              <a:latin typeface="IBM Plex Mono" panose="020B0509050203000203" pitchFamily="49" charset="-52"/>
            </a:endParaRPr>
          </a:p>
        </p:txBody>
      </p:sp>
      <p:sp>
        <p:nvSpPr>
          <p:cNvPr id="3" name="Прямоугольник: скругленные углы 2">
            <a:extLst>
              <a:ext uri="{FF2B5EF4-FFF2-40B4-BE49-F238E27FC236}">
                <a16:creationId xmlns:a16="http://schemas.microsoft.com/office/drawing/2014/main" id="{716BB50D-5058-F996-033E-AFCACD30D29E}"/>
              </a:ext>
            </a:extLst>
          </p:cNvPr>
          <p:cNvSpPr/>
          <p:nvPr/>
        </p:nvSpPr>
        <p:spPr>
          <a:xfrm>
            <a:off x="308762" y="1454835"/>
            <a:ext cx="4217104" cy="2174870"/>
          </a:xfrm>
          <a:prstGeom prst="roundRect">
            <a:avLst/>
          </a:prstGeom>
          <a:solidFill>
            <a:srgbClr val="5ED898"/>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6" name="Прямоугольник: скругленные углы 5">
            <a:extLst>
              <a:ext uri="{FF2B5EF4-FFF2-40B4-BE49-F238E27FC236}">
                <a16:creationId xmlns:a16="http://schemas.microsoft.com/office/drawing/2014/main" id="{21C10B21-4A06-22FB-D7DA-E13B750B9599}"/>
              </a:ext>
            </a:extLst>
          </p:cNvPr>
          <p:cNvSpPr/>
          <p:nvPr/>
        </p:nvSpPr>
        <p:spPr>
          <a:xfrm>
            <a:off x="4706170" y="1454835"/>
            <a:ext cx="4217104" cy="2174870"/>
          </a:xfrm>
          <a:prstGeom prst="roundRect">
            <a:avLst/>
          </a:prstGeom>
          <a:solidFill>
            <a:srgbClr val="E488E2"/>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7" name="Прямоугольник: скругленные углы 6">
            <a:extLst>
              <a:ext uri="{FF2B5EF4-FFF2-40B4-BE49-F238E27FC236}">
                <a16:creationId xmlns:a16="http://schemas.microsoft.com/office/drawing/2014/main" id="{32198E64-E03E-B274-359E-35A3642D724B}"/>
              </a:ext>
            </a:extLst>
          </p:cNvPr>
          <p:cNvSpPr/>
          <p:nvPr/>
        </p:nvSpPr>
        <p:spPr>
          <a:xfrm>
            <a:off x="299540" y="3839614"/>
            <a:ext cx="4217104" cy="2174870"/>
          </a:xfrm>
          <a:prstGeom prst="roundRect">
            <a:avLst/>
          </a:prstGeom>
          <a:solidFill>
            <a:schemeClr val="tx2">
              <a:lumMod val="60000"/>
              <a:lumOff val="40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8" name="Прямоугольник: скругленные углы 7">
            <a:extLst>
              <a:ext uri="{FF2B5EF4-FFF2-40B4-BE49-F238E27FC236}">
                <a16:creationId xmlns:a16="http://schemas.microsoft.com/office/drawing/2014/main" id="{437BD724-C024-FAEE-6F7F-37FBDF376F93}"/>
              </a:ext>
            </a:extLst>
          </p:cNvPr>
          <p:cNvSpPr/>
          <p:nvPr/>
        </p:nvSpPr>
        <p:spPr>
          <a:xfrm>
            <a:off x="4696948" y="3839614"/>
            <a:ext cx="4217104" cy="2174870"/>
          </a:xfrm>
          <a:prstGeom prst="roundRect">
            <a:avLst/>
          </a:prstGeom>
          <a:solidFill>
            <a:schemeClr val="accent3">
              <a:lumMod val="75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9" name="Google Shape;1475;p37">
            <a:extLst>
              <a:ext uri="{FF2B5EF4-FFF2-40B4-BE49-F238E27FC236}">
                <a16:creationId xmlns:a16="http://schemas.microsoft.com/office/drawing/2014/main" id="{4219398C-56D1-1DD0-8877-8F0A19DDF26C}"/>
              </a:ext>
            </a:extLst>
          </p:cNvPr>
          <p:cNvSpPr txBox="1">
            <a:spLocks/>
          </p:cNvSpPr>
          <p:nvPr/>
        </p:nvSpPr>
        <p:spPr>
          <a:xfrm>
            <a:off x="861826" y="1453504"/>
            <a:ext cx="292994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cs typeface="Arial" panose="020B0604020202020204" pitchFamily="34" charset="0"/>
                <a:sym typeface="IBM Plex Mono"/>
              </a:rPr>
              <a:t>Плюсы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0" name="Google Shape;1475;p37">
            <a:extLst>
              <a:ext uri="{FF2B5EF4-FFF2-40B4-BE49-F238E27FC236}">
                <a16:creationId xmlns:a16="http://schemas.microsoft.com/office/drawing/2014/main" id="{E81C03A4-A32B-1CFC-1A12-D7FB6E77CE57}"/>
              </a:ext>
            </a:extLst>
          </p:cNvPr>
          <p:cNvSpPr txBox="1">
            <a:spLocks/>
          </p:cNvSpPr>
          <p:nvPr/>
        </p:nvSpPr>
        <p:spPr>
          <a:xfrm>
            <a:off x="472153" y="3798963"/>
            <a:ext cx="396462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Идеи</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6" name="Google Shape;1475;p37">
            <a:extLst>
              <a:ext uri="{FF2B5EF4-FFF2-40B4-BE49-F238E27FC236}">
                <a16:creationId xmlns:a16="http://schemas.microsoft.com/office/drawing/2014/main" id="{34C2F0AB-592B-5D3A-5CC3-D55E4F7D77B3}"/>
              </a:ext>
            </a:extLst>
          </p:cNvPr>
          <p:cNvSpPr txBox="1">
            <a:spLocks/>
          </p:cNvSpPr>
          <p:nvPr/>
        </p:nvSpPr>
        <p:spPr>
          <a:xfrm>
            <a:off x="6363782" y="1457803"/>
            <a:ext cx="94836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kumimoji="0" lang="ru-RU" sz="1500" b="1" i="0" u="none" strike="noStrike" kern="0" cap="none" spc="0" normalizeH="0" baseline="0" noProof="0" dirty="0" smtClean="0">
                <a:ln>
                  <a:noFill/>
                </a:ln>
                <a:solidFill>
                  <a:srgbClr val="0C0A9E"/>
                </a:solidFill>
                <a:effectLst/>
                <a:uLnTx/>
                <a:uFillTx/>
                <a:latin typeface="IBM Plex Mono" panose="020B0509050203000203" pitchFamily="49" charset="-52"/>
                <a:sym typeface="IBM Plex Mono"/>
              </a:rPr>
              <a:t>Минусы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7" name="Google Shape;1475;p37">
            <a:extLst>
              <a:ext uri="{FF2B5EF4-FFF2-40B4-BE49-F238E27FC236}">
                <a16:creationId xmlns:a16="http://schemas.microsoft.com/office/drawing/2014/main" id="{49F0EACF-7D3A-C3A9-ED6E-97EE74F0976B}"/>
              </a:ext>
            </a:extLst>
          </p:cNvPr>
          <p:cNvSpPr txBox="1">
            <a:spLocks/>
          </p:cNvSpPr>
          <p:nvPr/>
        </p:nvSpPr>
        <p:spPr>
          <a:xfrm>
            <a:off x="4858305" y="3803262"/>
            <a:ext cx="4002328"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План</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a:p>
            <a:pPr marL="0" indent="0"/>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8" name="Google Shape;1475;p37">
            <a:extLst>
              <a:ext uri="{FF2B5EF4-FFF2-40B4-BE49-F238E27FC236}">
                <a16:creationId xmlns:a16="http://schemas.microsoft.com/office/drawing/2014/main" id="{108C4502-FA8C-9954-0EC9-B253D5CF2855}"/>
              </a:ext>
            </a:extLst>
          </p:cNvPr>
          <p:cNvSpPr txBox="1">
            <a:spLocks/>
          </p:cNvSpPr>
          <p:nvPr/>
        </p:nvSpPr>
        <p:spPr>
          <a:xfrm>
            <a:off x="396889" y="16810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Проведено дополнительное обсуждение архитектуры проекта с преподавателем</a:t>
            </a:r>
            <a:endParaRPr lang="en-US" sz="1300" dirty="0" smtClean="0">
              <a:latin typeface="Arial" panose="020B0604020202020204" pitchFamily="34" charset="0"/>
              <a:cs typeface="Arial" panose="020B0604020202020204" pitchFamily="34" charset="0"/>
            </a:endParaRPr>
          </a:p>
        </p:txBody>
      </p:sp>
      <p:sp>
        <p:nvSpPr>
          <p:cNvPr id="20" name="Google Shape;1475;p37">
            <a:extLst>
              <a:ext uri="{FF2B5EF4-FFF2-40B4-BE49-F238E27FC236}">
                <a16:creationId xmlns:a16="http://schemas.microsoft.com/office/drawing/2014/main" id="{B5ABF802-ED35-2819-C894-50CEF58D9194}"/>
              </a:ext>
            </a:extLst>
          </p:cNvPr>
          <p:cNvSpPr txBox="1">
            <a:spLocks/>
          </p:cNvSpPr>
          <p:nvPr/>
        </p:nvSpPr>
        <p:spPr>
          <a:xfrm>
            <a:off x="396889" y="42497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Напоминать участникам помечать своё участие в </a:t>
            </a:r>
            <a:r>
              <a:rPr lang="ru-RU" sz="1300" dirty="0" smtClean="0">
                <a:latin typeface="Arial" panose="020B0604020202020204" pitchFamily="34" charset="0"/>
                <a:cs typeface="Arial" panose="020B0604020202020204" pitchFamily="34" charset="0"/>
              </a:rPr>
              <a:t>задании</a:t>
            </a:r>
          </a:p>
          <a:p>
            <a:pPr marL="342900" indent="-342900">
              <a:spcBef>
                <a:spcPts val="500"/>
              </a:spcBef>
              <a:buFont typeface="Wingdings" panose="05000000000000000000" pitchFamily="2" charset="2"/>
              <a:buChar char="§"/>
            </a:pPr>
            <a:r>
              <a:rPr lang="ru-RU" sz="1300" dirty="0" err="1" smtClean="0">
                <a:latin typeface="Arial" panose="020B0604020202020204" pitchFamily="34" charset="0"/>
                <a:cs typeface="Arial" panose="020B0604020202020204" pitchFamily="34" charset="0"/>
              </a:rPr>
              <a:t>Скрам</a:t>
            </a:r>
            <a:r>
              <a:rPr lang="ru-RU" sz="1300" dirty="0" smtClean="0">
                <a:latin typeface="Arial" panose="020B0604020202020204" pitchFamily="34" charset="0"/>
                <a:cs typeface="Arial" panose="020B0604020202020204" pitchFamily="34" charset="0"/>
              </a:rPr>
              <a:t> мастеру активнее взаимодействовать с участниками </a:t>
            </a:r>
            <a:endParaRPr lang="ru-RU" sz="1300" dirty="0" smtClean="0">
              <a:latin typeface="Arial" panose="020B0604020202020204" pitchFamily="34" charset="0"/>
              <a:cs typeface="Arial" panose="020B0604020202020204" pitchFamily="34" charset="0"/>
            </a:endParaRPr>
          </a:p>
        </p:txBody>
      </p:sp>
      <p:sp>
        <p:nvSpPr>
          <p:cNvPr id="21" name="Google Shape;1475;p37">
            <a:extLst>
              <a:ext uri="{FF2B5EF4-FFF2-40B4-BE49-F238E27FC236}">
                <a16:creationId xmlns:a16="http://schemas.microsoft.com/office/drawing/2014/main" id="{7A51C644-7FAB-333D-E572-2C344717C427}"/>
              </a:ext>
            </a:extLst>
          </p:cNvPr>
          <p:cNvSpPr txBox="1">
            <a:spLocks/>
          </p:cNvSpPr>
          <p:nvPr/>
        </p:nvSpPr>
        <p:spPr>
          <a:xfrm>
            <a:off x="4807215" y="4248793"/>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итоги спринта и принять решения по улучшениям</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
        <p:nvSpPr>
          <p:cNvPr id="57" name="Google Shape;1475;p37">
            <a:extLst>
              <a:ext uri="{FF2B5EF4-FFF2-40B4-BE49-F238E27FC236}">
                <a16:creationId xmlns:a16="http://schemas.microsoft.com/office/drawing/2014/main" id="{108C4502-FA8C-9954-0EC9-B253D5CF2855}"/>
              </a:ext>
            </a:extLst>
          </p:cNvPr>
          <p:cNvSpPr txBox="1">
            <a:spLocks/>
          </p:cNvSpPr>
          <p:nvPr/>
        </p:nvSpPr>
        <p:spPr>
          <a:xfrm>
            <a:off x="4814524" y="1730638"/>
            <a:ext cx="4002108" cy="177061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Не все участники оформляли взятие задачи через доску</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Не все участники были задействованы в решении </a:t>
            </a:r>
            <a:r>
              <a:rPr lang="ru-RU" sz="1300" dirty="0" smtClean="0">
                <a:latin typeface="Arial" panose="020B0604020202020204" pitchFamily="34" charset="0"/>
                <a:cs typeface="Arial" panose="020B0604020202020204" pitchFamily="34" charset="0"/>
              </a:rPr>
              <a:t>задач</a:t>
            </a:r>
            <a:endParaRPr lang="en-US" sz="1300" dirty="0" smtClean="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Некоторые задачи были выполнены в последний момент, из-за чего не успели провести </a:t>
            </a:r>
            <a:r>
              <a:rPr lang="ru-RU" sz="1300" dirty="0" err="1" smtClean="0">
                <a:latin typeface="Arial" panose="020B0604020202020204" pitchFamily="34" charset="0"/>
                <a:cs typeface="Arial" panose="020B0604020202020204" pitchFamily="34" charset="0"/>
              </a:rPr>
              <a:t>ревью</a:t>
            </a:r>
            <a:endParaRPr lang="ru-RU" sz="1300" dirty="0" smtClean="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00095681"/>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48"/>
          <p:cNvSpPr txBox="1">
            <a:spLocks noGrp="1"/>
          </p:cNvSpPr>
          <p:nvPr>
            <p:ph type="title"/>
          </p:nvPr>
        </p:nvSpPr>
        <p:spPr>
          <a:xfrm>
            <a:off x="713225" y="2165455"/>
            <a:ext cx="4907399" cy="165814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solidFill>
                  <a:schemeClr val="tx1"/>
                </a:solidFill>
              </a:rPr>
              <a:t>Спасибо</a:t>
            </a:r>
            <a:r>
              <a:rPr lang="ru-RU" dirty="0" smtClean="0"/>
              <a:t> за внимание!</a:t>
            </a:r>
            <a:endParaRPr dirty="0"/>
          </a:p>
        </p:txBody>
      </p:sp>
      <p:grpSp>
        <p:nvGrpSpPr>
          <p:cNvPr id="1872" name="Google Shape;1872;p48"/>
          <p:cNvGrpSpPr/>
          <p:nvPr/>
        </p:nvGrpSpPr>
        <p:grpSpPr>
          <a:xfrm>
            <a:off x="-1238838" y="-2814271"/>
            <a:ext cx="6191222" cy="6569036"/>
            <a:chOff x="-1238838" y="-2814271"/>
            <a:chExt cx="6191222" cy="6569036"/>
          </a:xfrm>
        </p:grpSpPr>
        <p:pic>
          <p:nvPicPr>
            <p:cNvPr id="1873" name="Google Shape;1873;p48"/>
            <p:cNvPicPr preferRelativeResize="0"/>
            <p:nvPr/>
          </p:nvPicPr>
          <p:blipFill rotWithShape="1">
            <a:blip r:embed="rId3">
              <a:alphaModFix/>
            </a:blip>
            <a:srcRect l="16960" t="24718" r="7121" b="26177"/>
            <a:stretch/>
          </p:blipFill>
          <p:spPr>
            <a:xfrm flipH="1">
              <a:off x="-860279" y="-1155525"/>
              <a:ext cx="3615750" cy="2759625"/>
            </a:xfrm>
            <a:prstGeom prst="rect">
              <a:avLst/>
            </a:prstGeom>
            <a:noFill/>
            <a:ln>
              <a:noFill/>
            </a:ln>
          </p:spPr>
        </p:pic>
        <p:grpSp>
          <p:nvGrpSpPr>
            <p:cNvPr id="1874" name="Google Shape;1874;p48"/>
            <p:cNvGrpSpPr/>
            <p:nvPr/>
          </p:nvGrpSpPr>
          <p:grpSpPr>
            <a:xfrm>
              <a:off x="-1238838" y="-2814271"/>
              <a:ext cx="6191222" cy="6569036"/>
              <a:chOff x="-1238838" y="-2814271"/>
              <a:chExt cx="6191222" cy="6569036"/>
            </a:xfrm>
          </p:grpSpPr>
          <p:sp>
            <p:nvSpPr>
              <p:cNvPr id="1875" name="Google Shape;1875;p48"/>
              <p:cNvSpPr/>
              <p:nvPr/>
            </p:nvSpPr>
            <p:spPr>
              <a:xfrm rot="-2700000" flipH="1">
                <a:off x="-146394" y="-2093348"/>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700000" flipH="1">
                <a:off x="-515017" y="-1565448"/>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700000" flipH="1">
                <a:off x="194575" y="-1729713"/>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 name="Google Shape;1878;p48"/>
              <p:cNvGrpSpPr/>
              <p:nvPr/>
            </p:nvGrpSpPr>
            <p:grpSpPr>
              <a:xfrm>
                <a:off x="3010374" y="1407525"/>
                <a:ext cx="196674" cy="196585"/>
                <a:chOff x="1101075" y="2142375"/>
                <a:chExt cx="439200" cy="439100"/>
              </a:xfrm>
            </p:grpSpPr>
            <p:sp>
              <p:nvSpPr>
                <p:cNvPr id="1879" name="Google Shape;1879;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8"/>
              <p:cNvGrpSpPr/>
              <p:nvPr/>
            </p:nvGrpSpPr>
            <p:grpSpPr>
              <a:xfrm>
                <a:off x="1890399" y="1114475"/>
                <a:ext cx="196674" cy="196585"/>
                <a:chOff x="1101075" y="2142375"/>
                <a:chExt cx="439200" cy="439100"/>
              </a:xfrm>
            </p:grpSpPr>
            <p:sp>
              <p:nvSpPr>
                <p:cNvPr id="1882" name="Google Shape;1882;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48"/>
              <p:cNvGrpSpPr/>
              <p:nvPr/>
            </p:nvGrpSpPr>
            <p:grpSpPr>
              <a:xfrm>
                <a:off x="2755474" y="1114475"/>
                <a:ext cx="196674" cy="196585"/>
                <a:chOff x="1101075" y="2142375"/>
                <a:chExt cx="439200" cy="439100"/>
              </a:xfrm>
            </p:grpSpPr>
            <p:sp>
              <p:nvSpPr>
                <p:cNvPr id="1885" name="Google Shape;1885;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8"/>
              <p:cNvGrpSpPr/>
              <p:nvPr/>
            </p:nvGrpSpPr>
            <p:grpSpPr>
              <a:xfrm>
                <a:off x="1290099" y="539500"/>
                <a:ext cx="196674" cy="196585"/>
                <a:chOff x="1101075" y="2142375"/>
                <a:chExt cx="439200" cy="439100"/>
              </a:xfrm>
            </p:grpSpPr>
            <p:sp>
              <p:nvSpPr>
                <p:cNvPr id="1888" name="Google Shape;1888;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8"/>
              <p:cNvGrpSpPr/>
              <p:nvPr/>
            </p:nvGrpSpPr>
            <p:grpSpPr>
              <a:xfrm>
                <a:off x="2022774" y="671500"/>
                <a:ext cx="196674" cy="196585"/>
                <a:chOff x="1101075" y="2142375"/>
                <a:chExt cx="439200" cy="439100"/>
              </a:xfrm>
            </p:grpSpPr>
            <p:sp>
              <p:nvSpPr>
                <p:cNvPr id="1891" name="Google Shape;1891;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893" name="Google Shape;1893;p48"/>
          <p:cNvGrpSpPr/>
          <p:nvPr/>
        </p:nvGrpSpPr>
        <p:grpSpPr>
          <a:xfrm>
            <a:off x="4361975" y="3628499"/>
            <a:ext cx="5022035" cy="4764449"/>
            <a:chOff x="4571996" y="2268220"/>
            <a:chExt cx="5022035" cy="4764449"/>
          </a:xfrm>
        </p:grpSpPr>
        <p:pic>
          <p:nvPicPr>
            <p:cNvPr id="1894" name="Google Shape;1894;p48"/>
            <p:cNvPicPr preferRelativeResize="0"/>
            <p:nvPr/>
          </p:nvPicPr>
          <p:blipFill rotWithShape="1">
            <a:blip r:embed="rId3">
              <a:alphaModFix/>
            </a:blip>
            <a:srcRect l="16960" t="24718" r="7121" b="26177"/>
            <a:stretch/>
          </p:blipFill>
          <p:spPr>
            <a:xfrm flipH="1">
              <a:off x="5978271" y="3376950"/>
              <a:ext cx="3615750" cy="2759625"/>
            </a:xfrm>
            <a:prstGeom prst="rect">
              <a:avLst/>
            </a:prstGeom>
            <a:noFill/>
            <a:ln>
              <a:noFill/>
            </a:ln>
          </p:spPr>
        </p:pic>
        <p:grpSp>
          <p:nvGrpSpPr>
            <p:cNvPr id="1895" name="Google Shape;1895;p48"/>
            <p:cNvGrpSpPr/>
            <p:nvPr/>
          </p:nvGrpSpPr>
          <p:grpSpPr>
            <a:xfrm rot="10800000">
              <a:off x="4571996" y="2268220"/>
              <a:ext cx="5022035" cy="4764449"/>
              <a:chOff x="-494406" y="-1584825"/>
              <a:chExt cx="4397193" cy="4171657"/>
            </a:xfrm>
          </p:grpSpPr>
          <p:grpSp>
            <p:nvGrpSpPr>
              <p:cNvPr id="1896" name="Google Shape;1896;p48"/>
              <p:cNvGrpSpPr/>
              <p:nvPr/>
            </p:nvGrpSpPr>
            <p:grpSpPr>
              <a:xfrm>
                <a:off x="245875" y="-51824"/>
                <a:ext cx="208200" cy="1824700"/>
                <a:chOff x="1040050" y="3812126"/>
                <a:chExt cx="208200" cy="1824700"/>
              </a:xfrm>
            </p:grpSpPr>
            <p:sp>
              <p:nvSpPr>
                <p:cNvPr id="1897" name="Google Shape;1897;p48"/>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48"/>
              <p:cNvGrpSpPr/>
              <p:nvPr/>
            </p:nvGrpSpPr>
            <p:grpSpPr>
              <a:xfrm rot="-8100000">
                <a:off x="540898" y="-1172741"/>
                <a:ext cx="2552124" cy="3347490"/>
                <a:chOff x="2976325" y="908175"/>
                <a:chExt cx="4028179" cy="5283555"/>
              </a:xfrm>
            </p:grpSpPr>
            <p:sp>
              <p:nvSpPr>
                <p:cNvPr id="1900" name="Google Shape;1900;p48"/>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48"/>
              <p:cNvGrpSpPr/>
              <p:nvPr/>
            </p:nvGrpSpPr>
            <p:grpSpPr>
              <a:xfrm>
                <a:off x="-1" y="621223"/>
                <a:ext cx="699940" cy="478601"/>
                <a:chOff x="39722" y="4349021"/>
                <a:chExt cx="1061964" cy="726143"/>
              </a:xfrm>
            </p:grpSpPr>
            <p:grpSp>
              <p:nvGrpSpPr>
                <p:cNvPr id="1904" name="Google Shape;1904;p48"/>
                <p:cNvGrpSpPr/>
                <p:nvPr/>
              </p:nvGrpSpPr>
              <p:grpSpPr>
                <a:xfrm rot="2700000">
                  <a:off x="140502" y="4460924"/>
                  <a:ext cx="524584" cy="502337"/>
                  <a:chOff x="1189791" y="-1767331"/>
                  <a:chExt cx="904284" cy="865933"/>
                </a:xfrm>
              </p:grpSpPr>
              <p:sp>
                <p:nvSpPr>
                  <p:cNvPr id="1905" name="Google Shape;190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6" name="Google Shape;1906;p48"/>
                  <p:cNvGrpSpPr/>
                  <p:nvPr/>
                </p:nvGrpSpPr>
                <p:grpSpPr>
                  <a:xfrm>
                    <a:off x="1232795" y="-1740829"/>
                    <a:ext cx="717621" cy="717392"/>
                    <a:chOff x="1483457" y="3953671"/>
                    <a:chExt cx="717621" cy="717392"/>
                  </a:xfrm>
                </p:grpSpPr>
                <p:sp>
                  <p:nvSpPr>
                    <p:cNvPr id="1907" name="Google Shape;190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12" name="Google Shape;191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48"/>
              <p:cNvGrpSpPr/>
              <p:nvPr/>
            </p:nvGrpSpPr>
            <p:grpSpPr>
              <a:xfrm>
                <a:off x="955673" y="11"/>
                <a:ext cx="592576" cy="405260"/>
                <a:chOff x="39722" y="4349021"/>
                <a:chExt cx="1061964" cy="726143"/>
              </a:xfrm>
            </p:grpSpPr>
            <p:grpSp>
              <p:nvGrpSpPr>
                <p:cNvPr id="1914" name="Google Shape;1914;p48"/>
                <p:cNvGrpSpPr/>
                <p:nvPr/>
              </p:nvGrpSpPr>
              <p:grpSpPr>
                <a:xfrm rot="2700000">
                  <a:off x="140502" y="4460924"/>
                  <a:ext cx="524584" cy="502337"/>
                  <a:chOff x="1189791" y="-1767331"/>
                  <a:chExt cx="904284" cy="865933"/>
                </a:xfrm>
              </p:grpSpPr>
              <p:sp>
                <p:nvSpPr>
                  <p:cNvPr id="1915" name="Google Shape;191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8"/>
                  <p:cNvGrpSpPr/>
                  <p:nvPr/>
                </p:nvGrpSpPr>
                <p:grpSpPr>
                  <a:xfrm>
                    <a:off x="1232795" y="-1740829"/>
                    <a:ext cx="717621" cy="717392"/>
                    <a:chOff x="1483457" y="3953671"/>
                    <a:chExt cx="717621" cy="717392"/>
                  </a:xfrm>
                </p:grpSpPr>
                <p:sp>
                  <p:nvSpPr>
                    <p:cNvPr id="1917" name="Google Shape;191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22" name="Google Shape;192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8"/>
              <p:cNvGrpSpPr/>
              <p:nvPr/>
            </p:nvGrpSpPr>
            <p:grpSpPr>
              <a:xfrm>
                <a:off x="441574" y="-36652"/>
                <a:ext cx="699940" cy="478601"/>
                <a:chOff x="39722" y="4349021"/>
                <a:chExt cx="1061964" cy="726143"/>
              </a:xfrm>
            </p:grpSpPr>
            <p:grpSp>
              <p:nvGrpSpPr>
                <p:cNvPr id="1924" name="Google Shape;1924;p48"/>
                <p:cNvGrpSpPr/>
                <p:nvPr/>
              </p:nvGrpSpPr>
              <p:grpSpPr>
                <a:xfrm rot="2700000">
                  <a:off x="140502" y="4460924"/>
                  <a:ext cx="524584" cy="502337"/>
                  <a:chOff x="1189791" y="-1767331"/>
                  <a:chExt cx="904284" cy="865933"/>
                </a:xfrm>
              </p:grpSpPr>
              <p:sp>
                <p:nvSpPr>
                  <p:cNvPr id="1925" name="Google Shape;192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8"/>
                  <p:cNvGrpSpPr/>
                  <p:nvPr/>
                </p:nvGrpSpPr>
                <p:grpSpPr>
                  <a:xfrm>
                    <a:off x="1232795" y="-1740829"/>
                    <a:ext cx="717621" cy="717392"/>
                    <a:chOff x="1483457" y="3953671"/>
                    <a:chExt cx="717621" cy="717392"/>
                  </a:xfrm>
                </p:grpSpPr>
                <p:sp>
                  <p:nvSpPr>
                    <p:cNvPr id="1927" name="Google Shape;192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2" name="Google Shape;193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48"/>
              <p:cNvGrpSpPr/>
              <p:nvPr/>
            </p:nvGrpSpPr>
            <p:grpSpPr>
              <a:xfrm>
                <a:off x="-494406" y="-252396"/>
                <a:ext cx="1741563" cy="1288563"/>
                <a:chOff x="-494406" y="-252396"/>
                <a:chExt cx="1741563" cy="1288563"/>
              </a:xfrm>
            </p:grpSpPr>
            <p:sp>
              <p:nvSpPr>
                <p:cNvPr id="1934" name="Google Shape;1934;p48"/>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6" name="Google Shape;1936;p48"/>
            <p:cNvGrpSpPr/>
            <p:nvPr/>
          </p:nvGrpSpPr>
          <p:grpSpPr>
            <a:xfrm>
              <a:off x="5643425" y="4968525"/>
              <a:ext cx="439200" cy="439100"/>
              <a:chOff x="1101075" y="2142375"/>
              <a:chExt cx="439200" cy="439100"/>
            </a:xfrm>
          </p:grpSpPr>
          <p:sp>
            <p:nvSpPr>
              <p:cNvPr id="1937" name="Google Shape;1937;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9" name="Google Shape;1939;p48"/>
          <p:cNvGrpSpPr/>
          <p:nvPr/>
        </p:nvGrpSpPr>
        <p:grpSpPr>
          <a:xfrm>
            <a:off x="774450" y="3810501"/>
            <a:ext cx="5944442" cy="134100"/>
            <a:chOff x="774450" y="3019701"/>
            <a:chExt cx="5944442" cy="134100"/>
          </a:xfrm>
        </p:grpSpPr>
        <p:sp>
          <p:nvSpPr>
            <p:cNvPr id="1940" name="Google Shape;1940;p48"/>
            <p:cNvSpPr/>
            <p:nvPr/>
          </p:nvSpPr>
          <p:spPr>
            <a:xfrm>
              <a:off x="6584792"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41" name="Google Shape;1941;p48"/>
            <p:cNvCxnSpPr/>
            <p:nvPr/>
          </p:nvCxnSpPr>
          <p:spPr>
            <a:xfrm>
              <a:off x="774450" y="3086750"/>
              <a:ext cx="5848200" cy="0"/>
            </a:xfrm>
            <a:prstGeom prst="straightConnector1">
              <a:avLst/>
            </a:prstGeom>
            <a:noFill/>
            <a:ln w="9525" cap="flat" cmpd="sng">
              <a:solidFill>
                <a:schemeClr val="dk2"/>
              </a:solidFill>
              <a:prstDash val="solid"/>
              <a:round/>
              <a:headEnd type="none" w="med" len="med"/>
              <a:tailEnd type="none" w="med" len="med"/>
            </a:ln>
          </p:spPr>
        </p:cxnSp>
        <p:sp>
          <p:nvSpPr>
            <p:cNvPr id="1942" name="Google Shape;1942;p48"/>
            <p:cNvSpPr/>
            <p:nvPr/>
          </p:nvSpPr>
          <p:spPr>
            <a:xfrm>
              <a:off x="6614904"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 name="Google Shape;2335;p63"/>
          <p:cNvSpPr txBox="1">
            <a:spLocks/>
          </p:cNvSpPr>
          <p:nvPr/>
        </p:nvSpPr>
        <p:spPr>
          <a:xfrm>
            <a:off x="786324" y="4001093"/>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Замечания и вопросы?</a:t>
            </a:r>
            <a:endParaRPr lang="ru-RU" sz="2000" dirty="0"/>
          </a:p>
        </p:txBody>
      </p:sp>
      <p:grpSp>
        <p:nvGrpSpPr>
          <p:cNvPr id="109" name="Google Shape;15163;p86"/>
          <p:cNvGrpSpPr>
            <a:grpSpLocks noChangeAspect="1"/>
          </p:cNvGrpSpPr>
          <p:nvPr/>
        </p:nvGrpSpPr>
        <p:grpSpPr>
          <a:xfrm>
            <a:off x="3693773" y="4061468"/>
            <a:ext cx="339500" cy="361250"/>
            <a:chOff x="2510400" y="4141325"/>
            <a:chExt cx="339500" cy="361250"/>
          </a:xfrm>
          <a:solidFill>
            <a:schemeClr val="tx2"/>
          </a:solidFill>
        </p:grpSpPr>
        <p:sp>
          <p:nvSpPr>
            <p:cNvPr id="110"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 name="Google Shape;15165;p86"/>
            <p:cNvGrpSpPr/>
            <p:nvPr/>
          </p:nvGrpSpPr>
          <p:grpSpPr>
            <a:xfrm>
              <a:off x="2548975" y="4180400"/>
              <a:ext cx="260800" cy="179300"/>
              <a:chOff x="2548975" y="4180400"/>
              <a:chExt cx="260800" cy="179300"/>
            </a:xfrm>
            <a:grpFill/>
          </p:grpSpPr>
          <p:sp>
            <p:nvSpPr>
              <p:cNvPr id="113"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780"/>
        <p:cNvGrpSpPr/>
        <p:nvPr/>
      </p:nvGrpSpPr>
      <p:grpSpPr>
        <a:xfrm>
          <a:off x="0" y="0"/>
          <a:ext cx="0" cy="0"/>
          <a:chOff x="0" y="0"/>
          <a:chExt cx="0" cy="0"/>
        </a:xfrm>
      </p:grpSpPr>
      <p:grpSp>
        <p:nvGrpSpPr>
          <p:cNvPr id="1781" name="Google Shape;1781;p46"/>
          <p:cNvGrpSpPr/>
          <p:nvPr/>
        </p:nvGrpSpPr>
        <p:grpSpPr>
          <a:xfrm>
            <a:off x="6227986" y="-414031"/>
            <a:ext cx="6184161" cy="8072751"/>
            <a:chOff x="6222800" y="-628478"/>
            <a:chExt cx="5128253" cy="6694378"/>
          </a:xfrm>
        </p:grpSpPr>
        <p:pic>
          <p:nvPicPr>
            <p:cNvPr id="1782" name="Google Shape;1782;p46"/>
            <p:cNvPicPr preferRelativeResize="0"/>
            <p:nvPr/>
          </p:nvPicPr>
          <p:blipFill rotWithShape="1">
            <a:blip r:embed="rId3">
              <a:alphaModFix/>
            </a:blip>
            <a:srcRect t="17657" b="17663"/>
            <a:stretch/>
          </p:blipFill>
          <p:spPr>
            <a:xfrm>
              <a:off x="7517168" y="-628478"/>
              <a:ext cx="3082266" cy="2352450"/>
            </a:xfrm>
            <a:prstGeom prst="rect">
              <a:avLst/>
            </a:prstGeom>
            <a:noFill/>
            <a:ln>
              <a:noFill/>
            </a:ln>
          </p:spPr>
        </p:pic>
        <p:pic>
          <p:nvPicPr>
            <p:cNvPr id="1783" name="Google Shape;1783;p46"/>
            <p:cNvPicPr preferRelativeResize="0"/>
            <p:nvPr/>
          </p:nvPicPr>
          <p:blipFill rotWithShape="1">
            <a:blip r:embed="rId4">
              <a:alphaModFix/>
            </a:blip>
            <a:srcRect l="16960" t="24718" r="7121" b="26177"/>
            <a:stretch/>
          </p:blipFill>
          <p:spPr>
            <a:xfrm>
              <a:off x="6714900" y="3028141"/>
              <a:ext cx="3980176" cy="3037760"/>
            </a:xfrm>
            <a:prstGeom prst="rect">
              <a:avLst/>
            </a:prstGeom>
            <a:noFill/>
            <a:ln>
              <a:noFill/>
            </a:ln>
          </p:spPr>
        </p:pic>
        <p:sp>
          <p:nvSpPr>
            <p:cNvPr id="1784" name="Google Shape;1784;p46"/>
            <p:cNvSpPr/>
            <p:nvPr/>
          </p:nvSpPr>
          <p:spPr>
            <a:xfrm rot="10800000">
              <a:off x="7698559" y="2460647"/>
              <a:ext cx="1239218" cy="2912943"/>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rot="10800000">
              <a:off x="7899688" y="2461423"/>
              <a:ext cx="1239218" cy="2912943"/>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6222800" y="-628462"/>
              <a:ext cx="3980181" cy="6461569"/>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7" name="Google Shape;1787;p46"/>
            <p:cNvGrpSpPr/>
            <p:nvPr/>
          </p:nvGrpSpPr>
          <p:grpSpPr>
            <a:xfrm>
              <a:off x="6794737" y="4179460"/>
              <a:ext cx="734664" cy="735137"/>
              <a:chOff x="959750" y="3039275"/>
              <a:chExt cx="582050" cy="582425"/>
            </a:xfrm>
          </p:grpSpPr>
          <p:sp>
            <p:nvSpPr>
              <p:cNvPr id="1788" name="Google Shape;1788;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46"/>
            <p:cNvGrpSpPr/>
            <p:nvPr/>
          </p:nvGrpSpPr>
          <p:grpSpPr>
            <a:xfrm>
              <a:off x="8128313" y="1310040"/>
              <a:ext cx="169158" cy="169158"/>
              <a:chOff x="8356813" y="1074288"/>
              <a:chExt cx="351900" cy="351900"/>
            </a:xfrm>
          </p:grpSpPr>
          <p:sp>
            <p:nvSpPr>
              <p:cNvPr id="1796" name="Google Shape;1796;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6"/>
            <p:cNvGrpSpPr/>
            <p:nvPr/>
          </p:nvGrpSpPr>
          <p:grpSpPr>
            <a:xfrm>
              <a:off x="7360240" y="2075006"/>
              <a:ext cx="169158" cy="169158"/>
              <a:chOff x="8356813" y="1074288"/>
              <a:chExt cx="351900" cy="351900"/>
            </a:xfrm>
          </p:grpSpPr>
          <p:sp>
            <p:nvSpPr>
              <p:cNvPr id="1799" name="Google Shape;1799;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6"/>
            <p:cNvGrpSpPr/>
            <p:nvPr/>
          </p:nvGrpSpPr>
          <p:grpSpPr>
            <a:xfrm>
              <a:off x="8233587" y="3028150"/>
              <a:ext cx="169158" cy="169158"/>
              <a:chOff x="8356813" y="1074288"/>
              <a:chExt cx="351900" cy="351900"/>
            </a:xfrm>
          </p:grpSpPr>
          <p:sp>
            <p:nvSpPr>
              <p:cNvPr id="1802" name="Google Shape;1802;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6"/>
            <p:cNvSpPr/>
            <p:nvPr/>
          </p:nvSpPr>
          <p:spPr>
            <a:xfrm>
              <a:off x="8754821" y="2763320"/>
              <a:ext cx="606949" cy="600556"/>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5" name="Google Shape;1805;p46"/>
            <p:cNvGrpSpPr/>
            <p:nvPr/>
          </p:nvGrpSpPr>
          <p:grpSpPr>
            <a:xfrm>
              <a:off x="8782808" y="2723340"/>
              <a:ext cx="883449" cy="2083923"/>
              <a:chOff x="8337812" y="3492483"/>
              <a:chExt cx="699928" cy="1651024"/>
            </a:xfrm>
          </p:grpSpPr>
          <p:sp>
            <p:nvSpPr>
              <p:cNvPr id="1806" name="Google Shape;1806;p46"/>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6"/>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46"/>
            <p:cNvGrpSpPr/>
            <p:nvPr/>
          </p:nvGrpSpPr>
          <p:grpSpPr>
            <a:xfrm>
              <a:off x="8215673" y="4178313"/>
              <a:ext cx="1141869" cy="916509"/>
              <a:chOff x="7945225" y="4302000"/>
              <a:chExt cx="904666" cy="726121"/>
            </a:xfrm>
          </p:grpSpPr>
          <p:sp>
            <p:nvSpPr>
              <p:cNvPr id="1810" name="Google Shape;1810;p4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 name="Google Shape;1813;p46"/>
            <p:cNvSpPr/>
            <p:nvPr/>
          </p:nvSpPr>
          <p:spPr>
            <a:xfrm rot="5400000">
              <a:off x="8491754" y="37142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 name="Google Shape;1814;p46"/>
            <p:cNvGrpSpPr/>
            <p:nvPr/>
          </p:nvGrpSpPr>
          <p:grpSpPr>
            <a:xfrm>
              <a:off x="7774724" y="3187835"/>
              <a:ext cx="734664" cy="735137"/>
              <a:chOff x="959750" y="3039275"/>
              <a:chExt cx="582050" cy="582425"/>
            </a:xfrm>
          </p:grpSpPr>
          <p:sp>
            <p:nvSpPr>
              <p:cNvPr id="1815" name="Google Shape;1815;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46"/>
            <p:cNvGrpSpPr/>
            <p:nvPr/>
          </p:nvGrpSpPr>
          <p:grpSpPr>
            <a:xfrm>
              <a:off x="7625399" y="3691035"/>
              <a:ext cx="734664" cy="735137"/>
              <a:chOff x="959750" y="3039275"/>
              <a:chExt cx="582050" cy="582425"/>
            </a:xfrm>
          </p:grpSpPr>
          <p:sp>
            <p:nvSpPr>
              <p:cNvPr id="1823" name="Google Shape;1823;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46"/>
            <p:cNvSpPr/>
            <p:nvPr/>
          </p:nvSpPr>
          <p:spPr>
            <a:xfrm rot="5400000">
              <a:off x="8666054" y="24747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6"/>
          <p:cNvSpPr txBox="1">
            <a:spLocks noGrp="1"/>
          </p:cNvSpPr>
          <p:nvPr>
            <p:ph type="title"/>
          </p:nvPr>
        </p:nvSpPr>
        <p:spPr>
          <a:xfrm>
            <a:off x="713225" y="741872"/>
            <a:ext cx="6576000" cy="279882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latin typeface="Arial" panose="020B0604020202020204" pitchFamily="34" charset="0"/>
                <a:cs typeface="Arial" panose="020B0604020202020204" pitchFamily="34" charset="0"/>
              </a:rPr>
              <a:t>Дальше идут шаблоны и заготовки</a:t>
            </a:r>
            <a:endParaRPr dirty="0">
              <a:latin typeface="Arial" panose="020B0604020202020204" pitchFamily="34" charset="0"/>
              <a:cs typeface="Arial" panose="020B0604020202020204" pitchFamily="34" charset="0"/>
            </a:endParaRPr>
          </a:p>
        </p:txBody>
      </p:sp>
      <p:sp>
        <p:nvSpPr>
          <p:cNvPr id="1832" name="Google Shape;1832;p46"/>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Можно закончить презентацию</a:t>
            </a:r>
            <a:endParaRPr dirty="0"/>
          </a:p>
        </p:txBody>
      </p:sp>
      <p:grpSp>
        <p:nvGrpSpPr>
          <p:cNvPr id="1833" name="Google Shape;1833;p46"/>
          <p:cNvGrpSpPr/>
          <p:nvPr/>
        </p:nvGrpSpPr>
        <p:grpSpPr>
          <a:xfrm>
            <a:off x="741975" y="3631501"/>
            <a:ext cx="5132617" cy="134100"/>
            <a:chOff x="741975" y="2893476"/>
            <a:chExt cx="5132617" cy="134100"/>
          </a:xfrm>
        </p:grpSpPr>
        <p:sp>
          <p:nvSpPr>
            <p:cNvPr id="1834" name="Google Shape;1834;p46"/>
            <p:cNvSpPr/>
            <p:nvPr/>
          </p:nvSpPr>
          <p:spPr>
            <a:xfrm>
              <a:off x="5740492" y="289347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46"/>
            <p:cNvCxnSpPr/>
            <p:nvPr/>
          </p:nvCxnSpPr>
          <p:spPr>
            <a:xfrm>
              <a:off x="741975" y="2960525"/>
              <a:ext cx="5036400" cy="0"/>
            </a:xfrm>
            <a:prstGeom prst="straightConnector1">
              <a:avLst/>
            </a:prstGeom>
            <a:noFill/>
            <a:ln w="9525" cap="flat" cmpd="sng">
              <a:solidFill>
                <a:schemeClr val="dk2"/>
              </a:solidFill>
              <a:prstDash val="solid"/>
              <a:round/>
              <a:headEnd type="none" w="med" len="med"/>
              <a:tailEnd type="none" w="med" len="med"/>
            </a:ln>
          </p:spPr>
        </p:cxnSp>
        <p:sp>
          <p:nvSpPr>
            <p:cNvPr id="1836" name="Google Shape;1836;p46"/>
            <p:cNvSpPr/>
            <p:nvPr/>
          </p:nvSpPr>
          <p:spPr>
            <a:xfrm>
              <a:off x="5770604" y="2923618"/>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sp>
        <p:nvSpPr>
          <p:cNvPr id="1447" name="Google Shape;1447;p35"/>
          <p:cNvSpPr txBox="1">
            <a:spLocks noGrp="1"/>
          </p:cNvSpPr>
          <p:nvPr>
            <p:ph type="title"/>
          </p:nvPr>
        </p:nvSpPr>
        <p:spPr>
          <a:xfrm>
            <a:off x="546175" y="15321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Роли пользователей</a:t>
            </a:r>
            <a:endParaRPr dirty="0"/>
          </a:p>
        </p:txBody>
      </p:sp>
      <p:sp>
        <p:nvSpPr>
          <p:cNvPr id="1448" name="Google Shape;1448;p35"/>
          <p:cNvSpPr txBox="1">
            <a:spLocks noGrp="1"/>
          </p:cNvSpPr>
          <p:nvPr>
            <p:ph type="body" idx="1"/>
          </p:nvPr>
        </p:nvSpPr>
        <p:spPr>
          <a:xfrm>
            <a:off x="546175" y="725915"/>
            <a:ext cx="8065200" cy="411300"/>
          </a:xfrm>
          <a:prstGeom prst="rect">
            <a:avLst/>
          </a:prstGeom>
        </p:spPr>
        <p:txBody>
          <a:bodyPr spcFirstLastPara="1" wrap="square" lIns="91425" tIns="91425" rIns="91425" bIns="91425" anchor="t" anchorCtr="0">
            <a:noAutofit/>
          </a:bodyPr>
          <a:lstStyle/>
          <a:p>
            <a:pPr marL="0" lvl="0" indent="0">
              <a:buNone/>
            </a:pPr>
            <a:r>
              <a:rPr lang="ru-RU" sz="1800" dirty="0" smtClean="0"/>
              <a:t>Кто </a:t>
            </a:r>
            <a:r>
              <a:rPr lang="ru-RU" sz="1800" dirty="0"/>
              <a:t>и как будет работать с </a:t>
            </a:r>
            <a:r>
              <a:rPr lang="ru-RU" sz="1800" dirty="0" smtClean="0"/>
              <a:t>приложением.</a:t>
            </a:r>
            <a:endParaRPr sz="1800" dirty="0"/>
          </a:p>
        </p:txBody>
      </p:sp>
      <p:graphicFrame>
        <p:nvGraphicFramePr>
          <p:cNvPr id="1449" name="Google Shape;1449;p35"/>
          <p:cNvGraphicFramePr/>
          <p:nvPr>
            <p:extLst>
              <p:ext uri="{D42A27DB-BD31-4B8C-83A1-F6EECF244321}">
                <p14:modId xmlns:p14="http://schemas.microsoft.com/office/powerpoint/2010/main" val="4122836804"/>
              </p:ext>
            </p:extLst>
          </p:nvPr>
        </p:nvGraphicFramePr>
        <p:xfrm>
          <a:off x="546175" y="1326691"/>
          <a:ext cx="7924776" cy="4854110"/>
        </p:xfrm>
        <a:graphic>
          <a:graphicData uri="http://schemas.openxmlformats.org/drawingml/2006/table">
            <a:tbl>
              <a:tblPr>
                <a:noFill/>
                <a:tableStyleId>{B9B832DE-76B6-4B34-B3CA-37E8069A2435}</a:tableStyleId>
              </a:tblPr>
              <a:tblGrid>
                <a:gridCol w="1920188">
                  <a:extLst>
                    <a:ext uri="{9D8B030D-6E8A-4147-A177-3AD203B41FA5}">
                      <a16:colId xmlns:a16="http://schemas.microsoft.com/office/drawing/2014/main" val="20000"/>
                    </a:ext>
                  </a:extLst>
                </a:gridCol>
                <a:gridCol w="3002294">
                  <a:extLst>
                    <a:ext uri="{9D8B030D-6E8A-4147-A177-3AD203B41FA5}">
                      <a16:colId xmlns:a16="http://schemas.microsoft.com/office/drawing/2014/main" val="20001"/>
                    </a:ext>
                  </a:extLst>
                </a:gridCol>
                <a:gridCol w="3002294">
                  <a:extLst>
                    <a:ext uri="{9D8B030D-6E8A-4147-A177-3AD203B41FA5}">
                      <a16:colId xmlns:a16="http://schemas.microsoft.com/office/drawing/2014/main" val="1841156560"/>
                    </a:ext>
                  </a:extLst>
                </a:gridCol>
              </a:tblGrid>
              <a:tr h="636606">
                <a:tc>
                  <a:txBody>
                    <a:bodyPr/>
                    <a:lstStyle/>
                    <a:p>
                      <a:pPr marL="0" lvl="0" indent="0" algn="ctr" rtl="0">
                        <a:lnSpc>
                          <a:spcPct val="115000"/>
                        </a:lnSpc>
                        <a:spcBef>
                          <a:spcPts val="0"/>
                        </a:spcBef>
                        <a:spcAft>
                          <a:spcPts val="0"/>
                        </a:spcAft>
                        <a:buNone/>
                      </a:pPr>
                      <a:r>
                        <a:rPr lang="ru-RU" sz="1100" b="1" u="sng" dirty="0" smtClean="0">
                          <a:solidFill>
                            <a:schemeClr val="hlink"/>
                          </a:solidFill>
                          <a:latin typeface="+mn-lt"/>
                          <a:ea typeface="IBM Plex Mono"/>
                          <a:cs typeface="IBM Plex Mono"/>
                          <a:sym typeface="IBM Plex Mono"/>
                        </a:rPr>
                        <a:t>Роль</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Пример</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Описание</a:t>
                      </a:r>
                      <a:endParaRPr sz="1100" b="1"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Посетитель МФЦ, Пациент клиники</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None/>
                      </a:pPr>
                      <a:r>
                        <a:rPr lang="ru-RU" sz="1000" dirty="0" smtClean="0">
                          <a:solidFill>
                            <a:schemeClr val="dk1"/>
                          </a:solidFill>
                          <a:latin typeface="+mn-lt"/>
                          <a:ea typeface="Poppins"/>
                          <a:cs typeface="Poppins"/>
                          <a:sym typeface="Poppins"/>
                        </a:rPr>
                        <a:t>Основной потребитель услуги</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660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Приоритетный 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более старшего курса, Важный посетитель</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Такой клиент, которого нужно обслужить в первую очередь</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807838">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Наблюдатель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Незарегистрированный пользователь, специальный контролёр, табло, внешний сайт</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dirty="0" smtClean="0"/>
                        <a:t>Только чтение, не может менять данные и не имеет места в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Исполнитель услуги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Преподаватель, Сотрудник МФЦ, Врач, Оператор окна</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Работает только с вызванным клиентом. Видит очередь и информацию о текущем клиенте, фиксирует результат обслуживания.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Оператор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Ассистент, Регистратор, Администратор зала, Робот</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текущим состоянием существующей очереди, не обязательно обслуживает. Может вызывать, перемещать и удалять любого клиента в очереди.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581218775"/>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Администратор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Техническая поддержка, IT-специалист, Старший менеджер</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конфигурацией очереди. Инициализирует новую очередь, настраивает её поведение, закрывает сессию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304457107"/>
                  </a:ext>
                </a:extLst>
              </a:tr>
            </a:tbl>
          </a:graphicData>
        </a:graphic>
      </p:graphicFrame>
      <p:grpSp>
        <p:nvGrpSpPr>
          <p:cNvPr id="8" name="Google Shape;1422;p34"/>
          <p:cNvGrpSpPr/>
          <p:nvPr/>
        </p:nvGrpSpPr>
        <p:grpSpPr>
          <a:xfrm>
            <a:off x="546175" y="683285"/>
            <a:ext cx="3936683" cy="134070"/>
            <a:chOff x="1096850" y="3242811"/>
            <a:chExt cx="3936683" cy="134070"/>
          </a:xfrm>
        </p:grpSpPr>
        <p:cxnSp>
          <p:nvCxnSpPr>
            <p:cNvPr id="9"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0" name="Google Shape;1424;p34"/>
            <p:cNvGrpSpPr/>
            <p:nvPr/>
          </p:nvGrpSpPr>
          <p:grpSpPr>
            <a:xfrm>
              <a:off x="4899464" y="3242811"/>
              <a:ext cx="134070" cy="134070"/>
              <a:chOff x="8382514" y="1084976"/>
              <a:chExt cx="265800" cy="265800"/>
            </a:xfrm>
          </p:grpSpPr>
          <p:sp>
            <p:nvSpPr>
              <p:cNvPr id="11"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pic>
        <p:nvPicPr>
          <p:cNvPr id="1028" name="Picture 4" descr="https://img.freepik.com/premium-vector/long-queue-people-customers-line-standing-waiting-crowd-queuing-many-men-women-buyers-entrance-back-view-high-demand-concept-flat-vector-illustration-isolated-white-background_198278-19815.jpg?w=2000"/>
          <p:cNvPicPr>
            <a:picLocks noChangeAspect="1" noChangeArrowheads="1"/>
          </p:cNvPicPr>
          <p:nvPr/>
        </p:nvPicPr>
        <p:blipFill rotWithShape="1">
          <a:blip r:embed="rId3">
            <a:alphaModFix/>
            <a:extLst>
              <a:ext uri="{28A0092B-C50C-407E-A947-70E740481C1C}">
                <a14:useLocalDpi xmlns:a14="http://schemas.microsoft.com/office/drawing/2010/main" val="0"/>
              </a:ext>
            </a:extLst>
          </a:blip>
          <a:srcRect l="46444" t="6123" r="15525" b="8305"/>
          <a:stretch/>
        </p:blipFill>
        <p:spPr bwMode="auto">
          <a:xfrm>
            <a:off x="4519193" y="688806"/>
            <a:ext cx="4462943" cy="5427677"/>
          </a:xfrm>
          <a:prstGeom prst="snip1Rect">
            <a:avLst>
              <a:gd name="adj" fmla="val 16667"/>
            </a:avLst>
          </a:prstGeom>
          <a:extLst>
            <a:ext uri="{909E8E84-426E-40DD-AFC4-6F175D3DCCD1}">
              <a14:hiddenFill xmlns:a14="http://schemas.microsoft.com/office/drawing/2010/main">
                <a:solidFill>
                  <a:srgbClr val="FFFFFF"/>
                </a:solidFill>
              </a14:hiddenFill>
            </a:ext>
          </a:extLst>
        </p:spPr>
      </p:pic>
      <p:sp>
        <p:nvSpPr>
          <p:cNvPr id="1766" name="Google Shape;1766;p45"/>
          <p:cNvSpPr txBox="1">
            <a:spLocks noGrp="1"/>
          </p:cNvSpPr>
          <p:nvPr>
            <p:ph type="title"/>
          </p:nvPr>
        </p:nvSpPr>
        <p:spPr>
          <a:xfrm>
            <a:off x="342852" y="89220"/>
            <a:ext cx="3012744" cy="62423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Тема проекта</a:t>
            </a:r>
            <a:endParaRPr dirty="0"/>
          </a:p>
        </p:txBody>
      </p:sp>
      <p:sp>
        <p:nvSpPr>
          <p:cNvPr id="1767" name="Google Shape;1767;p45"/>
          <p:cNvSpPr txBox="1">
            <a:spLocks noGrp="1"/>
          </p:cNvSpPr>
          <p:nvPr>
            <p:ph type="subTitle" idx="1"/>
          </p:nvPr>
        </p:nvSpPr>
        <p:spPr>
          <a:xfrm>
            <a:off x="184473" y="1527900"/>
            <a:ext cx="4145492" cy="1653985"/>
          </a:xfrm>
          <a:prstGeom prst="rect">
            <a:avLst/>
          </a:prstGeom>
        </p:spPr>
        <p:txBody>
          <a:bodyPr spcFirstLastPara="1" wrap="square" lIns="91425" tIns="91425" rIns="91425" bIns="91425" anchor="t" anchorCtr="0">
            <a:noAutofit/>
          </a:bodyPr>
          <a:lstStyle/>
          <a:p>
            <a:pPr marL="0" lvl="0" indent="0">
              <a:buNone/>
            </a:pPr>
            <a:r>
              <a:rPr lang="ru-RU" b="1" dirty="0"/>
              <a:t> </a:t>
            </a:r>
            <a:r>
              <a:rPr lang="ru-RU" b="1" dirty="0" smtClean="0"/>
              <a:t>      Проблема</a:t>
            </a:r>
            <a:r>
              <a:rPr lang="ru-RU" b="1" dirty="0"/>
              <a:t>: </a:t>
            </a:r>
          </a:p>
          <a:p>
            <a:pPr marL="0" lvl="0" indent="0">
              <a:buNone/>
            </a:pPr>
            <a:r>
              <a:rPr lang="ru-RU" dirty="0"/>
              <a:t>В сервисных </a:t>
            </a:r>
            <a:r>
              <a:rPr lang="ru-RU" dirty="0" smtClean="0"/>
              <a:t>точках </a:t>
            </a:r>
            <a:r>
              <a:rPr lang="ru-RU" dirty="0"/>
              <a:t>клиенты тратят время на ожидание в живой очереди, </a:t>
            </a:r>
            <a:r>
              <a:rPr lang="ru-RU" dirty="0" smtClean="0"/>
              <a:t>а </a:t>
            </a:r>
            <a:r>
              <a:rPr lang="ru-RU" dirty="0"/>
              <a:t>операторы </a:t>
            </a:r>
            <a:r>
              <a:rPr lang="ru-RU" dirty="0" err="1"/>
              <a:t>операторы</a:t>
            </a:r>
            <a:r>
              <a:rPr lang="ru-RU" dirty="0"/>
              <a:t> не имеют инструментов для прогнозирования и управления потоком.</a:t>
            </a:r>
          </a:p>
        </p:txBody>
      </p:sp>
      <p:grpSp>
        <p:nvGrpSpPr>
          <p:cNvPr id="1768" name="Google Shape;1768;p45"/>
          <p:cNvGrpSpPr/>
          <p:nvPr/>
        </p:nvGrpSpPr>
        <p:grpSpPr>
          <a:xfrm>
            <a:off x="-74792" y="2354893"/>
            <a:ext cx="480890" cy="641599"/>
            <a:chOff x="959750" y="3039275"/>
            <a:chExt cx="582050" cy="582425"/>
          </a:xfrm>
        </p:grpSpPr>
        <p:sp>
          <p:nvSpPr>
            <p:cNvPr id="1769" name="Google Shape;1769;p4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67;p45"/>
          <p:cNvSpPr txBox="1">
            <a:spLocks/>
          </p:cNvSpPr>
          <p:nvPr/>
        </p:nvSpPr>
        <p:spPr>
          <a:xfrm>
            <a:off x="379578" y="653266"/>
            <a:ext cx="2943627" cy="100921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dirty="0">
                <a:latin typeface="Arial" panose="020B0604020202020204" pitchFamily="34" charset="0"/>
                <a:cs typeface="Arial" panose="020B0604020202020204" pitchFamily="34" charset="0"/>
              </a:rPr>
              <a:t>Система управления виртуальной очередью</a:t>
            </a:r>
            <a:endParaRPr lang="en-US" sz="1800" dirty="0">
              <a:latin typeface="Arial" panose="020B0604020202020204" pitchFamily="34" charset="0"/>
              <a:cs typeface="Arial" panose="020B0604020202020204" pitchFamily="34" charset="0"/>
            </a:endParaRPr>
          </a:p>
        </p:txBody>
      </p:sp>
      <p:cxnSp>
        <p:nvCxnSpPr>
          <p:cNvPr id="23" name="Google Shape;1835;p46"/>
          <p:cNvCxnSpPr/>
          <p:nvPr/>
        </p:nvCxnSpPr>
        <p:spPr>
          <a:xfrm>
            <a:off x="293177" y="695601"/>
            <a:ext cx="3112094" cy="0"/>
          </a:xfrm>
          <a:prstGeom prst="straightConnector1">
            <a:avLst/>
          </a:prstGeom>
          <a:noFill/>
          <a:ln w="9525" cap="flat" cmpd="sng">
            <a:solidFill>
              <a:schemeClr val="dk2"/>
            </a:solidFill>
            <a:prstDash val="solid"/>
            <a:round/>
            <a:headEnd type="none" w="med" len="med"/>
            <a:tailEnd type="none" w="med" len="med"/>
          </a:ln>
        </p:spPr>
      </p:cxnSp>
      <p:sp>
        <p:nvSpPr>
          <p:cNvPr id="25" name="Google Shape;1767;p45"/>
          <p:cNvSpPr txBox="1">
            <a:spLocks/>
          </p:cNvSpPr>
          <p:nvPr/>
        </p:nvSpPr>
        <p:spPr>
          <a:xfrm>
            <a:off x="184473" y="3096225"/>
            <a:ext cx="4239297"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Решение: </a:t>
            </a:r>
          </a:p>
          <a:p>
            <a:pPr marL="0" indent="0">
              <a:buFont typeface="Open Sans"/>
              <a:buNone/>
            </a:pPr>
            <a:r>
              <a:rPr lang="ru-RU" dirty="0" smtClean="0"/>
              <a:t>Веб-приложение, позволяющее записаться в очередь удалённо, отслеживать свой номер в реальном времени и получать уведомления о приближении очереди.</a:t>
            </a:r>
            <a:endParaRPr lang="ru-RU" dirty="0"/>
          </a:p>
        </p:txBody>
      </p:sp>
      <p:sp>
        <p:nvSpPr>
          <p:cNvPr id="27" name="Google Shape;1767;p45"/>
          <p:cNvSpPr txBox="1">
            <a:spLocks/>
          </p:cNvSpPr>
          <p:nvPr/>
        </p:nvSpPr>
        <p:spPr>
          <a:xfrm>
            <a:off x="165498" y="4564377"/>
            <a:ext cx="4278334"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Цель: </a:t>
            </a:r>
          </a:p>
          <a:p>
            <a:pPr marL="0" indent="0">
              <a:buNone/>
            </a:pPr>
            <a:r>
              <a:rPr lang="ru-RU" dirty="0"/>
              <a:t>Спроектировать и реализовать </a:t>
            </a:r>
            <a:r>
              <a:rPr lang="ru-RU" dirty="0" smtClean="0"/>
              <a:t>систему </a:t>
            </a:r>
            <a:r>
              <a:rPr lang="ru-RU" dirty="0"/>
              <a:t>для управления виртуальной очередью, обеспечивающее удобную запись, отслеживание статуса и оптимизацию потока клиентов</a:t>
            </a:r>
          </a:p>
        </p:txBody>
      </p:sp>
      <p:sp>
        <p:nvSpPr>
          <p:cNvPr id="28" name="Google Shape;14251;p83"/>
          <p:cNvSpPr/>
          <p:nvPr/>
        </p:nvSpPr>
        <p:spPr>
          <a:xfrm>
            <a:off x="285193" y="4631008"/>
            <a:ext cx="245429" cy="249860"/>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3747;p81"/>
          <p:cNvGrpSpPr>
            <a:grpSpLocks noChangeAspect="1"/>
          </p:cNvGrpSpPr>
          <p:nvPr/>
        </p:nvGrpSpPr>
        <p:grpSpPr>
          <a:xfrm>
            <a:off x="279896" y="3162856"/>
            <a:ext cx="216342" cy="263170"/>
            <a:chOff x="1768821" y="3361108"/>
            <a:chExt cx="278739" cy="339073"/>
          </a:xfrm>
          <a:solidFill>
            <a:schemeClr val="tx2"/>
          </a:solidFill>
        </p:grpSpPr>
        <p:sp>
          <p:nvSpPr>
            <p:cNvPr id="19"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032;p77"/>
          <p:cNvGrpSpPr>
            <a:grpSpLocks noChangeAspect="1"/>
          </p:cNvGrpSpPr>
          <p:nvPr/>
        </p:nvGrpSpPr>
        <p:grpSpPr>
          <a:xfrm>
            <a:off x="287212" y="1635154"/>
            <a:ext cx="237772" cy="211161"/>
            <a:chOff x="3584280" y="3699191"/>
            <a:chExt cx="358069" cy="317995"/>
          </a:xfrm>
          <a:solidFill>
            <a:schemeClr val="tx2"/>
          </a:solidFill>
        </p:grpSpPr>
        <p:sp>
          <p:nvSpPr>
            <p:cNvPr id="36"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4" name="Google Shape;1624;p40"/>
          <p:cNvSpPr txBox="1">
            <a:spLocks noGrp="1"/>
          </p:cNvSpPr>
          <p:nvPr>
            <p:ph type="subTitle" idx="1"/>
          </p:nvPr>
        </p:nvSpPr>
        <p:spPr>
          <a:xfrm>
            <a:off x="332367" y="5022501"/>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составления </a:t>
            </a:r>
            <a:r>
              <a:rPr lang="ru-RU" sz="1600" dirty="0" err="1" smtClean="0">
                <a:latin typeface="Arial" panose="020B0604020202020204" pitchFamily="34" charset="0"/>
                <a:cs typeface="Arial" panose="020B0604020202020204" pitchFamily="34" charset="0"/>
              </a:rPr>
              <a:t>бэклога</a:t>
            </a:r>
            <a:r>
              <a:rPr lang="ru-RU" sz="1600" dirty="0" smtClean="0">
                <a:latin typeface="Arial" panose="020B0604020202020204" pitchFamily="34" charset="0"/>
                <a:cs typeface="Arial" panose="020B0604020202020204" pitchFamily="34" charset="0"/>
              </a:rPr>
              <a:t> и организации выполнения задач</a:t>
            </a:r>
            <a:endParaRPr sz="1600" dirty="0">
              <a:latin typeface="Arial" panose="020B0604020202020204" pitchFamily="34" charset="0"/>
              <a:cs typeface="Arial" panose="020B0604020202020204" pitchFamily="34" charset="0"/>
            </a:endParaRPr>
          </a:p>
        </p:txBody>
      </p:sp>
      <p:sp>
        <p:nvSpPr>
          <p:cNvPr id="1625" name="Google Shape;1625;p40"/>
          <p:cNvSpPr txBox="1">
            <a:spLocks noGrp="1"/>
          </p:cNvSpPr>
          <p:nvPr>
            <p:ph type="subTitle" idx="2"/>
          </p:nvPr>
        </p:nvSpPr>
        <p:spPr>
          <a:xfrm>
            <a:off x="5918600" y="1888736"/>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совместной работы и хранения материалов</a:t>
            </a:r>
            <a:endParaRPr sz="1600" dirty="0">
              <a:latin typeface="Arial" panose="020B0604020202020204" pitchFamily="34" charset="0"/>
              <a:cs typeface="Arial" panose="020B0604020202020204" pitchFamily="34" charset="0"/>
            </a:endParaRPr>
          </a:p>
        </p:txBody>
      </p:sp>
      <p:sp>
        <p:nvSpPr>
          <p:cNvPr id="1626" name="Google Shape;1626;p40"/>
          <p:cNvSpPr txBox="1">
            <a:spLocks noGrp="1"/>
          </p:cNvSpPr>
          <p:nvPr>
            <p:ph type="subTitle" idx="3"/>
          </p:nvPr>
        </p:nvSpPr>
        <p:spPr>
          <a:xfrm>
            <a:off x="332367" y="4325766"/>
            <a:ext cx="1495783" cy="84707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P</a:t>
            </a:r>
            <a:r>
              <a:rPr lang="en-US" dirty="0" smtClean="0"/>
              <a:t>rojects</a:t>
            </a:r>
            <a:endParaRPr dirty="0"/>
          </a:p>
        </p:txBody>
      </p:sp>
      <p:sp>
        <p:nvSpPr>
          <p:cNvPr id="1627" name="Google Shape;1627;p40"/>
          <p:cNvSpPr txBox="1">
            <a:spLocks noGrp="1"/>
          </p:cNvSpPr>
          <p:nvPr>
            <p:ph type="subTitle" idx="4"/>
          </p:nvPr>
        </p:nvSpPr>
        <p:spPr>
          <a:xfrm>
            <a:off x="5911393" y="1171434"/>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18489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Организация работы</a:t>
            </a:r>
            <a:endParaRPr dirty="0"/>
          </a:p>
        </p:txBody>
      </p:sp>
      <p:pic>
        <p:nvPicPr>
          <p:cNvPr id="2" name="Рисунок 1"/>
          <p:cNvPicPr>
            <a:picLocks noChangeAspect="1"/>
          </p:cNvPicPr>
          <p:nvPr/>
        </p:nvPicPr>
        <p:blipFill>
          <a:blip r:embed="rId3"/>
          <a:stretch>
            <a:fillRect/>
          </a:stretch>
        </p:blipFill>
        <p:spPr>
          <a:xfrm>
            <a:off x="261222" y="800566"/>
            <a:ext cx="5139894" cy="3202010"/>
          </a:xfrm>
          <a:prstGeom prst="rect">
            <a:avLst/>
          </a:prstGeom>
        </p:spPr>
      </p:pic>
      <p:pic>
        <p:nvPicPr>
          <p:cNvPr id="4" name="Рисунок 3"/>
          <p:cNvPicPr>
            <a:picLocks noChangeAspect="1"/>
          </p:cNvPicPr>
          <p:nvPr/>
        </p:nvPicPr>
        <p:blipFill>
          <a:blip r:embed="rId4"/>
          <a:stretch>
            <a:fillRect/>
          </a:stretch>
        </p:blipFill>
        <p:spPr>
          <a:xfrm>
            <a:off x="2777706" y="3343187"/>
            <a:ext cx="6168229" cy="3103431"/>
          </a:xfrm>
          <a:prstGeom prst="rect">
            <a:avLst/>
          </a:prstGeom>
        </p:spPr>
      </p:pic>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001087" y="1679447"/>
            <a:ext cx="1591404" cy="572700"/>
          </a:xfrm>
          <a:prstGeom prst="rect">
            <a:avLst/>
          </a:prstGeom>
        </p:spPr>
        <p:txBody>
          <a:bodyPr spcFirstLastPara="1" wrap="square" lIns="91425" tIns="91425" rIns="91425" bIns="91425" anchor="t" anchorCtr="0">
            <a:noAutofit/>
          </a:bodyPr>
          <a:lstStyle/>
          <a:p>
            <a:pPr marL="0" lvl="0" indent="0"/>
            <a:r>
              <a:rPr lang="en-US" dirty="0"/>
              <a:t>Frontend</a:t>
            </a:r>
            <a:endParaRPr dirty="0"/>
          </a:p>
        </p:txBody>
      </p:sp>
      <p:sp>
        <p:nvSpPr>
          <p:cNvPr id="1750" name="Google Shape;1750;p44"/>
          <p:cNvSpPr txBox="1">
            <a:spLocks noGrp="1"/>
          </p:cNvSpPr>
          <p:nvPr>
            <p:ph type="subTitle" idx="2"/>
          </p:nvPr>
        </p:nvSpPr>
        <p:spPr>
          <a:xfrm>
            <a:off x="4579703" y="3464340"/>
            <a:ext cx="1515903" cy="572700"/>
          </a:xfrm>
          <a:prstGeom prst="rect">
            <a:avLst/>
          </a:prstGeom>
        </p:spPr>
        <p:txBody>
          <a:bodyPr spcFirstLastPara="1" wrap="square" lIns="91425" tIns="91425" rIns="91425" bIns="91425" anchor="t" anchorCtr="0">
            <a:noAutofit/>
          </a:bodyPr>
          <a:lstStyle/>
          <a:p>
            <a:pPr marL="0" lvl="0" indent="0"/>
            <a:r>
              <a:rPr lang="en-US" dirty="0"/>
              <a:t>D</a:t>
            </a:r>
            <a:r>
              <a:rPr lang="en-US" dirty="0" smtClean="0"/>
              <a:t>atabase</a:t>
            </a:r>
            <a:endParaRPr dirty="0"/>
          </a:p>
        </p:txBody>
      </p:sp>
      <p:sp>
        <p:nvSpPr>
          <p:cNvPr id="1751" name="Google Shape;1751;p44"/>
          <p:cNvSpPr txBox="1">
            <a:spLocks noGrp="1"/>
          </p:cNvSpPr>
          <p:nvPr>
            <p:ph type="subTitle" idx="8"/>
          </p:nvPr>
        </p:nvSpPr>
        <p:spPr>
          <a:xfrm>
            <a:off x="4579704" y="3138231"/>
            <a:ext cx="1725627" cy="402300"/>
          </a:xfrm>
          <a:prstGeom prst="rect">
            <a:avLst/>
          </a:prstGeom>
        </p:spPr>
        <p:txBody>
          <a:bodyPr spcFirstLastPara="1" wrap="square" lIns="91425" tIns="91425" rIns="91425" bIns="91425" anchor="b" anchorCtr="0">
            <a:noAutofit/>
          </a:bodyPr>
          <a:lstStyle/>
          <a:p>
            <a:pPr marL="0" lvl="0" indent="0"/>
            <a:r>
              <a:rPr lang="en-US" dirty="0"/>
              <a:t>PostgreSQL</a:t>
            </a:r>
            <a:endParaRPr dirty="0"/>
          </a:p>
        </p:txBody>
      </p:sp>
      <p:sp>
        <p:nvSpPr>
          <p:cNvPr id="1752" name="Google Shape;1752;p44"/>
          <p:cNvSpPr txBox="1">
            <a:spLocks noGrp="1"/>
          </p:cNvSpPr>
          <p:nvPr>
            <p:ph type="title"/>
          </p:nvPr>
        </p:nvSpPr>
        <p:spPr>
          <a:xfrm>
            <a:off x="354843" y="252828"/>
            <a:ext cx="8065200" cy="572700"/>
          </a:xfrm>
          <a:prstGeom prst="rect">
            <a:avLst/>
          </a:prstGeom>
        </p:spPr>
        <p:txBody>
          <a:bodyPr spcFirstLastPara="1" wrap="square" lIns="91425" tIns="91425" rIns="91425" bIns="91425" anchor="t" anchorCtr="0">
            <a:noAutofit/>
          </a:bodyPr>
          <a:lstStyle/>
          <a:p>
            <a:pPr lvl="0"/>
            <a:r>
              <a:rPr lang="ru-RU" dirty="0" smtClean="0"/>
              <a:t>Выбор технологического стека</a:t>
            </a:r>
            <a:endParaRPr dirty="0"/>
          </a:p>
        </p:txBody>
      </p:sp>
      <p:sp>
        <p:nvSpPr>
          <p:cNvPr id="1753" name="Google Shape;1753;p44"/>
          <p:cNvSpPr txBox="1">
            <a:spLocks noGrp="1"/>
          </p:cNvSpPr>
          <p:nvPr>
            <p:ph type="subTitle" idx="3"/>
          </p:nvPr>
        </p:nvSpPr>
        <p:spPr>
          <a:xfrm>
            <a:off x="4464758" y="1985590"/>
            <a:ext cx="1273311" cy="572700"/>
          </a:xfrm>
          <a:prstGeom prst="rect">
            <a:avLst/>
          </a:prstGeom>
        </p:spPr>
        <p:txBody>
          <a:bodyPr spcFirstLastPara="1" wrap="square" lIns="91425" tIns="91425" rIns="91425" bIns="91425" anchor="t" anchorCtr="0">
            <a:noAutofit/>
          </a:bodyPr>
          <a:lstStyle/>
          <a:p>
            <a:pPr marL="0" lvl="0" indent="0"/>
            <a:r>
              <a:rPr lang="en-US" dirty="0"/>
              <a:t>Backend</a:t>
            </a:r>
            <a:endParaRPr dirty="0"/>
          </a:p>
        </p:txBody>
      </p:sp>
      <p:sp>
        <p:nvSpPr>
          <p:cNvPr id="1754" name="Google Shape;1754;p44"/>
          <p:cNvSpPr txBox="1">
            <a:spLocks noGrp="1"/>
          </p:cNvSpPr>
          <p:nvPr>
            <p:ph type="subTitle" idx="4"/>
          </p:nvPr>
        </p:nvSpPr>
        <p:spPr>
          <a:xfrm>
            <a:off x="810471" y="5244346"/>
            <a:ext cx="1273311" cy="572700"/>
          </a:xfrm>
          <a:prstGeom prst="rect">
            <a:avLst/>
          </a:prstGeom>
        </p:spPr>
        <p:txBody>
          <a:bodyPr spcFirstLastPara="1" wrap="square" lIns="91425" tIns="91425" rIns="91425" bIns="91425" anchor="t" anchorCtr="0">
            <a:noAutofit/>
          </a:bodyPr>
          <a:lstStyle/>
          <a:p>
            <a:pPr marL="0" lvl="0" indent="0"/>
            <a:r>
              <a:rPr lang="en-US" dirty="0"/>
              <a:t>Web Server</a:t>
            </a:r>
            <a:endParaRPr dirty="0"/>
          </a:p>
        </p:txBody>
      </p:sp>
      <p:sp>
        <p:nvSpPr>
          <p:cNvPr id="1755" name="Google Shape;1755;p44"/>
          <p:cNvSpPr txBox="1">
            <a:spLocks noGrp="1"/>
          </p:cNvSpPr>
          <p:nvPr>
            <p:ph type="subTitle" idx="5"/>
          </p:nvPr>
        </p:nvSpPr>
        <p:spPr>
          <a:xfrm>
            <a:off x="4579703" y="5264139"/>
            <a:ext cx="1720667" cy="572700"/>
          </a:xfrm>
          <a:prstGeom prst="rect">
            <a:avLst/>
          </a:prstGeom>
        </p:spPr>
        <p:txBody>
          <a:bodyPr spcFirstLastPara="1" wrap="square" lIns="91425" tIns="91425" rIns="91425" bIns="91425" anchor="t" anchorCtr="0">
            <a:noAutofit/>
          </a:bodyPr>
          <a:lstStyle/>
          <a:p>
            <a:pPr marL="0" lvl="0" indent="0"/>
            <a:r>
              <a:rPr lang="en-US" dirty="0"/>
              <a:t>Containerization</a:t>
            </a:r>
            <a:endParaRPr dirty="0"/>
          </a:p>
        </p:txBody>
      </p:sp>
      <p:sp>
        <p:nvSpPr>
          <p:cNvPr id="1757" name="Google Shape;1757;p44"/>
          <p:cNvSpPr txBox="1">
            <a:spLocks noGrp="1"/>
          </p:cNvSpPr>
          <p:nvPr>
            <p:ph type="subTitle" idx="7"/>
          </p:nvPr>
        </p:nvSpPr>
        <p:spPr>
          <a:xfrm>
            <a:off x="1001087" y="1353338"/>
            <a:ext cx="1591404" cy="402300"/>
          </a:xfrm>
          <a:prstGeom prst="rect">
            <a:avLst/>
          </a:prstGeom>
        </p:spPr>
        <p:txBody>
          <a:bodyPr spcFirstLastPara="1" wrap="square" lIns="91425" tIns="91425" rIns="91425" bIns="91425" anchor="b" anchorCtr="0">
            <a:noAutofit/>
          </a:bodyPr>
          <a:lstStyle/>
          <a:p>
            <a:pPr marL="0" lvl="0" indent="0"/>
            <a:r>
              <a:rPr lang="en-US" dirty="0" smtClean="0"/>
              <a:t>Vue.js</a:t>
            </a:r>
            <a:endParaRPr dirty="0"/>
          </a:p>
        </p:txBody>
      </p:sp>
      <p:sp>
        <p:nvSpPr>
          <p:cNvPr id="1758" name="Google Shape;1758;p44"/>
          <p:cNvSpPr txBox="1">
            <a:spLocks noGrp="1"/>
          </p:cNvSpPr>
          <p:nvPr>
            <p:ph type="subTitle" idx="9"/>
          </p:nvPr>
        </p:nvSpPr>
        <p:spPr>
          <a:xfrm>
            <a:off x="4464758" y="1229876"/>
            <a:ext cx="1515903" cy="831915"/>
          </a:xfrm>
          <a:prstGeom prst="rect">
            <a:avLst/>
          </a:prstGeom>
        </p:spPr>
        <p:txBody>
          <a:bodyPr spcFirstLastPara="1" wrap="square" lIns="91425" tIns="91425" rIns="91425" bIns="91425" anchor="b" anchorCtr="0">
            <a:noAutofit/>
          </a:bodyPr>
          <a:lstStyle/>
          <a:p>
            <a:pPr marL="0" lvl="0" indent="0"/>
            <a:r>
              <a:rPr lang="en-US" dirty="0"/>
              <a:t>Python + </a:t>
            </a:r>
            <a:r>
              <a:rPr lang="en-US" dirty="0" err="1"/>
              <a:t>FastAPI</a:t>
            </a:r>
            <a:endParaRPr dirty="0"/>
          </a:p>
        </p:txBody>
      </p:sp>
      <p:sp>
        <p:nvSpPr>
          <p:cNvPr id="1759" name="Google Shape;1759;p44"/>
          <p:cNvSpPr txBox="1">
            <a:spLocks noGrp="1"/>
          </p:cNvSpPr>
          <p:nvPr>
            <p:ph type="subTitle" idx="13"/>
          </p:nvPr>
        </p:nvSpPr>
        <p:spPr>
          <a:xfrm>
            <a:off x="810469" y="4918247"/>
            <a:ext cx="1273313" cy="402300"/>
          </a:xfrm>
          <a:prstGeom prst="rect">
            <a:avLst/>
          </a:prstGeom>
        </p:spPr>
        <p:txBody>
          <a:bodyPr spcFirstLastPara="1" wrap="square" lIns="91425" tIns="91425" rIns="91425" bIns="91425" anchor="b" anchorCtr="0">
            <a:noAutofit/>
          </a:bodyPr>
          <a:lstStyle/>
          <a:p>
            <a:pPr marL="0" lvl="0" indent="0"/>
            <a:r>
              <a:rPr lang="en-US" dirty="0"/>
              <a:t>Nginx</a:t>
            </a:r>
            <a:endParaRPr dirty="0"/>
          </a:p>
        </p:txBody>
      </p:sp>
      <p:sp>
        <p:nvSpPr>
          <p:cNvPr id="1760" name="Google Shape;1760;p44"/>
          <p:cNvSpPr txBox="1">
            <a:spLocks noGrp="1"/>
          </p:cNvSpPr>
          <p:nvPr>
            <p:ph type="subTitle" idx="14"/>
          </p:nvPr>
        </p:nvSpPr>
        <p:spPr>
          <a:xfrm>
            <a:off x="4579704" y="4938030"/>
            <a:ext cx="1259271" cy="402300"/>
          </a:xfrm>
          <a:prstGeom prst="rect">
            <a:avLst/>
          </a:prstGeom>
        </p:spPr>
        <p:txBody>
          <a:bodyPr spcFirstLastPara="1" wrap="square" lIns="91425" tIns="91425" rIns="91425" bIns="91425" anchor="b" anchorCtr="0">
            <a:noAutofit/>
          </a:bodyPr>
          <a:lstStyle/>
          <a:p>
            <a:pPr marL="0" lvl="0" indent="0"/>
            <a:r>
              <a:rPr lang="en-US" dirty="0"/>
              <a:t>Docker</a:t>
            </a:r>
            <a:endParaRPr dirty="0"/>
          </a:p>
        </p:txBody>
      </p:sp>
      <p:pic>
        <p:nvPicPr>
          <p:cNvPr id="1030" name="Picture 6" descr="https://yastatic.net/naydex/yandex-search/J1A2S9p03/f639e3UdtrG/sjYTftRHnGPnmsMLafqNF5enpGVMN_V6q_djc-v4yH3N708ics2X2VK5LPP4Dhs-HSHd3j_NjhhMTMWy06MXzP27W3LfX9OoqoMOzu--X9fEZ6QhGeWwuvd5w"/>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8070" y="1953833"/>
            <a:ext cx="2038225" cy="37707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https://yastatic.net/naydex/yandex-search/J1A2S2p91/f639e3UdtrG/sjYTftRHnGPnmsMLafqNF5enpGVMN_V6q_djc-v4yH3N708ics2X2VP4LvK4jhs9HeGeHn7PTJrMTMWy06MXzP27W3LfX9OoqoMOzWo4DVDCN6GlED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3137" y="1356850"/>
            <a:ext cx="744455" cy="645194"/>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https://yastatic.net/naydex/yandex-search/J1A2S0p87/f639e3UdtrG/sjYTftRHnGPnmsMLafqNF5enpGVMN_V6q_djc-v4yH3N708ics2X2VD7LPE-zt18HKCdH75PC8KKFAQgyurVS3o7nPGcHlboqM8FCKt6ykIAoWrv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39035" y="1315018"/>
            <a:ext cx="518473" cy="518473"/>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https://yastatic.net/naydex/yandex-search/J1A1S8p83/f639e3UdtrG/sjYTftRHnGPnmsMLafqNF5enpGVMN_V6q_djc-v4yH3N708ics2X2ZC7bLK-z509HaAcnn8KlNvLlBYriGrSy3r82Pba3dVpZQkGyis9n9UBa-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78243" y="3045937"/>
            <a:ext cx="811120" cy="836806"/>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https://yastatic.net/naydex/yandex-search/J1A2S2p91/f639e3UdtrG/sjYTftRHnGPnmsMLafqNF5enpGVMN_V6q_djc-v4yH3N708ics2X2VO5LvF5zts9HeGeHr6NTVgMTMWy06MXzP27W3LfX9OoqoMOzWo4DVDCN6GlED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3782" y="5037444"/>
            <a:ext cx="1785102" cy="377847"/>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https://yastatic.net/naydex/yandex-search/J1A3S0p05/f639e3UdtrG/sjYTftRHnGPnmsMLafqNF5enpGVMN_V6q_djc-v4yH3N708ics2X2FN47LJ5Dps8HCHeHL9NTFpJ09zzU7Ecjn2823IYG9TuaQCPAK--SYICZGahXrAnuz357w"/>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16479" y="4937287"/>
            <a:ext cx="2598868" cy="593409"/>
          </a:xfrm>
          <a:prstGeom prst="rect">
            <a:avLst/>
          </a:prstGeom>
          <a:noFill/>
          <a:extLst>
            <a:ext uri="{909E8E84-426E-40DD-AFC4-6F175D3DCCD1}">
              <a14:hiddenFill xmlns:a14="http://schemas.microsoft.com/office/drawing/2010/main">
                <a:solidFill>
                  <a:srgbClr val="FFFFFF"/>
                </a:solidFill>
              </a14:hiddenFill>
            </a:ext>
          </a:extLst>
        </p:spPr>
      </p:pic>
      <p:pic>
        <p:nvPicPr>
          <p:cNvPr id="1042" name="Picture 18" descr="https://yastatic.net/naydex/yandex-search/J1A2S9p03/f639e3UdtrG/sjYTftRHnGPnmsMLafqNF5enpGVMN_V6q_djc-v4yH3N708ics2X2VM57bL5zts9HeGd3z8NThhMTMWy06MXzP27W3LfX9OoqoMOzu--X9fEZ6QhGeWwuvd5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4029" y="3118438"/>
            <a:ext cx="952442" cy="760366"/>
          </a:xfrm>
          <a:prstGeom prst="rect">
            <a:avLst/>
          </a:prstGeom>
          <a:noFill/>
          <a:extLst>
            <a:ext uri="{909E8E84-426E-40DD-AFC4-6F175D3DCCD1}">
              <a14:hiddenFill xmlns:a14="http://schemas.microsoft.com/office/drawing/2010/main">
                <a:solidFill>
                  <a:srgbClr val="FFFFFF"/>
                </a:solidFill>
              </a14:hiddenFill>
            </a:ext>
          </a:extLst>
        </p:spPr>
      </p:pic>
      <p:sp>
        <p:nvSpPr>
          <p:cNvPr id="27" name="Google Shape;1754;p44"/>
          <p:cNvSpPr txBox="1">
            <a:spLocks noGrp="1"/>
          </p:cNvSpPr>
          <p:nvPr>
            <p:ph type="subTitle" idx="4"/>
          </p:nvPr>
        </p:nvSpPr>
        <p:spPr>
          <a:xfrm>
            <a:off x="1001087" y="3463133"/>
            <a:ext cx="1273311" cy="572700"/>
          </a:xfrm>
          <a:prstGeom prst="rect">
            <a:avLst/>
          </a:prstGeom>
        </p:spPr>
        <p:txBody>
          <a:bodyPr spcFirstLastPara="1" wrap="square" lIns="91425" tIns="91425" rIns="91425" bIns="91425" anchor="t" anchorCtr="0">
            <a:noAutofit/>
          </a:bodyPr>
          <a:lstStyle/>
          <a:p>
            <a:pPr marL="0" lvl="0" indent="0"/>
            <a:r>
              <a:rPr lang="en-US" dirty="0"/>
              <a:t>Styles</a:t>
            </a:r>
            <a:endParaRPr dirty="0"/>
          </a:p>
        </p:txBody>
      </p:sp>
      <p:sp>
        <p:nvSpPr>
          <p:cNvPr id="28" name="Google Shape;1759;p44"/>
          <p:cNvSpPr txBox="1">
            <a:spLocks noGrp="1"/>
          </p:cNvSpPr>
          <p:nvPr>
            <p:ph type="subTitle" idx="13"/>
          </p:nvPr>
        </p:nvSpPr>
        <p:spPr>
          <a:xfrm>
            <a:off x="1001085" y="3137034"/>
            <a:ext cx="1592944" cy="402300"/>
          </a:xfrm>
          <a:prstGeom prst="rect">
            <a:avLst/>
          </a:prstGeom>
        </p:spPr>
        <p:txBody>
          <a:bodyPr spcFirstLastPara="1" wrap="square" lIns="91425" tIns="91425" rIns="91425" bIns="91425" anchor="b" anchorCtr="0">
            <a:noAutofit/>
          </a:bodyPr>
          <a:lstStyle/>
          <a:p>
            <a:pPr marL="0" lvl="0" indent="0"/>
            <a:r>
              <a:rPr lang="en-US" dirty="0"/>
              <a:t>Bootstrap</a:t>
            </a:r>
            <a:endParaRPr dirty="0"/>
          </a:p>
        </p:txBody>
      </p:sp>
      <p:grpSp>
        <p:nvGrpSpPr>
          <p:cNvPr id="29" name="Google Shape;1512;p37"/>
          <p:cNvGrpSpPr/>
          <p:nvPr/>
        </p:nvGrpSpPr>
        <p:grpSpPr>
          <a:xfrm>
            <a:off x="434426" y="813359"/>
            <a:ext cx="4558967" cy="134100"/>
            <a:chOff x="796100" y="3019701"/>
            <a:chExt cx="4558967" cy="134100"/>
          </a:xfrm>
        </p:grpSpPr>
        <p:sp>
          <p:nvSpPr>
            <p:cNvPr id="30"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2"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00852710"/>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539400"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1750" name="Google Shape;1750;p44"/>
          <p:cNvSpPr txBox="1">
            <a:spLocks noGrp="1"/>
          </p:cNvSpPr>
          <p:nvPr>
            <p:ph type="subTitle" idx="2"/>
          </p:nvPr>
        </p:nvSpPr>
        <p:spPr>
          <a:xfrm>
            <a:off x="3289272"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1751" name="Google Shape;1751;p44"/>
          <p:cNvSpPr txBox="1">
            <a:spLocks noGrp="1"/>
          </p:cNvSpPr>
          <p:nvPr>
            <p:ph type="subTitle" idx="8"/>
          </p:nvPr>
        </p:nvSpPr>
        <p:spPr>
          <a:xfrm>
            <a:off x="3289273"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52" name="Google Shape;1752;p4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lvl="0"/>
            <a:r>
              <a:rPr lang="ru-RU" dirty="0"/>
              <a:t>Задачи 2 спринта</a:t>
            </a:r>
            <a:endParaRPr dirty="0"/>
          </a:p>
        </p:txBody>
      </p:sp>
      <p:sp>
        <p:nvSpPr>
          <p:cNvPr id="1753" name="Google Shape;1753;p44"/>
          <p:cNvSpPr txBox="1">
            <a:spLocks noGrp="1"/>
          </p:cNvSpPr>
          <p:nvPr>
            <p:ph type="subTitle" idx="3"/>
          </p:nvPr>
        </p:nvSpPr>
        <p:spPr>
          <a:xfrm>
            <a:off x="539400"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754" name="Google Shape;1754;p44"/>
          <p:cNvSpPr txBox="1">
            <a:spLocks noGrp="1"/>
          </p:cNvSpPr>
          <p:nvPr>
            <p:ph type="subTitle" idx="4"/>
          </p:nvPr>
        </p:nvSpPr>
        <p:spPr>
          <a:xfrm>
            <a:off x="3289275"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1755" name="Google Shape;1755;p44"/>
          <p:cNvSpPr txBox="1">
            <a:spLocks noGrp="1"/>
          </p:cNvSpPr>
          <p:nvPr>
            <p:ph type="subTitle" idx="5"/>
          </p:nvPr>
        </p:nvSpPr>
        <p:spPr>
          <a:xfrm>
            <a:off x="6039151"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756" name="Google Shape;1756;p44"/>
          <p:cNvSpPr txBox="1">
            <a:spLocks noGrp="1"/>
          </p:cNvSpPr>
          <p:nvPr>
            <p:ph type="subTitle" idx="6"/>
          </p:nvPr>
        </p:nvSpPr>
        <p:spPr>
          <a:xfrm>
            <a:off x="6039151"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757" name="Google Shape;1757;p44"/>
          <p:cNvSpPr txBox="1">
            <a:spLocks noGrp="1"/>
          </p:cNvSpPr>
          <p:nvPr>
            <p:ph type="subTitle" idx="7"/>
          </p:nvPr>
        </p:nvSpPr>
        <p:spPr>
          <a:xfrm>
            <a:off x="539400"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Mars</a:t>
            </a:r>
            <a:endParaRPr dirty="0"/>
          </a:p>
        </p:txBody>
      </p:sp>
      <p:sp>
        <p:nvSpPr>
          <p:cNvPr id="1758" name="Google Shape;1758;p44"/>
          <p:cNvSpPr txBox="1">
            <a:spLocks noGrp="1"/>
          </p:cNvSpPr>
          <p:nvPr>
            <p:ph type="subTitle" idx="9"/>
          </p:nvPr>
        </p:nvSpPr>
        <p:spPr>
          <a:xfrm>
            <a:off x="539400"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59" name="Google Shape;1759;p44"/>
          <p:cNvSpPr txBox="1">
            <a:spLocks noGrp="1"/>
          </p:cNvSpPr>
          <p:nvPr>
            <p:ph type="subTitle" idx="13"/>
          </p:nvPr>
        </p:nvSpPr>
        <p:spPr>
          <a:xfrm>
            <a:off x="3289273"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60" name="Google Shape;1760;p44"/>
          <p:cNvSpPr txBox="1">
            <a:spLocks noGrp="1"/>
          </p:cNvSpPr>
          <p:nvPr>
            <p:ph type="subTitle" idx="14"/>
          </p:nvPr>
        </p:nvSpPr>
        <p:spPr>
          <a:xfrm>
            <a:off x="6039152"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61" name="Google Shape;1761;p44"/>
          <p:cNvSpPr txBox="1">
            <a:spLocks noGrp="1"/>
          </p:cNvSpPr>
          <p:nvPr>
            <p:ph type="subTitle" idx="15"/>
          </p:nvPr>
        </p:nvSpPr>
        <p:spPr>
          <a:xfrm>
            <a:off x="6039152"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113243" y="-78378"/>
            <a:ext cx="6635899" cy="82234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Прототип интерфейса клиента</a:t>
            </a:r>
            <a:endParaRPr dirty="0"/>
          </a:p>
        </p:txBody>
      </p:sp>
      <p:sp>
        <p:nvSpPr>
          <p:cNvPr id="2315" name="Google Shape;2315;p62"/>
          <p:cNvSpPr txBox="1">
            <a:spLocks noGrp="1"/>
          </p:cNvSpPr>
          <p:nvPr>
            <p:ph type="subTitle" idx="1"/>
          </p:nvPr>
        </p:nvSpPr>
        <p:spPr>
          <a:xfrm>
            <a:off x="156267" y="743968"/>
            <a:ext cx="7045722" cy="875582"/>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latin typeface="+mn-lt"/>
              </a:rPr>
              <a:t>Видит информацию о своём местоположении в очереди, число клиентов и среднее время ожидания. Может сдвигаться в сторону конца очереди на </a:t>
            </a:r>
            <a:r>
              <a:rPr lang="en-US" smtClean="0">
                <a:latin typeface="+mn-lt"/>
              </a:rPr>
              <a:t>N </a:t>
            </a:r>
            <a:r>
              <a:rPr lang="ru-RU" smtClean="0">
                <a:latin typeface="+mn-lt"/>
              </a:rPr>
              <a:t>шагов</a:t>
            </a:r>
            <a:endParaRPr dirty="0">
              <a:latin typeface="+mn-lt"/>
            </a:endParaRPr>
          </a:p>
        </p:txBody>
      </p:sp>
      <p:grpSp>
        <p:nvGrpSpPr>
          <p:cNvPr id="2316" name="Google Shape;2316;p62"/>
          <p:cNvGrpSpPr>
            <a:grpSpLocks noChangeAspect="1"/>
          </p:cNvGrpSpPr>
          <p:nvPr/>
        </p:nvGrpSpPr>
        <p:grpSpPr>
          <a:xfrm>
            <a:off x="2173536" y="1667879"/>
            <a:ext cx="6414601" cy="4763151"/>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62"/>
          <p:cNvGrpSpPr/>
          <p:nvPr/>
        </p:nvGrpSpPr>
        <p:grpSpPr>
          <a:xfrm>
            <a:off x="10699809" y="2630369"/>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3">
            <a:alphaModFix/>
          </a:blip>
          <a:srcRect l="9415" r="9415"/>
          <a:stretch/>
        </p:blipFill>
        <p:spPr>
          <a:xfrm>
            <a:off x="10783510" y="2689981"/>
            <a:ext cx="1008298" cy="1981724"/>
          </a:xfrm>
          <a:prstGeom prst="rect">
            <a:avLst/>
          </a:prstGeom>
          <a:noFill/>
          <a:ln>
            <a:noFill/>
          </a:ln>
        </p:spPr>
      </p:pic>
      <p:grpSp>
        <p:nvGrpSpPr>
          <p:cNvPr id="2325" name="Google Shape;2325;p62"/>
          <p:cNvGrpSpPr/>
          <p:nvPr/>
        </p:nvGrpSpPr>
        <p:grpSpPr>
          <a:xfrm>
            <a:off x="1804618" y="6363969"/>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Рисунок 1"/>
          <p:cNvPicPr>
            <a:picLocks noChangeAspect="1"/>
          </p:cNvPicPr>
          <p:nvPr/>
        </p:nvPicPr>
        <p:blipFill rotWithShape="1">
          <a:blip r:embed="rId4">
            <a:extLst>
              <a:ext uri="{28A0092B-C50C-407E-A947-70E740481C1C}">
                <a14:useLocalDpi xmlns:a14="http://schemas.microsoft.com/office/drawing/2010/main" val="0"/>
              </a:ext>
            </a:extLst>
          </a:blip>
          <a:srcRect l="5388" r="5795"/>
          <a:stretch/>
        </p:blipFill>
        <p:spPr>
          <a:xfrm>
            <a:off x="2319772" y="1752860"/>
            <a:ext cx="6122127" cy="3855965"/>
          </a:xfrm>
          <a:prstGeom prst="rect">
            <a:avLst/>
          </a:prstGeom>
        </p:spPr>
      </p:pic>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734"/>
        <p:cNvGrpSpPr/>
        <p:nvPr/>
      </p:nvGrpSpPr>
      <p:grpSpPr>
        <a:xfrm>
          <a:off x="0" y="0"/>
          <a:ext cx="0" cy="0"/>
          <a:chOff x="0" y="0"/>
          <a:chExt cx="0" cy="0"/>
        </a:xfrm>
      </p:grpSpPr>
      <p:sp>
        <p:nvSpPr>
          <p:cNvPr id="1735" name="Google Shape;1735;p4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Примеры с фото</a:t>
            </a:r>
            <a:endParaRPr dirty="0"/>
          </a:p>
        </p:txBody>
      </p:sp>
      <p:sp>
        <p:nvSpPr>
          <p:cNvPr id="1736" name="Google Shape;1736;p43"/>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 </a:t>
            </a:r>
            <a:r>
              <a:rPr lang="en"/>
              <a:t>in the Solar System</a:t>
            </a:r>
            <a:endParaRPr/>
          </a:p>
        </p:txBody>
      </p:sp>
      <p:sp>
        <p:nvSpPr>
          <p:cNvPr id="1737" name="Google Shape;1737;p43"/>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738" name="Google Shape;1738;p43"/>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9" name="Google Shape;1739;p43"/>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40" name="Google Shape;1740;p43"/>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41" name="Google Shape;1741;p43"/>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pic>
        <p:nvPicPr>
          <p:cNvPr id="1742" name="Google Shape;1742;p43"/>
          <p:cNvPicPr preferRelativeResize="0">
            <a:picLocks noGrp="1"/>
          </p:cNvPicPr>
          <p:nvPr>
            <p:ph type="pic" idx="7"/>
          </p:nvPr>
        </p:nvPicPr>
        <p:blipFill rotWithShape="1">
          <a:blip r:embed="rId3">
            <a:alphaModFix/>
          </a:blip>
          <a:srcRect l="10266" r="10274"/>
          <a:stretch/>
        </p:blipFill>
        <p:spPr>
          <a:xfrm>
            <a:off x="505425" y="1833500"/>
            <a:ext cx="2505600" cy="2101500"/>
          </a:xfrm>
          <a:prstGeom prst="snip1Rect">
            <a:avLst>
              <a:gd name="adj" fmla="val 16667"/>
            </a:avLst>
          </a:prstGeom>
        </p:spPr>
      </p:pic>
      <p:pic>
        <p:nvPicPr>
          <p:cNvPr id="1743" name="Google Shape;1743;p43"/>
          <p:cNvPicPr preferRelativeResize="0">
            <a:picLocks noGrp="1"/>
          </p:cNvPicPr>
          <p:nvPr>
            <p:ph type="pic" idx="8"/>
          </p:nvPr>
        </p:nvPicPr>
        <p:blipFill rotWithShape="1">
          <a:blip r:embed="rId4">
            <a:alphaModFix/>
          </a:blip>
          <a:srcRect l="10210" r="10210"/>
          <a:stretch/>
        </p:blipFill>
        <p:spPr>
          <a:xfrm>
            <a:off x="3302213" y="1833393"/>
            <a:ext cx="2505600" cy="2101800"/>
          </a:xfrm>
          <a:prstGeom prst="snip1Rect">
            <a:avLst>
              <a:gd name="adj" fmla="val 16667"/>
            </a:avLst>
          </a:prstGeom>
        </p:spPr>
      </p:pic>
      <p:pic>
        <p:nvPicPr>
          <p:cNvPr id="1744" name="Google Shape;1744;p43"/>
          <p:cNvPicPr preferRelativeResize="0">
            <a:picLocks noGrp="1"/>
          </p:cNvPicPr>
          <p:nvPr>
            <p:ph type="pic" idx="9"/>
          </p:nvPr>
        </p:nvPicPr>
        <p:blipFill rotWithShape="1">
          <a:blip r:embed="rId5">
            <a:alphaModFix/>
          </a:blip>
          <a:srcRect l="10266" r="10274"/>
          <a:stretch/>
        </p:blipFill>
        <p:spPr>
          <a:xfrm>
            <a:off x="6099000" y="1833393"/>
            <a:ext cx="2505600" cy="2101800"/>
          </a:xfrm>
          <a:prstGeom prst="snip1Rect">
            <a:avLst>
              <a:gd name="adj" fmla="val 16667"/>
            </a:avLst>
          </a:prstGeom>
        </p:spPr>
      </p:pic>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000"/>
        <p:cNvGrpSpPr/>
        <p:nvPr/>
      </p:nvGrpSpPr>
      <p:grpSpPr>
        <a:xfrm>
          <a:off x="0" y="0"/>
          <a:ext cx="0" cy="0"/>
          <a:chOff x="0" y="0"/>
          <a:chExt cx="0" cy="0"/>
        </a:xfrm>
      </p:grpSpPr>
      <p:sp>
        <p:nvSpPr>
          <p:cNvPr id="2001" name="Google Shape;2001;p5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Brainstorm and idea generation</a:t>
            </a:r>
            <a:endParaRPr dirty="0"/>
          </a:p>
        </p:txBody>
      </p:sp>
      <p:sp>
        <p:nvSpPr>
          <p:cNvPr id="2002" name="Google Shape;2002;p51"/>
          <p:cNvSpPr txBox="1"/>
          <p:nvPr/>
        </p:nvSpPr>
        <p:spPr>
          <a:xfrm>
            <a:off x="539400" y="34431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Power 1</a:t>
            </a:r>
            <a:endParaRPr sz="2000" b="1">
              <a:solidFill>
                <a:srgbClr val="1D1D1D"/>
              </a:solidFill>
              <a:latin typeface="IBM Plex Mono"/>
              <a:ea typeface="IBM Plex Mono"/>
              <a:cs typeface="IBM Plex Mono"/>
              <a:sym typeface="IBM Plex Mono"/>
            </a:endParaRPr>
          </a:p>
        </p:txBody>
      </p:sp>
      <p:sp>
        <p:nvSpPr>
          <p:cNvPr id="2003" name="Google Shape;2003;p51"/>
          <p:cNvSpPr txBox="1"/>
          <p:nvPr/>
        </p:nvSpPr>
        <p:spPr>
          <a:xfrm>
            <a:off x="2763984" y="25699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Earth</a:t>
            </a:r>
            <a:endParaRPr sz="2000" b="1">
              <a:solidFill>
                <a:srgbClr val="1D1D1D"/>
              </a:solidFill>
              <a:latin typeface="IBM Plex Mono"/>
              <a:ea typeface="IBM Plex Mono"/>
              <a:cs typeface="IBM Plex Mono"/>
              <a:sym typeface="IBM Plex Mono"/>
            </a:endParaRPr>
          </a:p>
        </p:txBody>
      </p:sp>
      <p:sp>
        <p:nvSpPr>
          <p:cNvPr id="2004" name="Google Shape;2004;p51"/>
          <p:cNvSpPr txBox="1"/>
          <p:nvPr/>
        </p:nvSpPr>
        <p:spPr>
          <a:xfrm>
            <a:off x="6493542" y="21437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smallest planet of them all</a:t>
            </a:r>
            <a:endParaRPr>
              <a:solidFill>
                <a:srgbClr val="1D1D1D"/>
              </a:solidFill>
              <a:latin typeface="Poppins"/>
              <a:ea typeface="Poppins"/>
              <a:cs typeface="Poppins"/>
              <a:sym typeface="Poppins"/>
            </a:endParaRPr>
          </a:p>
        </p:txBody>
      </p:sp>
      <p:sp>
        <p:nvSpPr>
          <p:cNvPr id="2005" name="Google Shape;2005;p51"/>
          <p:cNvSpPr txBox="1"/>
          <p:nvPr/>
        </p:nvSpPr>
        <p:spPr>
          <a:xfrm>
            <a:off x="4988595" y="22156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006" name="Google Shape;2006;p51"/>
          <p:cNvSpPr txBox="1"/>
          <p:nvPr/>
        </p:nvSpPr>
        <p:spPr>
          <a:xfrm>
            <a:off x="6493542" y="28523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007" name="Google Shape;2007;p51"/>
          <p:cNvSpPr txBox="1"/>
          <p:nvPr/>
        </p:nvSpPr>
        <p:spPr>
          <a:xfrm>
            <a:off x="4988595" y="29242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008" name="Google Shape;2008;p51"/>
          <p:cNvSpPr txBox="1"/>
          <p:nvPr/>
        </p:nvSpPr>
        <p:spPr>
          <a:xfrm>
            <a:off x="2763984" y="43163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sp>
        <p:nvSpPr>
          <p:cNvPr id="2009" name="Google Shape;2009;p51"/>
          <p:cNvSpPr txBox="1"/>
          <p:nvPr/>
        </p:nvSpPr>
        <p:spPr>
          <a:xfrm>
            <a:off x="6493542" y="38901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farthest planet from the Sun</a:t>
            </a:r>
            <a:endParaRPr>
              <a:solidFill>
                <a:srgbClr val="1D1D1D"/>
              </a:solidFill>
              <a:latin typeface="Poppins"/>
              <a:ea typeface="Poppins"/>
              <a:cs typeface="Poppins"/>
              <a:sym typeface="Poppins"/>
            </a:endParaRPr>
          </a:p>
        </p:txBody>
      </p:sp>
      <p:sp>
        <p:nvSpPr>
          <p:cNvPr id="2010" name="Google Shape;2010;p51"/>
          <p:cNvSpPr txBox="1"/>
          <p:nvPr/>
        </p:nvSpPr>
        <p:spPr>
          <a:xfrm>
            <a:off x="4988595" y="39620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Neptune</a:t>
            </a:r>
            <a:endParaRPr sz="2000" b="1">
              <a:solidFill>
                <a:srgbClr val="1D1D1D"/>
              </a:solidFill>
              <a:latin typeface="IBM Plex Mono"/>
              <a:ea typeface="IBM Plex Mono"/>
              <a:cs typeface="IBM Plex Mono"/>
              <a:sym typeface="IBM Plex Mono"/>
            </a:endParaRPr>
          </a:p>
        </p:txBody>
      </p:sp>
      <p:sp>
        <p:nvSpPr>
          <p:cNvPr id="2011" name="Google Shape;2011;p51"/>
          <p:cNvSpPr txBox="1"/>
          <p:nvPr/>
        </p:nvSpPr>
        <p:spPr>
          <a:xfrm>
            <a:off x="6493542" y="45987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was named after a Roman god</a:t>
            </a:r>
            <a:endParaRPr>
              <a:solidFill>
                <a:srgbClr val="1D1D1D"/>
              </a:solidFill>
              <a:latin typeface="Poppins"/>
              <a:ea typeface="Poppins"/>
              <a:cs typeface="Poppins"/>
              <a:sym typeface="Poppins"/>
            </a:endParaRPr>
          </a:p>
        </p:txBody>
      </p:sp>
      <p:sp>
        <p:nvSpPr>
          <p:cNvPr id="2012" name="Google Shape;2012;p51"/>
          <p:cNvSpPr txBox="1"/>
          <p:nvPr/>
        </p:nvSpPr>
        <p:spPr>
          <a:xfrm>
            <a:off x="4988595" y="46706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cxnSp>
        <p:nvCxnSpPr>
          <p:cNvPr id="2013" name="Google Shape;2013;p51"/>
          <p:cNvCxnSpPr>
            <a:stCxn id="2002" idx="3"/>
            <a:endCxn id="2003" idx="1"/>
          </p:cNvCxnSpPr>
          <p:nvPr/>
        </p:nvCxnSpPr>
        <p:spPr>
          <a:xfrm rot="10800000" flipH="1">
            <a:off x="1899600" y="27843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4" name="Google Shape;2014;p51"/>
          <p:cNvCxnSpPr>
            <a:stCxn id="2002" idx="3"/>
            <a:endCxn id="2008" idx="1"/>
          </p:cNvCxnSpPr>
          <p:nvPr/>
        </p:nvCxnSpPr>
        <p:spPr>
          <a:xfrm>
            <a:off x="1899600" y="36576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5" name="Google Shape;2015;p51"/>
          <p:cNvCxnSpPr>
            <a:stCxn id="2003" idx="3"/>
            <a:endCxn id="2005" idx="1"/>
          </p:cNvCxnSpPr>
          <p:nvPr/>
        </p:nvCxnSpPr>
        <p:spPr>
          <a:xfrm rot="10800000" flipH="1">
            <a:off x="4124184" y="24301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6" name="Google Shape;2016;p51"/>
          <p:cNvCxnSpPr>
            <a:stCxn id="2003" idx="3"/>
            <a:endCxn id="2007" idx="1"/>
          </p:cNvCxnSpPr>
          <p:nvPr/>
        </p:nvCxnSpPr>
        <p:spPr>
          <a:xfrm>
            <a:off x="4124184" y="27844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7" name="Google Shape;2017;p51"/>
          <p:cNvCxnSpPr>
            <a:stCxn id="2008" idx="3"/>
            <a:endCxn id="2010" idx="1"/>
          </p:cNvCxnSpPr>
          <p:nvPr/>
        </p:nvCxnSpPr>
        <p:spPr>
          <a:xfrm rot="10800000" flipH="1">
            <a:off x="4124184" y="41765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8" name="Google Shape;2018;p51"/>
          <p:cNvCxnSpPr>
            <a:stCxn id="2008" idx="3"/>
            <a:endCxn id="2012" idx="1"/>
          </p:cNvCxnSpPr>
          <p:nvPr/>
        </p:nvCxnSpPr>
        <p:spPr>
          <a:xfrm>
            <a:off x="4124184" y="45308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043"/>
        <p:cNvGrpSpPr/>
        <p:nvPr/>
      </p:nvGrpSpPr>
      <p:grpSpPr>
        <a:xfrm>
          <a:off x="0" y="0"/>
          <a:ext cx="0" cy="0"/>
          <a:chOff x="0" y="0"/>
          <a:chExt cx="0" cy="0"/>
        </a:xfrm>
      </p:grpSpPr>
      <p:sp>
        <p:nvSpPr>
          <p:cNvPr id="2044" name="Google Shape;2044;p5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Какой-то список</a:t>
            </a:r>
            <a:endParaRPr dirty="0"/>
          </a:p>
        </p:txBody>
      </p:sp>
      <p:sp>
        <p:nvSpPr>
          <p:cNvPr id="2045" name="Google Shape;2045;p53"/>
          <p:cNvSpPr txBox="1"/>
          <p:nvPr/>
        </p:nvSpPr>
        <p:spPr>
          <a:xfrm>
            <a:off x="4020025" y="1820283"/>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lang="en" b="1">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046" name="Google Shape;2046;p53"/>
          <p:cNvSpPr txBox="1"/>
          <p:nvPr/>
        </p:nvSpPr>
        <p:spPr>
          <a:xfrm>
            <a:off x="2183175" y="1818083"/>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Neptune</a:t>
            </a:r>
            <a:endParaRPr sz="2000" b="1">
              <a:solidFill>
                <a:schemeClr val="dk1"/>
              </a:solidFill>
              <a:latin typeface="IBM Plex Mono"/>
              <a:ea typeface="IBM Plex Mono"/>
              <a:cs typeface="IBM Plex Mono"/>
              <a:sym typeface="IBM Plex Mono"/>
            </a:endParaRPr>
          </a:p>
        </p:txBody>
      </p:sp>
      <p:sp>
        <p:nvSpPr>
          <p:cNvPr id="2047" name="Google Shape;2047;p53"/>
          <p:cNvSpPr txBox="1"/>
          <p:nvPr/>
        </p:nvSpPr>
        <p:spPr>
          <a:xfrm>
            <a:off x="539400" y="1818083"/>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01</a:t>
            </a:r>
            <a:endParaRPr sz="3000" b="1">
              <a:solidFill>
                <a:schemeClr val="dk2"/>
              </a:solidFill>
              <a:latin typeface="Poppins"/>
              <a:ea typeface="Poppins"/>
              <a:cs typeface="Poppins"/>
              <a:sym typeface="Poppins"/>
            </a:endParaRPr>
          </a:p>
        </p:txBody>
      </p:sp>
      <p:sp>
        <p:nvSpPr>
          <p:cNvPr id="2048" name="Google Shape;2048;p53"/>
          <p:cNvSpPr txBox="1"/>
          <p:nvPr/>
        </p:nvSpPr>
        <p:spPr>
          <a:xfrm>
            <a:off x="4020025" y="2782189"/>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lang="en" b="1">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049" name="Google Shape;2049;p53"/>
          <p:cNvSpPr txBox="1"/>
          <p:nvPr/>
        </p:nvSpPr>
        <p:spPr>
          <a:xfrm>
            <a:off x="2183175" y="27800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Venus</a:t>
            </a:r>
            <a:endParaRPr sz="2000" b="1">
              <a:solidFill>
                <a:schemeClr val="dk1"/>
              </a:solidFill>
              <a:latin typeface="IBM Plex Mono"/>
              <a:ea typeface="IBM Plex Mono"/>
              <a:cs typeface="IBM Plex Mono"/>
              <a:sym typeface="IBM Plex Mono"/>
            </a:endParaRPr>
          </a:p>
        </p:txBody>
      </p:sp>
      <p:sp>
        <p:nvSpPr>
          <p:cNvPr id="2050" name="Google Shape;2050;p53"/>
          <p:cNvSpPr txBox="1"/>
          <p:nvPr/>
        </p:nvSpPr>
        <p:spPr>
          <a:xfrm>
            <a:off x="539400" y="27880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02</a:t>
            </a:r>
            <a:endParaRPr sz="3000" b="1">
              <a:solidFill>
                <a:schemeClr val="dk2"/>
              </a:solidFill>
              <a:latin typeface="Poppins"/>
              <a:ea typeface="Poppins"/>
              <a:cs typeface="Poppins"/>
              <a:sym typeface="Poppins"/>
            </a:endParaRPr>
          </a:p>
        </p:txBody>
      </p:sp>
      <p:sp>
        <p:nvSpPr>
          <p:cNvPr id="2051" name="Google Shape;2051;p53"/>
          <p:cNvSpPr txBox="1"/>
          <p:nvPr/>
        </p:nvSpPr>
        <p:spPr>
          <a:xfrm>
            <a:off x="4020025" y="3744094"/>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052" name="Google Shape;2052;p53"/>
          <p:cNvSpPr txBox="1"/>
          <p:nvPr/>
        </p:nvSpPr>
        <p:spPr>
          <a:xfrm>
            <a:off x="2183175" y="3741902"/>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053" name="Google Shape;2053;p53"/>
          <p:cNvSpPr txBox="1"/>
          <p:nvPr/>
        </p:nvSpPr>
        <p:spPr>
          <a:xfrm>
            <a:off x="539400" y="3744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03</a:t>
            </a:r>
            <a:endParaRPr sz="3000" b="1">
              <a:solidFill>
                <a:schemeClr val="dk2"/>
              </a:solidFill>
              <a:latin typeface="Poppins"/>
              <a:ea typeface="Poppins"/>
              <a:cs typeface="Poppins"/>
              <a:sym typeface="Poppins"/>
            </a:endParaRPr>
          </a:p>
        </p:txBody>
      </p:sp>
      <p:sp>
        <p:nvSpPr>
          <p:cNvPr id="2054" name="Google Shape;2054;p53"/>
          <p:cNvSpPr txBox="1"/>
          <p:nvPr/>
        </p:nvSpPr>
        <p:spPr>
          <a:xfrm>
            <a:off x="4020025" y="4706000"/>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055" name="Google Shape;2055;p53"/>
          <p:cNvSpPr txBox="1"/>
          <p:nvPr/>
        </p:nvSpPr>
        <p:spPr>
          <a:xfrm>
            <a:off x="2183175" y="47038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056" name="Google Shape;2056;p53"/>
          <p:cNvSpPr txBox="1"/>
          <p:nvPr/>
        </p:nvSpPr>
        <p:spPr>
          <a:xfrm>
            <a:off x="539400" y="4703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04</a:t>
            </a:r>
            <a:endParaRPr sz="3000" b="1">
              <a:solidFill>
                <a:schemeClr val="dk2"/>
              </a:solidFill>
              <a:latin typeface="Poppins"/>
              <a:ea typeface="Poppins"/>
              <a:cs typeface="Poppins"/>
              <a:sym typeface="Poppins"/>
            </a:endParaRPr>
          </a:p>
        </p:txBody>
      </p:sp>
      <p:cxnSp>
        <p:nvCxnSpPr>
          <p:cNvPr id="2057" name="Google Shape;2057;p53"/>
          <p:cNvCxnSpPr>
            <a:stCxn id="2047" idx="3"/>
            <a:endCxn id="2046" idx="1"/>
          </p:cNvCxnSpPr>
          <p:nvPr/>
        </p:nvCxnSpPr>
        <p:spPr>
          <a:xfrm>
            <a:off x="1261800" y="2202083"/>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58" name="Google Shape;2058;p53"/>
          <p:cNvCxnSpPr>
            <a:stCxn id="2046" idx="3"/>
            <a:endCxn id="2045" idx="1"/>
          </p:cNvCxnSpPr>
          <p:nvPr/>
        </p:nvCxnSpPr>
        <p:spPr>
          <a:xfrm>
            <a:off x="3496575" y="2202083"/>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59" name="Google Shape;2059;p53"/>
          <p:cNvCxnSpPr>
            <a:stCxn id="2049" idx="3"/>
            <a:endCxn id="2048" idx="1"/>
          </p:cNvCxnSpPr>
          <p:nvPr/>
        </p:nvCxnSpPr>
        <p:spPr>
          <a:xfrm>
            <a:off x="3496575" y="31640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0" name="Google Shape;2060;p53"/>
          <p:cNvCxnSpPr>
            <a:stCxn id="2052" idx="3"/>
            <a:endCxn id="2051" idx="1"/>
          </p:cNvCxnSpPr>
          <p:nvPr/>
        </p:nvCxnSpPr>
        <p:spPr>
          <a:xfrm>
            <a:off x="3496575" y="4125902"/>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1" name="Google Shape;2061;p53"/>
          <p:cNvCxnSpPr>
            <a:stCxn id="2055" idx="3"/>
            <a:endCxn id="2054" idx="1"/>
          </p:cNvCxnSpPr>
          <p:nvPr/>
        </p:nvCxnSpPr>
        <p:spPr>
          <a:xfrm>
            <a:off x="3496575" y="50878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2" name="Google Shape;2062;p53"/>
          <p:cNvCxnSpPr>
            <a:stCxn id="2050" idx="3"/>
            <a:endCxn id="2049" idx="1"/>
          </p:cNvCxnSpPr>
          <p:nvPr/>
        </p:nvCxnSpPr>
        <p:spPr>
          <a:xfrm rot="10800000" flipH="1">
            <a:off x="1261800" y="3163900"/>
            <a:ext cx="921300" cy="81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3" name="Google Shape;2063;p53"/>
          <p:cNvCxnSpPr>
            <a:stCxn id="2053" idx="3"/>
            <a:endCxn id="2052" idx="1"/>
          </p:cNvCxnSpPr>
          <p:nvPr/>
        </p:nvCxnSpPr>
        <p:spPr>
          <a:xfrm rot="10800000" flipH="1">
            <a:off x="1261800" y="4125800"/>
            <a:ext cx="921300" cy="30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4" name="Google Shape;2064;p53"/>
          <p:cNvCxnSpPr>
            <a:stCxn id="2056" idx="3"/>
            <a:endCxn id="2055" idx="1"/>
          </p:cNvCxnSpPr>
          <p:nvPr/>
        </p:nvCxnSpPr>
        <p:spPr>
          <a:xfrm>
            <a:off x="1261800" y="5087800"/>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114"/>
        <p:cNvGrpSpPr/>
        <p:nvPr/>
      </p:nvGrpSpPr>
      <p:grpSpPr>
        <a:xfrm>
          <a:off x="0" y="0"/>
          <a:ext cx="0" cy="0"/>
          <a:chOff x="0" y="0"/>
          <a:chExt cx="0" cy="0"/>
        </a:xfrm>
      </p:grpSpPr>
      <p:sp>
        <p:nvSpPr>
          <p:cNvPr id="2115" name="Google Shape;2115;p5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Таблица</a:t>
            </a:r>
            <a:endParaRPr dirty="0"/>
          </a:p>
        </p:txBody>
      </p:sp>
      <p:graphicFrame>
        <p:nvGraphicFramePr>
          <p:cNvPr id="2116" name="Google Shape;2116;p55"/>
          <p:cNvGraphicFramePr/>
          <p:nvPr/>
        </p:nvGraphicFramePr>
        <p:xfrm>
          <a:off x="629700" y="1706657"/>
          <a:ext cx="7884600" cy="3490420"/>
        </p:xfrm>
        <a:graphic>
          <a:graphicData uri="http://schemas.openxmlformats.org/drawingml/2006/table">
            <a:tbl>
              <a:tblPr>
                <a:noFill/>
                <a:tableStyleId>{B9B832DE-76B6-4B34-B3CA-37E8069A2435}</a:tableStyleId>
              </a:tblPr>
              <a:tblGrid>
                <a:gridCol w="1971150">
                  <a:extLst>
                    <a:ext uri="{9D8B030D-6E8A-4147-A177-3AD203B41FA5}">
                      <a16:colId xmlns:a16="http://schemas.microsoft.com/office/drawing/2014/main" val="20000"/>
                    </a:ext>
                  </a:extLst>
                </a:gridCol>
                <a:gridCol w="1971150">
                  <a:extLst>
                    <a:ext uri="{9D8B030D-6E8A-4147-A177-3AD203B41FA5}">
                      <a16:colId xmlns:a16="http://schemas.microsoft.com/office/drawing/2014/main" val="20001"/>
                    </a:ext>
                  </a:extLst>
                </a:gridCol>
                <a:gridCol w="1971150">
                  <a:extLst>
                    <a:ext uri="{9D8B030D-6E8A-4147-A177-3AD203B41FA5}">
                      <a16:colId xmlns:a16="http://schemas.microsoft.com/office/drawing/2014/main" val="20002"/>
                    </a:ext>
                  </a:extLst>
                </a:gridCol>
                <a:gridCol w="1971150">
                  <a:extLst>
                    <a:ext uri="{9D8B030D-6E8A-4147-A177-3AD203B41FA5}">
                      <a16:colId xmlns:a16="http://schemas.microsoft.com/office/drawing/2014/main" val="20003"/>
                    </a:ext>
                  </a:extLst>
                </a:gridCol>
              </a:tblGrid>
              <a:tr h="472225">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dirty="0">
                          <a:solidFill>
                            <a:srgbClr val="1D1D1D"/>
                          </a:solidFill>
                          <a:latin typeface="IBM Plex Mono"/>
                          <a:ea typeface="IBM Plex Mono"/>
                          <a:cs typeface="IBM Plex Mono"/>
                          <a:sym typeface="IBM Plex Mono"/>
                        </a:rPr>
                        <a:t>Jupiter</a:t>
                      </a:r>
                      <a:endParaRPr sz="2000" b="1" dirty="0">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extLst>
                  <a:ext uri="{0D108BD9-81ED-4DB2-BD59-A6C34878D82A}">
                    <a16:rowId xmlns:a16="http://schemas.microsoft.com/office/drawing/2014/main" val="10000"/>
                  </a:ext>
                </a:extLst>
              </a:tr>
              <a:tr h="1360125">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Red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 </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Rocky</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Hot</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Dry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Volcanic</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Small</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Hot</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Rocky</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Cratered</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Large</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Gassy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Striped</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1"/>
                  </a:ext>
                </a:extLst>
              </a:tr>
              <a:tr h="1596925">
                <a:tc>
                  <a:txBody>
                    <a:bodyPr/>
                    <a:lstStyle/>
                    <a:p>
                      <a:pPr marL="228600" lvl="0" indent="0" algn="l" rtl="0">
                        <a:lnSpc>
                          <a:spcPct val="115000"/>
                        </a:lnSpc>
                        <a:spcBef>
                          <a:spcPts val="0"/>
                        </a:spcBef>
                        <a:spcAft>
                          <a:spcPts val="0"/>
                        </a:spcAft>
                        <a:buNone/>
                      </a:pPr>
                      <a:r>
                        <a:rPr lang="en">
                          <a:solidFill>
                            <a:srgbClr val="1D1D1D"/>
                          </a:solidFill>
                          <a:latin typeface="Poppins"/>
                          <a:ea typeface="Poppins"/>
                          <a:cs typeface="Poppins"/>
                          <a:sym typeface="Poppins"/>
                        </a:rPr>
                        <a:t>Mars is full of iron oxide dust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Venus has high temperatures</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quite a small planet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Jupiter is a huge gas giant</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sp>
        <p:nvSpPr>
          <p:cNvPr id="2121" name="Google Shape;2121;p5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Проблемы и решения</a:t>
            </a:r>
            <a:endParaRPr dirty="0"/>
          </a:p>
        </p:txBody>
      </p:sp>
      <p:sp>
        <p:nvSpPr>
          <p:cNvPr id="2122" name="Google Shape;2122;p56"/>
          <p:cNvSpPr txBox="1"/>
          <p:nvPr/>
        </p:nvSpPr>
        <p:spPr>
          <a:xfrm>
            <a:off x="5830935" y="4094249"/>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sp>
        <p:nvSpPr>
          <p:cNvPr id="2123" name="Google Shape;2123;p56"/>
          <p:cNvSpPr txBox="1"/>
          <p:nvPr/>
        </p:nvSpPr>
        <p:spPr>
          <a:xfrm>
            <a:off x="3081075" y="447269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the closest planet to the Sun</a:t>
            </a:r>
            <a:endParaRPr>
              <a:solidFill>
                <a:srgbClr val="1D1D1D"/>
              </a:solidFill>
              <a:latin typeface="Poppins"/>
              <a:ea typeface="Poppins"/>
              <a:cs typeface="Poppins"/>
              <a:sym typeface="Poppins"/>
            </a:endParaRPr>
          </a:p>
        </p:txBody>
      </p:sp>
      <p:sp>
        <p:nvSpPr>
          <p:cNvPr id="2124" name="Google Shape;2124;p56"/>
          <p:cNvSpPr txBox="1"/>
          <p:nvPr/>
        </p:nvSpPr>
        <p:spPr>
          <a:xfrm>
            <a:off x="5830935" y="447267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is a gas giant and has several rings</a:t>
            </a:r>
            <a:endParaRPr>
              <a:solidFill>
                <a:srgbClr val="1D1D1D"/>
              </a:solidFill>
              <a:latin typeface="Poppins"/>
              <a:ea typeface="Poppins"/>
              <a:cs typeface="Poppins"/>
              <a:sym typeface="Poppins"/>
            </a:endParaRPr>
          </a:p>
        </p:txBody>
      </p:sp>
      <p:sp>
        <p:nvSpPr>
          <p:cNvPr id="2125" name="Google Shape;2125;p56"/>
          <p:cNvSpPr txBox="1"/>
          <p:nvPr/>
        </p:nvSpPr>
        <p:spPr>
          <a:xfrm>
            <a:off x="3081075" y="4094263"/>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126" name="Google Shape;2126;p56"/>
          <p:cNvSpPr txBox="1"/>
          <p:nvPr/>
        </p:nvSpPr>
        <p:spPr>
          <a:xfrm>
            <a:off x="1081300" y="237017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Problem</a:t>
            </a:r>
            <a:endParaRPr sz="2000" b="1">
              <a:solidFill>
                <a:srgbClr val="1D1D1D"/>
              </a:solidFill>
              <a:latin typeface="IBM Plex Mono"/>
              <a:ea typeface="IBM Plex Mono"/>
              <a:cs typeface="IBM Plex Mono"/>
              <a:sym typeface="IBM Plex Mono"/>
            </a:endParaRPr>
          </a:p>
        </p:txBody>
      </p:sp>
      <p:sp>
        <p:nvSpPr>
          <p:cNvPr id="2127" name="Google Shape;2127;p56"/>
          <p:cNvSpPr txBox="1"/>
          <p:nvPr/>
        </p:nvSpPr>
        <p:spPr>
          <a:xfrm>
            <a:off x="1081300" y="439482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Solution</a:t>
            </a:r>
            <a:endParaRPr sz="2000" b="1">
              <a:solidFill>
                <a:srgbClr val="1D1D1D"/>
              </a:solidFill>
              <a:latin typeface="IBM Plex Mono"/>
              <a:ea typeface="IBM Plex Mono"/>
              <a:cs typeface="IBM Plex Mono"/>
              <a:sym typeface="IBM Plex Mono"/>
            </a:endParaRPr>
          </a:p>
        </p:txBody>
      </p:sp>
      <p:cxnSp>
        <p:nvCxnSpPr>
          <p:cNvPr id="2128" name="Google Shape;2128;p56"/>
          <p:cNvCxnSpPr/>
          <p:nvPr/>
        </p:nvCxnSpPr>
        <p:spPr>
          <a:xfrm>
            <a:off x="1144100" y="3583950"/>
            <a:ext cx="6918600" cy="600"/>
          </a:xfrm>
          <a:prstGeom prst="bentConnector3">
            <a:avLst>
              <a:gd name="adj1" fmla="val 50000"/>
            </a:avLst>
          </a:prstGeom>
          <a:noFill/>
          <a:ln w="9525" cap="flat" cmpd="sng">
            <a:solidFill>
              <a:srgbClr val="EB9109"/>
            </a:solidFill>
            <a:prstDash val="solid"/>
            <a:round/>
            <a:headEnd type="none" w="med" len="med"/>
            <a:tailEnd type="none" w="med" len="med"/>
          </a:ln>
        </p:spPr>
      </p:cxnSp>
      <p:sp>
        <p:nvSpPr>
          <p:cNvPr id="2129" name="Google Shape;2129;p56"/>
          <p:cNvSpPr txBox="1"/>
          <p:nvPr/>
        </p:nvSpPr>
        <p:spPr>
          <a:xfrm>
            <a:off x="5830935" y="2069724"/>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130" name="Google Shape;2130;p56"/>
          <p:cNvSpPr txBox="1"/>
          <p:nvPr/>
        </p:nvSpPr>
        <p:spPr>
          <a:xfrm>
            <a:off x="3081075" y="244804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Despite being red, Mars is very cold</a:t>
            </a:r>
            <a:endParaRPr>
              <a:solidFill>
                <a:srgbClr val="1D1D1D"/>
              </a:solidFill>
              <a:latin typeface="Poppins"/>
              <a:ea typeface="Poppins"/>
              <a:cs typeface="Poppins"/>
              <a:sym typeface="Poppins"/>
            </a:endParaRPr>
          </a:p>
        </p:txBody>
      </p:sp>
      <p:sp>
        <p:nvSpPr>
          <p:cNvPr id="2131" name="Google Shape;2131;p56"/>
          <p:cNvSpPr txBox="1"/>
          <p:nvPr/>
        </p:nvSpPr>
        <p:spPr>
          <a:xfrm>
            <a:off x="5830935" y="244802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132" name="Google Shape;2132;p56"/>
          <p:cNvSpPr txBox="1"/>
          <p:nvPr/>
        </p:nvSpPr>
        <p:spPr>
          <a:xfrm>
            <a:off x="3081075" y="2069738"/>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cxnSp>
        <p:nvCxnSpPr>
          <p:cNvPr id="2133" name="Google Shape;2133;p56"/>
          <p:cNvCxnSpPr>
            <a:stCxn id="2132" idx="1"/>
            <a:endCxn id="2125" idx="1"/>
          </p:cNvCxnSpPr>
          <p:nvPr/>
        </p:nvCxnSpPr>
        <p:spPr>
          <a:xfrm>
            <a:off x="3081075" y="2296988"/>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cxnSp>
        <p:nvCxnSpPr>
          <p:cNvPr id="2134" name="Google Shape;2134;p56"/>
          <p:cNvCxnSpPr>
            <a:stCxn id="2129" idx="1"/>
            <a:endCxn id="2122" idx="1"/>
          </p:cNvCxnSpPr>
          <p:nvPr/>
        </p:nvCxnSpPr>
        <p:spPr>
          <a:xfrm>
            <a:off x="5830935" y="2296974"/>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39" name="Google Shape;2139;p5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Вопросы</a:t>
            </a:r>
            <a:endParaRPr dirty="0"/>
          </a:p>
        </p:txBody>
      </p:sp>
      <p:sp>
        <p:nvSpPr>
          <p:cNvPr id="2140" name="Google Shape;2140;p57"/>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a:t>
            </a:r>
            <a:r>
              <a:rPr lang="en" b="1"/>
              <a:t>Note that it’s a bit larger than the Moon</a:t>
            </a:r>
            <a:endParaRPr b="1"/>
          </a:p>
        </p:txBody>
      </p:sp>
      <p:sp>
        <p:nvSpPr>
          <p:cNvPr id="2141" name="Google Shape;2141;p57"/>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a:t>
            </a:r>
            <a:r>
              <a:rPr lang="en" b="1"/>
              <a:t> the second planet from the Sun.</a:t>
            </a:r>
            <a:r>
              <a:rPr lang="en"/>
              <a:t> It’s hot and has a poisonous atmosphere</a:t>
            </a:r>
            <a:endParaRPr/>
          </a:p>
        </p:txBody>
      </p:sp>
      <p:sp>
        <p:nvSpPr>
          <p:cNvPr id="2142" name="Google Shape;2142;p57"/>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Question</a:t>
            </a:r>
            <a:endParaRPr/>
          </a:p>
        </p:txBody>
      </p:sp>
      <p:sp>
        <p:nvSpPr>
          <p:cNvPr id="2143" name="Google Shape;2143;p57"/>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Answer</a:t>
            </a:r>
            <a:endParaRPr/>
          </a:p>
        </p:txBody>
      </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Step-by-step coding</a:t>
            </a:r>
            <a:endParaRPr/>
          </a:p>
        </p:txBody>
      </p:sp>
      <p:sp>
        <p:nvSpPr>
          <p:cNvPr id="2149" name="Google Shape;2149;p58"/>
          <p:cNvSpPr/>
          <p:nvPr/>
        </p:nvSpPr>
        <p:spPr>
          <a:xfrm>
            <a:off x="318996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155800"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58"/>
          <p:cNvGrpSpPr/>
          <p:nvPr/>
        </p:nvGrpSpPr>
        <p:grpSpPr>
          <a:xfrm>
            <a:off x="3423378" y="3122937"/>
            <a:ext cx="263073" cy="341227"/>
            <a:chOff x="2390298" y="2185817"/>
            <a:chExt cx="367522" cy="476707"/>
          </a:xfrm>
        </p:grpSpPr>
        <p:sp>
          <p:nvSpPr>
            <p:cNvPr id="2152" name="Google Shape;2152;p58"/>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6" name="Google Shape;2156;p58"/>
          <p:cNvSpPr/>
          <p:nvPr/>
        </p:nvSpPr>
        <p:spPr>
          <a:xfrm>
            <a:off x="5418484" y="3145183"/>
            <a:ext cx="341157" cy="296773"/>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58"/>
          <p:cNvGrpSpPr/>
          <p:nvPr/>
        </p:nvGrpSpPr>
        <p:grpSpPr>
          <a:xfrm>
            <a:off x="7491709" y="3122997"/>
            <a:ext cx="263073" cy="341145"/>
            <a:chOff x="1612822" y="1436414"/>
            <a:chExt cx="367522" cy="476593"/>
          </a:xfrm>
        </p:grpSpPr>
        <p:sp>
          <p:nvSpPr>
            <p:cNvPr id="2158" name="Google Shape;2158;p58"/>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8"/>
          <p:cNvGrpSpPr/>
          <p:nvPr/>
        </p:nvGrpSpPr>
        <p:grpSpPr>
          <a:xfrm>
            <a:off x="1345370" y="3157593"/>
            <a:ext cx="350772" cy="271913"/>
            <a:chOff x="5547407" y="2234234"/>
            <a:chExt cx="490042" cy="379873"/>
          </a:xfrm>
        </p:grpSpPr>
        <p:sp>
          <p:nvSpPr>
            <p:cNvPr id="2163" name="Google Shape;2163;p58"/>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1" name="Google Shape;2181;p58"/>
          <p:cNvSpPr txBox="1"/>
          <p:nvPr/>
        </p:nvSpPr>
        <p:spPr>
          <a:xfrm>
            <a:off x="73415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182" name="Google Shape;2182;p58"/>
          <p:cNvSpPr txBox="1"/>
          <p:nvPr/>
        </p:nvSpPr>
        <p:spPr>
          <a:xfrm>
            <a:off x="734156"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lang="en" b="1">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183" name="Google Shape;2183;p58"/>
          <p:cNvSpPr txBox="1"/>
          <p:nvPr/>
        </p:nvSpPr>
        <p:spPr>
          <a:xfrm>
            <a:off x="2768315"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Mercury</a:t>
            </a:r>
            <a:endParaRPr sz="2000" b="1">
              <a:solidFill>
                <a:schemeClr val="dk1"/>
              </a:solidFill>
              <a:latin typeface="IBM Plex Mono"/>
              <a:ea typeface="IBM Plex Mono"/>
              <a:cs typeface="IBM Plex Mono"/>
              <a:sym typeface="IBM Plex Mono"/>
            </a:endParaRPr>
          </a:p>
        </p:txBody>
      </p:sp>
      <p:sp>
        <p:nvSpPr>
          <p:cNvPr id="2184" name="Google Shape;2184;p58"/>
          <p:cNvSpPr txBox="1"/>
          <p:nvPr/>
        </p:nvSpPr>
        <p:spPr>
          <a:xfrm>
            <a:off x="2768319"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185" name="Google Shape;2185;p58"/>
          <p:cNvSpPr txBox="1"/>
          <p:nvPr/>
        </p:nvSpPr>
        <p:spPr>
          <a:xfrm>
            <a:off x="734163"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480251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Jupiter</a:t>
            </a:r>
            <a:endParaRPr sz="2000" b="1">
              <a:solidFill>
                <a:schemeClr val="dk1"/>
              </a:solidFill>
              <a:latin typeface="IBM Plex Mono"/>
              <a:ea typeface="IBM Plex Mono"/>
              <a:cs typeface="IBM Plex Mono"/>
              <a:sym typeface="IBM Plex Mono"/>
            </a:endParaRPr>
          </a:p>
        </p:txBody>
      </p:sp>
      <p:sp>
        <p:nvSpPr>
          <p:cNvPr id="2187" name="Google Shape;2187;p58"/>
          <p:cNvSpPr txBox="1"/>
          <p:nvPr/>
        </p:nvSpPr>
        <p:spPr>
          <a:xfrm>
            <a:off x="4802482"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Jupiter is the </a:t>
            </a:r>
            <a:r>
              <a:rPr lang="en" b="1">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188" name="Google Shape;2188;p58"/>
          <p:cNvSpPr txBox="1"/>
          <p:nvPr/>
        </p:nvSpPr>
        <p:spPr>
          <a:xfrm>
            <a:off x="6836648"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189" name="Google Shape;2189;p58"/>
          <p:cNvSpPr txBox="1"/>
          <p:nvPr/>
        </p:nvSpPr>
        <p:spPr>
          <a:xfrm>
            <a:off x="6836645"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190" name="Google Shape;2190;p58"/>
          <p:cNvSpPr txBox="1"/>
          <p:nvPr/>
        </p:nvSpPr>
        <p:spPr>
          <a:xfrm>
            <a:off x="2768315"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4802461"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6836640"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sp>
        <p:nvSpPr>
          <p:cNvPr id="2193" name="Google Shape;2193;p58"/>
          <p:cNvSpPr/>
          <p:nvPr/>
        </p:nvSpPr>
        <p:spPr>
          <a:xfrm>
            <a:off x="5224112"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725829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5" name="Google Shape;2195;p58"/>
          <p:cNvCxnSpPr>
            <a:stCxn id="2185" idx="2"/>
            <a:endCxn id="2150" idx="0"/>
          </p:cNvCxnSpPr>
          <p:nvPr/>
        </p:nvCxnSpPr>
        <p:spPr>
          <a:xfrm rot="-5400000" flipH="1">
            <a:off x="1283313"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a:stCxn id="2150" idx="2"/>
            <a:endCxn id="2181" idx="0"/>
          </p:cNvCxnSpPr>
          <p:nvPr/>
        </p:nvCxnSpPr>
        <p:spPr>
          <a:xfrm rot="-5400000" flipH="1">
            <a:off x="1286600"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a:stCxn id="2149" idx="2"/>
            <a:endCxn id="2183" idx="0"/>
          </p:cNvCxnSpPr>
          <p:nvPr/>
        </p:nvCxnSpPr>
        <p:spPr>
          <a:xfrm rot="-5400000" flipH="1">
            <a:off x="332076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a:stCxn id="2193" idx="2"/>
            <a:endCxn id="2186" idx="0"/>
          </p:cNvCxnSpPr>
          <p:nvPr/>
        </p:nvCxnSpPr>
        <p:spPr>
          <a:xfrm rot="-5400000" flipH="1">
            <a:off x="5354912"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a:stCxn id="2194" idx="2"/>
            <a:endCxn id="2188" idx="0"/>
          </p:cNvCxnSpPr>
          <p:nvPr/>
        </p:nvCxnSpPr>
        <p:spPr>
          <a:xfrm rot="-5400000" flipH="1">
            <a:off x="738909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a:stCxn id="2190" idx="2"/>
            <a:endCxn id="2149" idx="0"/>
          </p:cNvCxnSpPr>
          <p:nvPr/>
        </p:nvCxnSpPr>
        <p:spPr>
          <a:xfrm rot="-5400000" flipH="1">
            <a:off x="3317465"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a:stCxn id="2191" idx="2"/>
            <a:endCxn id="2193" idx="0"/>
          </p:cNvCxnSpPr>
          <p:nvPr/>
        </p:nvCxnSpPr>
        <p:spPr>
          <a:xfrm rot="-5400000" flipH="1">
            <a:off x="5351611"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a:stCxn id="2192" idx="2"/>
            <a:endCxn id="2194" idx="0"/>
          </p:cNvCxnSpPr>
          <p:nvPr/>
        </p:nvCxnSpPr>
        <p:spPr>
          <a:xfrm rot="-5400000" flipH="1">
            <a:off x="7385790"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206"/>
        <p:cNvGrpSpPr/>
        <p:nvPr/>
      </p:nvGrpSpPr>
      <p:grpSpPr>
        <a:xfrm>
          <a:off x="0" y="0"/>
          <a:ext cx="0" cy="0"/>
          <a:chOff x="0" y="0"/>
          <a:chExt cx="0" cy="0"/>
        </a:xfrm>
      </p:grpSpPr>
      <p:sp>
        <p:nvSpPr>
          <p:cNvPr id="2207" name="Google Shape;2207;p5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2208" name="Google Shape;2208;p59"/>
          <p:cNvSpPr txBox="1"/>
          <p:nvPr/>
        </p:nvSpPr>
        <p:spPr>
          <a:xfrm>
            <a:off x="720000" y="2823450"/>
            <a:ext cx="1463100" cy="188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09" name="Google Shape;2209;p59"/>
          <p:cNvSpPr txBox="1"/>
          <p:nvPr/>
        </p:nvSpPr>
        <p:spPr>
          <a:xfrm>
            <a:off x="720000"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The whole objective</a:t>
            </a:r>
            <a:endParaRPr sz="1600" b="1">
              <a:solidFill>
                <a:schemeClr val="dk1"/>
              </a:solidFill>
              <a:latin typeface="IBM Plex Mono"/>
              <a:ea typeface="IBM Plex Mono"/>
              <a:cs typeface="IBM Plex Mono"/>
              <a:sym typeface="IBM Plex Mono"/>
            </a:endParaRPr>
          </a:p>
        </p:txBody>
      </p:sp>
      <p:sp>
        <p:nvSpPr>
          <p:cNvPr id="2210" name="Google Shape;2210;p59"/>
          <p:cNvSpPr txBox="1"/>
          <p:nvPr/>
        </p:nvSpPr>
        <p:spPr>
          <a:xfrm>
            <a:off x="2959948" y="2823450"/>
            <a:ext cx="1459500" cy="1889400"/>
          </a:xfrm>
          <a:prstGeom prst="rect">
            <a:avLst/>
          </a:prstGeom>
          <a:noFill/>
          <a:ln>
            <a:noFill/>
          </a:ln>
        </p:spPr>
        <p:txBody>
          <a:bodyPr spcFirstLastPara="1" wrap="square" lIns="91425" tIns="91425" rIns="91425" bIns="91425" anchor="t" anchorCtr="0">
            <a:noAutofit/>
          </a:bodyPr>
          <a:lstStyle/>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11" name="Google Shape;2211;p59"/>
          <p:cNvSpPr txBox="1"/>
          <p:nvPr/>
        </p:nvSpPr>
        <p:spPr>
          <a:xfrm>
            <a:off x="2959951"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Parts of the object</a:t>
            </a:r>
            <a:endParaRPr sz="1600" b="1">
              <a:solidFill>
                <a:schemeClr val="dk1"/>
              </a:solidFill>
              <a:latin typeface="IBM Plex Mono"/>
              <a:ea typeface="IBM Plex Mono"/>
              <a:cs typeface="IBM Plex Mono"/>
              <a:sym typeface="IBM Plex Mono"/>
            </a:endParaRPr>
          </a:p>
        </p:txBody>
      </p:sp>
      <p:sp>
        <p:nvSpPr>
          <p:cNvPr id="2212" name="Google Shape;2212;p59"/>
          <p:cNvSpPr txBox="1"/>
          <p:nvPr/>
        </p:nvSpPr>
        <p:spPr>
          <a:xfrm>
            <a:off x="5097300" y="2823450"/>
            <a:ext cx="3326700" cy="843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lang="en" b="1">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13" name="Google Shape;2213;p59"/>
          <p:cNvSpPr txBox="1"/>
          <p:nvPr/>
        </p:nvSpPr>
        <p:spPr>
          <a:xfrm>
            <a:off x="5097300" y="21037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 happens if the parts are missing?</a:t>
            </a:r>
            <a:endParaRPr sz="1600" b="1">
              <a:solidFill>
                <a:schemeClr val="dk1"/>
              </a:solidFill>
              <a:latin typeface="IBM Plex Mono"/>
              <a:ea typeface="IBM Plex Mono"/>
              <a:cs typeface="IBM Plex Mono"/>
              <a:sym typeface="IBM Plex Mono"/>
            </a:endParaRPr>
          </a:p>
        </p:txBody>
      </p:sp>
      <p:sp>
        <p:nvSpPr>
          <p:cNvPr id="2214" name="Google Shape;2214;p59"/>
          <p:cNvSpPr txBox="1"/>
          <p:nvPr/>
        </p:nvSpPr>
        <p:spPr>
          <a:xfrm>
            <a:off x="5097300" y="4876550"/>
            <a:ext cx="33267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15" name="Google Shape;2215;p59"/>
          <p:cNvSpPr txBox="1"/>
          <p:nvPr/>
        </p:nvSpPr>
        <p:spPr>
          <a:xfrm>
            <a:off x="5097300" y="41568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What’s the function of the parts?</a:t>
            </a:r>
            <a:endParaRPr sz="1600" b="1">
              <a:solidFill>
                <a:schemeClr val="dk1"/>
              </a:solidFill>
              <a:latin typeface="IBM Plex Mono"/>
              <a:ea typeface="IBM Plex Mono"/>
              <a:cs typeface="IBM Plex Mono"/>
              <a:sym typeface="IBM Plex Mono"/>
            </a:endParaRPr>
          </a:p>
        </p:txBody>
      </p:sp>
      <p:cxnSp>
        <p:nvCxnSpPr>
          <p:cNvPr id="2216" name="Google Shape;2216;p59"/>
          <p:cNvCxnSpPr>
            <a:stCxn id="2209" idx="3"/>
            <a:endCxn id="2211" idx="1"/>
          </p:cNvCxnSpPr>
          <p:nvPr/>
        </p:nvCxnSpPr>
        <p:spPr>
          <a:xfrm>
            <a:off x="2183100" y="2501725"/>
            <a:ext cx="777000" cy="600"/>
          </a:xfrm>
          <a:prstGeom prst="bentConnector3">
            <a:avLst>
              <a:gd name="adj1" fmla="val 49990"/>
            </a:avLst>
          </a:prstGeom>
          <a:noFill/>
          <a:ln w="9525" cap="flat" cmpd="sng">
            <a:solidFill>
              <a:schemeClr val="lt2"/>
            </a:solidFill>
            <a:prstDash val="solid"/>
            <a:round/>
            <a:headEnd type="none" w="med" len="med"/>
            <a:tailEnd type="oval" w="med" len="med"/>
          </a:ln>
        </p:spPr>
      </p:cxnSp>
      <p:cxnSp>
        <p:nvCxnSpPr>
          <p:cNvPr id="2217" name="Google Shape;2217;p59"/>
          <p:cNvCxnSpPr>
            <a:stCxn id="2211" idx="3"/>
            <a:endCxn id="2213" idx="1"/>
          </p:cNvCxnSpPr>
          <p:nvPr/>
        </p:nvCxnSpPr>
        <p:spPr>
          <a:xfrm>
            <a:off x="4423051" y="2501725"/>
            <a:ext cx="6741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18" name="Google Shape;2218;p59"/>
          <p:cNvCxnSpPr>
            <a:stCxn id="2212" idx="2"/>
            <a:endCxn id="2215" idx="0"/>
          </p:cNvCxnSpPr>
          <p:nvPr/>
        </p:nvCxnSpPr>
        <p:spPr>
          <a:xfrm rot="-5400000" flipH="1">
            <a:off x="6516000" y="3911700"/>
            <a:ext cx="489900" cy="600"/>
          </a:xfrm>
          <a:prstGeom prst="bentConnector3">
            <a:avLst>
              <a:gd name="adj1" fmla="val 49992"/>
            </a:avLst>
          </a:prstGeom>
          <a:noFill/>
          <a:ln w="9525" cap="flat" cmpd="sng">
            <a:solidFill>
              <a:schemeClr val="lt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64"/>
          <p:cNvSpPr/>
          <p:nvPr/>
        </p:nvSpPr>
        <p:spPr>
          <a:xfrm>
            <a:off x="6308885" y="1819727"/>
            <a:ext cx="17578" cy="23485"/>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4"/>
          <p:cNvSpPr/>
          <p:nvPr/>
        </p:nvSpPr>
        <p:spPr>
          <a:xfrm>
            <a:off x="2092848" y="-3620346"/>
            <a:ext cx="13018" cy="17393"/>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2397" name="Google Shape;2397;p64"/>
          <p:cNvGrpSpPr/>
          <p:nvPr/>
        </p:nvGrpSpPr>
        <p:grpSpPr>
          <a:xfrm>
            <a:off x="539491" y="1860798"/>
            <a:ext cx="498159" cy="441149"/>
            <a:chOff x="713167" y="740543"/>
            <a:chExt cx="476707" cy="422153"/>
          </a:xfrm>
        </p:grpSpPr>
        <p:sp>
          <p:nvSpPr>
            <p:cNvPr id="239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64"/>
          <p:cNvGrpSpPr/>
          <p:nvPr/>
        </p:nvGrpSpPr>
        <p:grpSpPr>
          <a:xfrm>
            <a:off x="7336866" y="4984831"/>
            <a:ext cx="383982" cy="498000"/>
            <a:chOff x="7217832" y="3730048"/>
            <a:chExt cx="367447" cy="476555"/>
          </a:xfrm>
        </p:grpSpPr>
        <p:sp>
          <p:nvSpPr>
            <p:cNvPr id="2423" name="Google Shape;2423;p64"/>
            <p:cNvSpPr/>
            <p:nvPr/>
          </p:nvSpPr>
          <p:spPr>
            <a:xfrm>
              <a:off x="7217832" y="3730048"/>
              <a:ext cx="367447" cy="476555"/>
            </a:xfrm>
            <a:custGeom>
              <a:avLst/>
              <a:gdLst/>
              <a:ahLst/>
              <a:cxnLst/>
              <a:rect l="l" t="t" r="r" b="b"/>
              <a:pathLst>
                <a:path w="9699" h="12579" extrusionOk="0">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362136" y="4018315"/>
              <a:ext cx="66905" cy="63041"/>
            </a:xfrm>
            <a:custGeom>
              <a:avLst/>
              <a:gdLst/>
              <a:ahLst/>
              <a:cxnLst/>
              <a:rect l="l" t="t" r="r" b="b"/>
              <a:pathLst>
                <a:path w="1766" h="1664" extrusionOk="0">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442452" y="4017292"/>
              <a:ext cx="32013" cy="63116"/>
            </a:xfrm>
            <a:custGeom>
              <a:avLst/>
              <a:gdLst/>
              <a:ahLst/>
              <a:cxnLst/>
              <a:rect l="l" t="t" r="r" b="b"/>
              <a:pathLst>
                <a:path w="845" h="1666" extrusionOk="0">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251360" y="4018353"/>
              <a:ext cx="48417" cy="61828"/>
            </a:xfrm>
            <a:custGeom>
              <a:avLst/>
              <a:gdLst/>
              <a:ahLst/>
              <a:cxnLst/>
              <a:rect l="l" t="t" r="r" b="b"/>
              <a:pathLst>
                <a:path w="1278" h="1632" extrusionOk="0">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313833" y="4018012"/>
              <a:ext cx="40575" cy="61904"/>
            </a:xfrm>
            <a:custGeom>
              <a:avLst/>
              <a:gdLst/>
              <a:ahLst/>
              <a:cxnLst/>
              <a:rect l="l" t="t" r="r" b="b"/>
              <a:pathLst>
                <a:path w="1071" h="1634" extrusionOk="0">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64"/>
          <p:cNvSpPr/>
          <p:nvPr/>
        </p:nvSpPr>
        <p:spPr>
          <a:xfrm>
            <a:off x="8105540" y="4984767"/>
            <a:ext cx="496934" cy="498201"/>
          </a:xfrm>
          <a:custGeom>
            <a:avLst/>
            <a:gdLst/>
            <a:ahLst/>
            <a:cxnLst/>
            <a:rect l="l" t="t" r="r" b="b"/>
            <a:pathLst>
              <a:path w="12552" h="12584" extrusionOk="0">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64"/>
          <p:cNvGrpSpPr/>
          <p:nvPr/>
        </p:nvGrpSpPr>
        <p:grpSpPr>
          <a:xfrm>
            <a:off x="6445580" y="4995639"/>
            <a:ext cx="498040" cy="476068"/>
            <a:chOff x="6364927" y="3740390"/>
            <a:chExt cx="476593" cy="455567"/>
          </a:xfrm>
        </p:grpSpPr>
        <p:sp>
          <p:nvSpPr>
            <p:cNvPr id="2430" name="Google Shape;2430;p64"/>
            <p:cNvSpPr/>
            <p:nvPr/>
          </p:nvSpPr>
          <p:spPr>
            <a:xfrm>
              <a:off x="6465929" y="4095562"/>
              <a:ext cx="27201" cy="13676"/>
            </a:xfrm>
            <a:custGeom>
              <a:avLst/>
              <a:gdLst/>
              <a:ahLst/>
              <a:cxnLst/>
              <a:rect l="l" t="t" r="r" b="b"/>
              <a:pathLst>
                <a:path w="718" h="361" extrusionOk="0">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6713090" y="4148980"/>
              <a:ext cx="27239" cy="13676"/>
            </a:xfrm>
            <a:custGeom>
              <a:avLst/>
              <a:gdLst/>
              <a:ahLst/>
              <a:cxnLst/>
              <a:rect l="l" t="t" r="r" b="b"/>
              <a:pathLst>
                <a:path w="719" h="361" extrusionOk="0">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6364927" y="3740390"/>
              <a:ext cx="476593" cy="455567"/>
            </a:xfrm>
            <a:custGeom>
              <a:avLst/>
              <a:gdLst/>
              <a:ahLst/>
              <a:cxnLst/>
              <a:rect l="l" t="t" r="r" b="b"/>
              <a:pathLst>
                <a:path w="12580" h="12025" extrusionOk="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6681646" y="3953456"/>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6717334" y="3953456"/>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6753059" y="3953456"/>
              <a:ext cx="18677" cy="18715"/>
            </a:xfrm>
            <a:custGeom>
              <a:avLst/>
              <a:gdLst/>
              <a:ahLst/>
              <a:cxnLst/>
              <a:rect l="l" t="t" r="r" b="b"/>
              <a:pathLst>
                <a:path w="493" h="494" extrusionOk="0">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64"/>
          <p:cNvGrpSpPr/>
          <p:nvPr/>
        </p:nvGrpSpPr>
        <p:grpSpPr>
          <a:xfrm>
            <a:off x="5598239" y="5026955"/>
            <a:ext cx="498119" cy="413714"/>
            <a:chOff x="5554075" y="3770358"/>
            <a:chExt cx="476669" cy="395898"/>
          </a:xfrm>
        </p:grpSpPr>
        <p:sp>
          <p:nvSpPr>
            <p:cNvPr id="2437" name="Google Shape;2437;p64"/>
            <p:cNvSpPr/>
            <p:nvPr/>
          </p:nvSpPr>
          <p:spPr>
            <a:xfrm>
              <a:off x="5554075" y="3770358"/>
              <a:ext cx="476669" cy="395898"/>
            </a:xfrm>
            <a:custGeom>
              <a:avLst/>
              <a:gdLst/>
              <a:ahLst/>
              <a:cxnLst/>
              <a:rect l="l" t="t" r="r" b="b"/>
              <a:pathLst>
                <a:path w="12582" h="10450" extrusionOk="0">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5674359" y="3901932"/>
              <a:ext cx="22466" cy="53153"/>
            </a:xfrm>
            <a:custGeom>
              <a:avLst/>
              <a:gdLst/>
              <a:ahLst/>
              <a:cxnLst/>
              <a:rect l="l" t="t" r="r" b="b"/>
              <a:pathLst>
                <a:path w="593" h="1403" extrusionOk="0">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5725315" y="3971413"/>
              <a:ext cx="22428" cy="53153"/>
            </a:xfrm>
            <a:custGeom>
              <a:avLst/>
              <a:gdLst/>
              <a:ahLst/>
              <a:cxnLst/>
              <a:rect l="l" t="t" r="r" b="b"/>
              <a:pathLst>
                <a:path w="592" h="1403" extrusionOk="0">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5809685" y="3971413"/>
              <a:ext cx="22466" cy="53153"/>
            </a:xfrm>
            <a:custGeom>
              <a:avLst/>
              <a:gdLst/>
              <a:ahLst/>
              <a:cxnLst/>
              <a:rect l="l" t="t" r="r" b="b"/>
              <a:pathLst>
                <a:path w="593" h="1403" extrusionOk="0">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5848176" y="3971413"/>
              <a:ext cx="22428" cy="53153"/>
            </a:xfrm>
            <a:custGeom>
              <a:avLst/>
              <a:gdLst/>
              <a:ahLst/>
              <a:cxnLst/>
              <a:rect l="l" t="t" r="r" b="b"/>
              <a:pathLst>
                <a:path w="592" h="1403" extrusionOk="0">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5760055" y="3901932"/>
              <a:ext cx="22466" cy="53153"/>
            </a:xfrm>
            <a:custGeom>
              <a:avLst/>
              <a:gdLst/>
              <a:ahLst/>
              <a:cxnLst/>
              <a:rect l="l" t="t" r="r" b="b"/>
              <a:pathLst>
                <a:path w="593" h="1403" extrusionOk="0">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5628557" y="3900796"/>
              <a:ext cx="37317" cy="55880"/>
            </a:xfrm>
            <a:custGeom>
              <a:avLst/>
              <a:gdLst/>
              <a:ahLst/>
              <a:cxnLst/>
              <a:rect l="l" t="t" r="r" b="b"/>
              <a:pathLst>
                <a:path w="985" h="1475" extrusionOk="0">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5628557" y="3970315"/>
              <a:ext cx="37317" cy="55880"/>
            </a:xfrm>
            <a:custGeom>
              <a:avLst/>
              <a:gdLst/>
              <a:ahLst/>
              <a:cxnLst/>
              <a:rect l="l" t="t" r="r" b="b"/>
              <a:pathLst>
                <a:path w="985" h="1475" extrusionOk="0">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5678186" y="3970315"/>
              <a:ext cx="37279" cy="55880"/>
            </a:xfrm>
            <a:custGeom>
              <a:avLst/>
              <a:gdLst/>
              <a:ahLst/>
              <a:cxnLst/>
              <a:rect l="l" t="t" r="r" b="b"/>
              <a:pathLst>
                <a:path w="984" h="1475" extrusionOk="0">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5761343" y="3970315"/>
              <a:ext cx="37279" cy="55880"/>
            </a:xfrm>
            <a:custGeom>
              <a:avLst/>
              <a:gdLst/>
              <a:ahLst/>
              <a:cxnLst/>
              <a:rect l="l" t="t" r="r" b="b"/>
              <a:pathLst>
                <a:path w="984" h="1475" extrusionOk="0">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4"/>
            <p:cNvSpPr/>
            <p:nvPr/>
          </p:nvSpPr>
          <p:spPr>
            <a:xfrm>
              <a:off x="5933834" y="3971413"/>
              <a:ext cx="22428" cy="53191"/>
            </a:xfrm>
            <a:custGeom>
              <a:avLst/>
              <a:gdLst/>
              <a:ahLst/>
              <a:cxnLst/>
              <a:rect l="l" t="t" r="r" b="b"/>
              <a:pathLst>
                <a:path w="592" h="1404" extrusionOk="0">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4"/>
            <p:cNvSpPr/>
            <p:nvPr/>
          </p:nvSpPr>
          <p:spPr>
            <a:xfrm>
              <a:off x="5887993" y="3970315"/>
              <a:ext cx="37241" cy="55880"/>
            </a:xfrm>
            <a:custGeom>
              <a:avLst/>
              <a:gdLst/>
              <a:ahLst/>
              <a:cxnLst/>
              <a:rect l="l" t="t" r="r" b="b"/>
              <a:pathLst>
                <a:path w="983" h="1475" extrusionOk="0">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5725315" y="3831125"/>
              <a:ext cx="22428" cy="53153"/>
            </a:xfrm>
            <a:custGeom>
              <a:avLst/>
              <a:gdLst/>
              <a:ahLst/>
              <a:cxnLst/>
              <a:rect l="l" t="t" r="r" b="b"/>
              <a:pathLst>
                <a:path w="592" h="1403" extrusionOk="0">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5809685"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5848176"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5628557" y="3829875"/>
              <a:ext cx="37317" cy="55880"/>
            </a:xfrm>
            <a:custGeom>
              <a:avLst/>
              <a:gdLst/>
              <a:ahLst/>
              <a:cxnLst/>
              <a:rect l="l" t="t" r="r" b="b"/>
              <a:pathLst>
                <a:path w="985" h="1475" extrusionOk="0">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5678148" y="3829837"/>
              <a:ext cx="37317" cy="55918"/>
            </a:xfrm>
            <a:custGeom>
              <a:avLst/>
              <a:gdLst/>
              <a:ahLst/>
              <a:cxnLst/>
              <a:rect l="l" t="t" r="r" b="b"/>
              <a:pathLst>
                <a:path w="985" h="1476" extrusionOk="0">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5761343" y="3829875"/>
              <a:ext cx="37279" cy="55880"/>
            </a:xfrm>
            <a:custGeom>
              <a:avLst/>
              <a:gdLst/>
              <a:ahLst/>
              <a:cxnLst/>
              <a:rect l="l" t="t" r="r" b="b"/>
              <a:pathLst>
                <a:path w="984" h="1475" extrusionOk="0">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5933834" y="3831239"/>
              <a:ext cx="22428" cy="53115"/>
            </a:xfrm>
            <a:custGeom>
              <a:avLst/>
              <a:gdLst/>
              <a:ahLst/>
              <a:cxnLst/>
              <a:rect l="l" t="t" r="r" b="b"/>
              <a:pathLst>
                <a:path w="592" h="1402" extrusionOk="0">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5887993" y="3829875"/>
              <a:ext cx="37241" cy="55880"/>
            </a:xfrm>
            <a:custGeom>
              <a:avLst/>
              <a:gdLst/>
              <a:ahLst/>
              <a:cxnLst/>
              <a:rect l="l" t="t" r="r" b="b"/>
              <a:pathLst>
                <a:path w="983" h="1475" extrusionOk="0">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5710464" y="3900796"/>
              <a:ext cx="37279" cy="55880"/>
            </a:xfrm>
            <a:custGeom>
              <a:avLst/>
              <a:gdLst/>
              <a:ahLst/>
              <a:cxnLst/>
              <a:rect l="l" t="t" r="r" b="b"/>
              <a:pathLst>
                <a:path w="984" h="1475" extrusionOk="0">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5899093" y="3901932"/>
              <a:ext cx="22466" cy="53153"/>
            </a:xfrm>
            <a:custGeom>
              <a:avLst/>
              <a:gdLst/>
              <a:ahLst/>
              <a:cxnLst/>
              <a:rect l="l" t="t" r="r" b="b"/>
              <a:pathLst>
                <a:path w="593" h="1403" extrusionOk="0">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5933834" y="3901932"/>
              <a:ext cx="22466" cy="53153"/>
            </a:xfrm>
            <a:custGeom>
              <a:avLst/>
              <a:gdLst/>
              <a:ahLst/>
              <a:cxnLst/>
              <a:rect l="l" t="t" r="r" b="b"/>
              <a:pathLst>
                <a:path w="593" h="1403" extrusionOk="0">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5799835" y="3900796"/>
              <a:ext cx="37279" cy="55880"/>
            </a:xfrm>
            <a:custGeom>
              <a:avLst/>
              <a:gdLst/>
              <a:ahLst/>
              <a:cxnLst/>
              <a:rect l="l" t="t" r="r" b="b"/>
              <a:pathLst>
                <a:path w="984" h="1475" extrusionOk="0">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4"/>
            <p:cNvSpPr/>
            <p:nvPr/>
          </p:nvSpPr>
          <p:spPr>
            <a:xfrm>
              <a:off x="5849502" y="3899507"/>
              <a:ext cx="37241" cy="55918"/>
            </a:xfrm>
            <a:custGeom>
              <a:avLst/>
              <a:gdLst/>
              <a:ahLst/>
              <a:cxnLst/>
              <a:rect l="l" t="t" r="r" b="b"/>
              <a:pathLst>
                <a:path w="983" h="1476" extrusionOk="0">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64"/>
          <p:cNvGrpSpPr/>
          <p:nvPr/>
        </p:nvGrpSpPr>
        <p:grpSpPr>
          <a:xfrm>
            <a:off x="4757153" y="5018483"/>
            <a:ext cx="498119" cy="430896"/>
            <a:chOff x="4749208" y="3762250"/>
            <a:chExt cx="476669" cy="412340"/>
          </a:xfrm>
        </p:grpSpPr>
        <p:sp>
          <p:nvSpPr>
            <p:cNvPr id="2463"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64"/>
          <p:cNvGrpSpPr/>
          <p:nvPr/>
        </p:nvGrpSpPr>
        <p:grpSpPr>
          <a:xfrm>
            <a:off x="3873548" y="4984831"/>
            <a:ext cx="498119" cy="498119"/>
            <a:chOff x="3903652" y="3730048"/>
            <a:chExt cx="476669" cy="476669"/>
          </a:xfrm>
        </p:grpSpPr>
        <p:sp>
          <p:nvSpPr>
            <p:cNvPr id="2481" name="Google Shape;2481;p64"/>
            <p:cNvSpPr/>
            <p:nvPr/>
          </p:nvSpPr>
          <p:spPr>
            <a:xfrm>
              <a:off x="3971315" y="3980733"/>
              <a:ext cx="53039" cy="13676"/>
            </a:xfrm>
            <a:custGeom>
              <a:avLst/>
              <a:gdLst/>
              <a:ahLst/>
              <a:cxnLst/>
              <a:rect l="l" t="t" r="r" b="b"/>
              <a:pathLst>
                <a:path w="1400" h="361" extrusionOk="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972717" y="4010586"/>
              <a:ext cx="151426" cy="13639"/>
            </a:xfrm>
            <a:custGeom>
              <a:avLst/>
              <a:gdLst/>
              <a:ahLst/>
              <a:cxnLst/>
              <a:rect l="l" t="t" r="r" b="b"/>
              <a:pathLst>
                <a:path w="3997" h="360" extrusionOk="0">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4078037" y="4039076"/>
              <a:ext cx="47280" cy="13676"/>
            </a:xfrm>
            <a:custGeom>
              <a:avLst/>
              <a:gdLst/>
              <a:ahLst/>
              <a:cxnLst/>
              <a:rect l="l" t="t" r="r" b="b"/>
              <a:pathLst>
                <a:path w="1248" h="361" extrusionOk="0">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971694" y="4039152"/>
              <a:ext cx="87173" cy="13639"/>
            </a:xfrm>
            <a:custGeom>
              <a:avLst/>
              <a:gdLst/>
              <a:ahLst/>
              <a:cxnLst/>
              <a:rect l="l" t="t" r="r" b="b"/>
              <a:pathLst>
                <a:path w="2301" h="360" extrusionOk="0">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3972414" y="4068891"/>
              <a:ext cx="151729" cy="13639"/>
            </a:xfrm>
            <a:custGeom>
              <a:avLst/>
              <a:gdLst/>
              <a:ahLst/>
              <a:cxnLst/>
              <a:rect l="l" t="t" r="r" b="b"/>
              <a:pathLst>
                <a:path w="4005" h="360" extrusionOk="0">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972414" y="4098707"/>
              <a:ext cx="151729" cy="13676"/>
            </a:xfrm>
            <a:custGeom>
              <a:avLst/>
              <a:gdLst/>
              <a:ahLst/>
              <a:cxnLst/>
              <a:rect l="l" t="t" r="r" b="b"/>
              <a:pathLst>
                <a:path w="4005" h="361" extrusionOk="0">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4032727" y="4128447"/>
              <a:ext cx="92098" cy="13714"/>
            </a:xfrm>
            <a:custGeom>
              <a:avLst/>
              <a:gdLst/>
              <a:ahLst/>
              <a:cxnLst/>
              <a:rect l="l" t="t" r="r" b="b"/>
              <a:pathLst>
                <a:path w="2431" h="362" extrusionOk="0">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3971201" y="4128484"/>
              <a:ext cx="41749" cy="13714"/>
            </a:xfrm>
            <a:custGeom>
              <a:avLst/>
              <a:gdLst/>
              <a:ahLst/>
              <a:cxnLst/>
              <a:rect l="l" t="t" r="r" b="b"/>
              <a:pathLst>
                <a:path w="1102" h="362" extrusionOk="0">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3972414" y="4158262"/>
              <a:ext cx="151729" cy="13676"/>
            </a:xfrm>
            <a:custGeom>
              <a:avLst/>
              <a:gdLst/>
              <a:ahLst/>
              <a:cxnLst/>
              <a:rect l="l" t="t" r="r" b="b"/>
              <a:pathLst>
                <a:path w="4005" h="361" extrusionOk="0">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4159717" y="4128484"/>
              <a:ext cx="151729" cy="13714"/>
            </a:xfrm>
            <a:custGeom>
              <a:avLst/>
              <a:gdLst/>
              <a:ahLst/>
              <a:cxnLst/>
              <a:rect l="l" t="t" r="r" b="b"/>
              <a:pathLst>
                <a:path w="4005" h="362" extrusionOk="0">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4225940" y="4158262"/>
              <a:ext cx="86264" cy="13676"/>
            </a:xfrm>
            <a:custGeom>
              <a:avLst/>
              <a:gdLst/>
              <a:ahLst/>
              <a:cxnLst/>
              <a:rect l="l" t="t" r="r" b="b"/>
              <a:pathLst>
                <a:path w="2277" h="361" extrusionOk="0">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4158505" y="4158262"/>
              <a:ext cx="47887" cy="13676"/>
            </a:xfrm>
            <a:custGeom>
              <a:avLst/>
              <a:gdLst/>
              <a:ahLst/>
              <a:cxnLst/>
              <a:rect l="l" t="t" r="r" b="b"/>
              <a:pathLst>
                <a:path w="1264" h="361" extrusionOk="0">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4"/>
            <p:cNvSpPr/>
            <p:nvPr/>
          </p:nvSpPr>
          <p:spPr>
            <a:xfrm>
              <a:off x="4158619" y="3980733"/>
              <a:ext cx="53039" cy="13676"/>
            </a:xfrm>
            <a:custGeom>
              <a:avLst/>
              <a:gdLst/>
              <a:ahLst/>
              <a:cxnLst/>
              <a:rect l="l" t="t" r="r" b="b"/>
              <a:pathLst>
                <a:path w="1400" h="361" extrusionOk="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4"/>
            <p:cNvSpPr/>
            <p:nvPr/>
          </p:nvSpPr>
          <p:spPr>
            <a:xfrm>
              <a:off x="4217795" y="4010586"/>
              <a:ext cx="94258" cy="13639"/>
            </a:xfrm>
            <a:custGeom>
              <a:avLst/>
              <a:gdLst/>
              <a:ahLst/>
              <a:cxnLst/>
              <a:rect l="l" t="t" r="r" b="b"/>
              <a:pathLst>
                <a:path w="2488" h="360" extrusionOk="0">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4158467" y="4010586"/>
              <a:ext cx="40120" cy="13639"/>
            </a:xfrm>
            <a:custGeom>
              <a:avLst/>
              <a:gdLst/>
              <a:ahLst/>
              <a:cxnLst/>
              <a:rect l="l" t="t" r="r" b="b"/>
              <a:pathLst>
                <a:path w="1059" h="360" extrusionOk="0">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4159717" y="4039152"/>
              <a:ext cx="151729" cy="13639"/>
            </a:xfrm>
            <a:custGeom>
              <a:avLst/>
              <a:gdLst/>
              <a:ahLst/>
              <a:cxnLst/>
              <a:rect l="l" t="t" r="r" b="b"/>
              <a:pathLst>
                <a:path w="4005" h="360" extrusionOk="0">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4267765" y="4068891"/>
              <a:ext cx="44894" cy="13639"/>
            </a:xfrm>
            <a:custGeom>
              <a:avLst/>
              <a:gdLst/>
              <a:ahLst/>
              <a:cxnLst/>
              <a:rect l="l" t="t" r="r" b="b"/>
              <a:pathLst>
                <a:path w="1185" h="360" extrusionOk="0">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4159035" y="4068891"/>
              <a:ext cx="89333" cy="13639"/>
            </a:xfrm>
            <a:custGeom>
              <a:avLst/>
              <a:gdLst/>
              <a:ahLst/>
              <a:cxnLst/>
              <a:rect l="l" t="t" r="r" b="b"/>
              <a:pathLst>
                <a:path w="2358" h="360" extrusionOk="0">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4159717" y="4098707"/>
              <a:ext cx="151729" cy="13676"/>
            </a:xfrm>
            <a:custGeom>
              <a:avLst/>
              <a:gdLst/>
              <a:ahLst/>
              <a:cxnLst/>
              <a:rect l="l" t="t" r="r" b="b"/>
              <a:pathLst>
                <a:path w="4005" h="361" extrusionOk="0">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971808" y="3820593"/>
              <a:ext cx="154003" cy="104335"/>
            </a:xfrm>
            <a:custGeom>
              <a:avLst/>
              <a:gdLst/>
              <a:ahLst/>
              <a:cxnLst/>
              <a:rect l="l" t="t" r="r" b="b"/>
              <a:pathLst>
                <a:path w="4065" h="2754" extrusionOk="0">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4158050" y="3820593"/>
              <a:ext cx="153965" cy="104335"/>
            </a:xfrm>
            <a:custGeom>
              <a:avLst/>
              <a:gdLst/>
              <a:ahLst/>
              <a:cxnLst/>
              <a:rect l="l" t="t" r="r" b="b"/>
              <a:pathLst>
                <a:path w="4064" h="2754" extrusionOk="0">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903652" y="3730048"/>
              <a:ext cx="476669" cy="476669"/>
            </a:xfrm>
            <a:custGeom>
              <a:avLst/>
              <a:gdLst/>
              <a:ahLst/>
              <a:cxnLst/>
              <a:rect l="l" t="t" r="r" b="b"/>
              <a:pathLst>
                <a:path w="12582" h="12582" extrusionOk="0">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952069" y="3757590"/>
              <a:ext cx="20079" cy="18715"/>
            </a:xfrm>
            <a:custGeom>
              <a:avLst/>
              <a:gdLst/>
              <a:ahLst/>
              <a:cxnLst/>
              <a:rect l="l" t="t" r="r" b="b"/>
              <a:pathLst>
                <a:path w="530" h="494" extrusionOk="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988515" y="3757628"/>
              <a:ext cx="18753" cy="18639"/>
            </a:xfrm>
            <a:custGeom>
              <a:avLst/>
              <a:gdLst/>
              <a:ahLst/>
              <a:cxnLst/>
              <a:rect l="l" t="t" r="r" b="b"/>
              <a:pathLst>
                <a:path w="495" h="492" extrusionOk="0">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4024240" y="3757628"/>
              <a:ext cx="18715" cy="18639"/>
            </a:xfrm>
            <a:custGeom>
              <a:avLst/>
              <a:gdLst/>
              <a:ahLst/>
              <a:cxnLst/>
              <a:rect l="l" t="t" r="r" b="b"/>
              <a:pathLst>
                <a:path w="494" h="492" extrusionOk="0">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64"/>
          <p:cNvGrpSpPr/>
          <p:nvPr/>
        </p:nvGrpSpPr>
        <p:grpSpPr>
          <a:xfrm>
            <a:off x="2235044" y="5024975"/>
            <a:ext cx="498159" cy="417752"/>
            <a:chOff x="2335706" y="3768463"/>
            <a:chExt cx="476707" cy="399763"/>
          </a:xfrm>
        </p:grpSpPr>
        <p:sp>
          <p:nvSpPr>
            <p:cNvPr id="2507" name="Google Shape;2507;p64"/>
            <p:cNvSpPr/>
            <p:nvPr/>
          </p:nvSpPr>
          <p:spPr>
            <a:xfrm>
              <a:off x="2373629" y="3851697"/>
              <a:ext cx="34437" cy="13676"/>
            </a:xfrm>
            <a:custGeom>
              <a:avLst/>
              <a:gdLst/>
              <a:ahLst/>
              <a:cxnLst/>
              <a:rect l="l" t="t" r="r" b="b"/>
              <a:pathLst>
                <a:path w="909" h="361" extrusionOk="0">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2373288" y="3881436"/>
              <a:ext cx="34778" cy="13714"/>
            </a:xfrm>
            <a:custGeom>
              <a:avLst/>
              <a:gdLst/>
              <a:ahLst/>
              <a:cxnLst/>
              <a:rect l="l" t="t" r="r" b="b"/>
              <a:pathLst>
                <a:path w="918" h="362" extrusionOk="0">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2373629" y="3912502"/>
              <a:ext cx="34437" cy="13676"/>
            </a:xfrm>
            <a:custGeom>
              <a:avLst/>
              <a:gdLst/>
              <a:ahLst/>
              <a:cxnLst/>
              <a:rect l="l" t="t" r="r" b="b"/>
              <a:pathLst>
                <a:path w="909" h="361" extrusionOk="0">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4"/>
            <p:cNvSpPr/>
            <p:nvPr/>
          </p:nvSpPr>
          <p:spPr>
            <a:xfrm>
              <a:off x="2373326" y="3943568"/>
              <a:ext cx="34741" cy="13676"/>
            </a:xfrm>
            <a:custGeom>
              <a:avLst/>
              <a:gdLst/>
              <a:ahLst/>
              <a:cxnLst/>
              <a:rect l="l" t="t" r="r" b="b"/>
              <a:pathLst>
                <a:path w="917" h="361" extrusionOk="0">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4"/>
            <p:cNvSpPr/>
            <p:nvPr/>
          </p:nvSpPr>
          <p:spPr>
            <a:xfrm>
              <a:off x="2373629" y="3974558"/>
              <a:ext cx="34437" cy="13676"/>
            </a:xfrm>
            <a:custGeom>
              <a:avLst/>
              <a:gdLst/>
              <a:ahLst/>
              <a:cxnLst/>
              <a:rect l="l" t="t" r="r" b="b"/>
              <a:pathLst>
                <a:path w="909" h="361" extrusionOk="0">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2373288" y="4005623"/>
              <a:ext cx="34778" cy="13639"/>
            </a:xfrm>
            <a:custGeom>
              <a:avLst/>
              <a:gdLst/>
              <a:ahLst/>
              <a:cxnLst/>
              <a:rect l="l" t="t" r="r" b="b"/>
              <a:pathLst>
                <a:path w="918" h="360" extrusionOk="0">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2373629" y="4035401"/>
              <a:ext cx="34437" cy="13676"/>
            </a:xfrm>
            <a:custGeom>
              <a:avLst/>
              <a:gdLst/>
              <a:ahLst/>
              <a:cxnLst/>
              <a:rect l="l" t="t" r="r" b="b"/>
              <a:pathLst>
                <a:path w="909" h="361" extrusionOk="0">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2373288" y="4066391"/>
              <a:ext cx="34778" cy="13676"/>
            </a:xfrm>
            <a:custGeom>
              <a:avLst/>
              <a:gdLst/>
              <a:ahLst/>
              <a:cxnLst/>
              <a:rect l="l" t="t" r="r" b="b"/>
              <a:pathLst>
                <a:path w="918" h="361" extrusionOk="0">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2373629" y="4097457"/>
              <a:ext cx="34437" cy="13639"/>
            </a:xfrm>
            <a:custGeom>
              <a:avLst/>
              <a:gdLst/>
              <a:ahLst/>
              <a:cxnLst/>
              <a:rect l="l" t="t" r="r" b="b"/>
              <a:pathLst>
                <a:path w="909" h="360" extrusionOk="0">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2488383" y="3943568"/>
              <a:ext cx="64367" cy="13676"/>
            </a:xfrm>
            <a:custGeom>
              <a:avLst/>
              <a:gdLst/>
              <a:ahLst/>
              <a:cxnLst/>
              <a:rect l="l" t="t" r="r" b="b"/>
              <a:pathLst>
                <a:path w="1699" h="361" extrusionOk="0">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2488155" y="3974558"/>
              <a:ext cx="40954" cy="13676"/>
            </a:xfrm>
            <a:custGeom>
              <a:avLst/>
              <a:gdLst/>
              <a:ahLst/>
              <a:cxnLst/>
              <a:rect l="l" t="t" r="r" b="b"/>
              <a:pathLst>
                <a:path w="1081" h="361" extrusionOk="0">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2488155" y="3912502"/>
              <a:ext cx="40954" cy="13676"/>
            </a:xfrm>
            <a:custGeom>
              <a:avLst/>
              <a:gdLst/>
              <a:ahLst/>
              <a:cxnLst/>
              <a:rect l="l" t="t" r="r" b="b"/>
              <a:pathLst>
                <a:path w="1081" h="361" extrusionOk="0">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2547938" y="3912426"/>
              <a:ext cx="92402" cy="13714"/>
            </a:xfrm>
            <a:custGeom>
              <a:avLst/>
              <a:gdLst/>
              <a:ahLst/>
              <a:cxnLst/>
              <a:rect l="l" t="t" r="r" b="b"/>
              <a:pathLst>
                <a:path w="2439" h="362" extrusionOk="0">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2488761" y="3881436"/>
              <a:ext cx="99031" cy="13714"/>
            </a:xfrm>
            <a:custGeom>
              <a:avLst/>
              <a:gdLst/>
              <a:ahLst/>
              <a:cxnLst/>
              <a:rect l="l" t="t" r="r" b="b"/>
              <a:pathLst>
                <a:path w="2614" h="362" extrusionOk="0">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2488155" y="3851697"/>
              <a:ext cx="40954" cy="13676"/>
            </a:xfrm>
            <a:custGeom>
              <a:avLst/>
              <a:gdLst/>
              <a:ahLst/>
              <a:cxnLst/>
              <a:rect l="l" t="t" r="r" b="b"/>
              <a:pathLst>
                <a:path w="1081" h="361" extrusionOk="0">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2548847" y="3851659"/>
              <a:ext cx="175521" cy="13639"/>
            </a:xfrm>
            <a:custGeom>
              <a:avLst/>
              <a:gdLst/>
              <a:ahLst/>
              <a:cxnLst/>
              <a:rect l="l" t="t" r="r" b="b"/>
              <a:pathLst>
                <a:path w="4633" h="360" extrusionOk="0">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2488383" y="4097457"/>
              <a:ext cx="64367" cy="13639"/>
            </a:xfrm>
            <a:custGeom>
              <a:avLst/>
              <a:gdLst/>
              <a:ahLst/>
              <a:cxnLst/>
              <a:rect l="l" t="t" r="r" b="b"/>
              <a:pathLst>
                <a:path w="1699" h="360" extrusionOk="0">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2488420" y="4005548"/>
              <a:ext cx="71641" cy="13676"/>
            </a:xfrm>
            <a:custGeom>
              <a:avLst/>
              <a:gdLst/>
              <a:ahLst/>
              <a:cxnLst/>
              <a:rect l="l" t="t" r="r" b="b"/>
              <a:pathLst>
                <a:path w="1891" h="361" extrusionOk="0">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2488042" y="4035401"/>
              <a:ext cx="30384" cy="13676"/>
            </a:xfrm>
            <a:custGeom>
              <a:avLst/>
              <a:gdLst/>
              <a:ahLst/>
              <a:cxnLst/>
              <a:rect l="l" t="t" r="r" b="b"/>
              <a:pathLst>
                <a:path w="802" h="361" extrusionOk="0">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2488383" y="4066391"/>
              <a:ext cx="64367" cy="13676"/>
            </a:xfrm>
            <a:custGeom>
              <a:avLst/>
              <a:gdLst/>
              <a:ahLst/>
              <a:cxnLst/>
              <a:rect l="l" t="t" r="r" b="b"/>
              <a:pathLst>
                <a:path w="1699" h="361" extrusionOk="0">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4"/>
            <p:cNvSpPr/>
            <p:nvPr/>
          </p:nvSpPr>
          <p:spPr>
            <a:xfrm>
              <a:off x="2725050" y="3973952"/>
              <a:ext cx="56979" cy="56979"/>
            </a:xfrm>
            <a:custGeom>
              <a:avLst/>
              <a:gdLst/>
              <a:ahLst/>
              <a:cxnLst/>
              <a:rect l="l" t="t" r="r" b="b"/>
              <a:pathLst>
                <a:path w="1504" h="1504" extrusionOk="0">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4"/>
            <p:cNvSpPr/>
            <p:nvPr/>
          </p:nvSpPr>
          <p:spPr>
            <a:xfrm>
              <a:off x="2335706" y="3768463"/>
              <a:ext cx="476707" cy="399763"/>
            </a:xfrm>
            <a:custGeom>
              <a:avLst/>
              <a:gdLst/>
              <a:ahLst/>
              <a:cxnLst/>
              <a:rect l="l" t="t" r="r" b="b"/>
              <a:pathLst>
                <a:path w="12583" h="10552" extrusionOk="0">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64"/>
          <p:cNvGrpSpPr/>
          <p:nvPr/>
        </p:nvGrpSpPr>
        <p:grpSpPr>
          <a:xfrm>
            <a:off x="3094341" y="5056053"/>
            <a:ext cx="499624" cy="355517"/>
            <a:chOff x="3158000" y="3798203"/>
            <a:chExt cx="478109" cy="340207"/>
          </a:xfrm>
        </p:grpSpPr>
        <p:sp>
          <p:nvSpPr>
            <p:cNvPr id="2530" name="Google Shape;2530;p64"/>
            <p:cNvSpPr/>
            <p:nvPr/>
          </p:nvSpPr>
          <p:spPr>
            <a:xfrm>
              <a:off x="3212100" y="3830557"/>
              <a:ext cx="368697" cy="229697"/>
            </a:xfrm>
            <a:custGeom>
              <a:avLst/>
              <a:gdLst/>
              <a:ahLst/>
              <a:cxnLst/>
              <a:rect l="l" t="t" r="r" b="b"/>
              <a:pathLst>
                <a:path w="9732" h="6063" extrusionOk="0">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3158000" y="3798203"/>
              <a:ext cx="478109" cy="340207"/>
            </a:xfrm>
            <a:custGeom>
              <a:avLst/>
              <a:gdLst/>
              <a:ahLst/>
              <a:cxnLst/>
              <a:rect l="l" t="t" r="r" b="b"/>
              <a:pathLst>
                <a:path w="12620" h="8980" extrusionOk="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3249265" y="3898788"/>
              <a:ext cx="294253" cy="94447"/>
            </a:xfrm>
            <a:custGeom>
              <a:avLst/>
              <a:gdLst/>
              <a:ahLst/>
              <a:cxnLst/>
              <a:rect l="l" t="t" r="r" b="b"/>
              <a:pathLst>
                <a:path w="7767" h="2493" extrusionOk="0">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3276618" y="3926406"/>
              <a:ext cx="13714" cy="38984"/>
            </a:xfrm>
            <a:custGeom>
              <a:avLst/>
              <a:gdLst/>
              <a:ahLst/>
              <a:cxnLst/>
              <a:rect l="l" t="t" r="r" b="b"/>
              <a:pathLst>
                <a:path w="362" h="1029" extrusionOk="0">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3468164" y="3921405"/>
              <a:ext cx="51221" cy="49061"/>
            </a:xfrm>
            <a:custGeom>
              <a:avLst/>
              <a:gdLst/>
              <a:ahLst/>
              <a:cxnLst/>
              <a:rect l="l" t="t" r="r" b="b"/>
              <a:pathLst>
                <a:path w="1352" h="1295" extrusionOk="0">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 name="Google Shape;2535;p64"/>
          <p:cNvGrpSpPr/>
          <p:nvPr/>
        </p:nvGrpSpPr>
        <p:grpSpPr>
          <a:xfrm>
            <a:off x="1440753" y="4984871"/>
            <a:ext cx="461815" cy="498119"/>
            <a:chOff x="1575695" y="3730086"/>
            <a:chExt cx="441929" cy="476669"/>
          </a:xfrm>
        </p:grpSpPr>
        <p:sp>
          <p:nvSpPr>
            <p:cNvPr id="2536" name="Google Shape;2536;p64"/>
            <p:cNvSpPr/>
            <p:nvPr/>
          </p:nvSpPr>
          <p:spPr>
            <a:xfrm>
              <a:off x="1692987" y="4155800"/>
              <a:ext cx="29247" cy="13639"/>
            </a:xfrm>
            <a:custGeom>
              <a:avLst/>
              <a:gdLst/>
              <a:ahLst/>
              <a:cxnLst/>
              <a:rect l="l" t="t" r="r" b="b"/>
              <a:pathLst>
                <a:path w="772" h="360" extrusionOk="0">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1575695" y="3730086"/>
              <a:ext cx="441929" cy="476669"/>
            </a:xfrm>
            <a:custGeom>
              <a:avLst/>
              <a:gdLst/>
              <a:ahLst/>
              <a:cxnLst/>
              <a:rect l="l" t="t" r="r" b="b"/>
              <a:pathLst>
                <a:path w="11665" h="12582" extrusionOk="0">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4"/>
            <p:cNvSpPr/>
            <p:nvPr/>
          </p:nvSpPr>
          <p:spPr>
            <a:xfrm>
              <a:off x="1605397"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4"/>
            <p:cNvSpPr/>
            <p:nvPr/>
          </p:nvSpPr>
          <p:spPr>
            <a:xfrm>
              <a:off x="167737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174939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1605397"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167737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174939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64"/>
          <p:cNvGrpSpPr/>
          <p:nvPr/>
        </p:nvGrpSpPr>
        <p:grpSpPr>
          <a:xfrm>
            <a:off x="566986" y="4984752"/>
            <a:ext cx="443169" cy="498159"/>
            <a:chOff x="738702" y="3729972"/>
            <a:chExt cx="424085" cy="476707"/>
          </a:xfrm>
        </p:grpSpPr>
        <p:sp>
          <p:nvSpPr>
            <p:cNvPr id="2545" name="Google Shape;2545;p64"/>
            <p:cNvSpPr/>
            <p:nvPr/>
          </p:nvSpPr>
          <p:spPr>
            <a:xfrm>
              <a:off x="780072" y="3759825"/>
              <a:ext cx="342405" cy="74482"/>
            </a:xfrm>
            <a:custGeom>
              <a:avLst/>
              <a:gdLst/>
              <a:ahLst/>
              <a:cxnLst/>
              <a:rect l="l" t="t" r="r" b="b"/>
              <a:pathLst>
                <a:path w="9038" h="1966" extrusionOk="0">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818677" y="3786686"/>
              <a:ext cx="13714" cy="20799"/>
            </a:xfrm>
            <a:custGeom>
              <a:avLst/>
              <a:gdLst/>
              <a:ahLst/>
              <a:cxnLst/>
              <a:rect l="l" t="t" r="r" b="b"/>
              <a:pathLst>
                <a:path w="362" h="549" extrusionOk="0">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849705" y="3786686"/>
              <a:ext cx="13714" cy="20799"/>
            </a:xfrm>
            <a:custGeom>
              <a:avLst/>
              <a:gdLst/>
              <a:ahLst/>
              <a:cxnLst/>
              <a:rect l="l" t="t" r="r" b="b"/>
              <a:pathLst>
                <a:path w="362" h="549" extrusionOk="0">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879520" y="3786686"/>
              <a:ext cx="13676" cy="20799"/>
            </a:xfrm>
            <a:custGeom>
              <a:avLst/>
              <a:gdLst/>
              <a:ahLst/>
              <a:cxnLst/>
              <a:rect l="l" t="t" r="r" b="b"/>
              <a:pathLst>
                <a:path w="361" h="549" extrusionOk="0">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738702" y="3729972"/>
              <a:ext cx="424085" cy="476707"/>
            </a:xfrm>
            <a:custGeom>
              <a:avLst/>
              <a:gdLst/>
              <a:ahLst/>
              <a:cxnLst/>
              <a:rect l="l" t="t" r="r" b="b"/>
              <a:pathLst>
                <a:path w="11194" h="12583" extrusionOk="0">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779580" y="3880224"/>
              <a:ext cx="343465" cy="74520"/>
            </a:xfrm>
            <a:custGeom>
              <a:avLst/>
              <a:gdLst/>
              <a:ahLst/>
              <a:cxnLst/>
              <a:rect l="l" t="t" r="r" b="b"/>
              <a:pathLst>
                <a:path w="9066" h="1967" extrusionOk="0">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818677" y="3906781"/>
              <a:ext cx="13676" cy="20761"/>
            </a:xfrm>
            <a:custGeom>
              <a:avLst/>
              <a:gdLst/>
              <a:ahLst/>
              <a:cxnLst/>
              <a:rect l="l" t="t" r="r" b="b"/>
              <a:pathLst>
                <a:path w="361" h="548" extrusionOk="0">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849705" y="3906781"/>
              <a:ext cx="13676" cy="20761"/>
            </a:xfrm>
            <a:custGeom>
              <a:avLst/>
              <a:gdLst/>
              <a:ahLst/>
              <a:cxnLst/>
              <a:rect l="l" t="t" r="r" b="b"/>
              <a:pathLst>
                <a:path w="361" h="548" extrusionOk="0">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879520" y="3906781"/>
              <a:ext cx="13676" cy="20761"/>
            </a:xfrm>
            <a:custGeom>
              <a:avLst/>
              <a:gdLst/>
              <a:ahLst/>
              <a:cxnLst/>
              <a:rect l="l" t="t" r="r" b="b"/>
              <a:pathLst>
                <a:path w="361" h="548" extrusionOk="0">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780072" y="4000660"/>
              <a:ext cx="342443" cy="74482"/>
            </a:xfrm>
            <a:custGeom>
              <a:avLst/>
              <a:gdLst/>
              <a:ahLst/>
              <a:cxnLst/>
              <a:rect l="l" t="t" r="r" b="b"/>
              <a:pathLst>
                <a:path w="9039" h="1966" extrusionOk="0">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818677" y="4026915"/>
              <a:ext cx="13714" cy="20799"/>
            </a:xfrm>
            <a:custGeom>
              <a:avLst/>
              <a:gdLst/>
              <a:ahLst/>
              <a:cxnLst/>
              <a:rect l="l" t="t" r="r" b="b"/>
              <a:pathLst>
                <a:path w="362" h="549" extrusionOk="0">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849705" y="4026915"/>
              <a:ext cx="13676" cy="20799"/>
            </a:xfrm>
            <a:custGeom>
              <a:avLst/>
              <a:gdLst/>
              <a:ahLst/>
              <a:cxnLst/>
              <a:rect l="l" t="t" r="r" b="b"/>
              <a:pathLst>
                <a:path w="361" h="549" extrusionOk="0">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879444" y="4026915"/>
              <a:ext cx="13752" cy="20799"/>
            </a:xfrm>
            <a:custGeom>
              <a:avLst/>
              <a:gdLst/>
              <a:ahLst/>
              <a:cxnLst/>
              <a:rect l="l" t="t" r="r" b="b"/>
              <a:pathLst>
                <a:path w="363" h="549" extrusionOk="0">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64"/>
          <p:cNvGrpSpPr/>
          <p:nvPr/>
        </p:nvGrpSpPr>
        <p:grpSpPr>
          <a:xfrm>
            <a:off x="8103285" y="4183613"/>
            <a:ext cx="501168" cy="476266"/>
            <a:chOff x="7951248" y="2963331"/>
            <a:chExt cx="479586" cy="455757"/>
          </a:xfrm>
        </p:grpSpPr>
        <p:sp>
          <p:nvSpPr>
            <p:cNvPr id="2559" name="Google Shape;2559;p64"/>
            <p:cNvSpPr/>
            <p:nvPr/>
          </p:nvSpPr>
          <p:spPr>
            <a:xfrm>
              <a:off x="7951248" y="2963331"/>
              <a:ext cx="479586" cy="455757"/>
            </a:xfrm>
            <a:custGeom>
              <a:avLst/>
              <a:gdLst/>
              <a:ahLst/>
              <a:cxnLst/>
              <a:rect l="l" t="t" r="r" b="b"/>
              <a:pathLst>
                <a:path w="12659" h="12030" extrusionOk="0">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8015387" y="3029819"/>
              <a:ext cx="352596" cy="322780"/>
            </a:xfrm>
            <a:custGeom>
              <a:avLst/>
              <a:gdLst/>
              <a:ahLst/>
              <a:cxnLst/>
              <a:rect l="l" t="t" r="r" b="b"/>
              <a:pathLst>
                <a:path w="9307" h="8520" extrusionOk="0">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8222505" y="3136731"/>
              <a:ext cx="54365" cy="54403"/>
            </a:xfrm>
            <a:custGeom>
              <a:avLst/>
              <a:gdLst/>
              <a:ahLst/>
              <a:cxnLst/>
              <a:rect l="l" t="t" r="r" b="b"/>
              <a:pathLst>
                <a:path w="1435" h="1436" extrusionOk="0">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8078731" y="3108090"/>
              <a:ext cx="227196" cy="212232"/>
            </a:xfrm>
            <a:custGeom>
              <a:avLst/>
              <a:gdLst/>
              <a:ahLst/>
              <a:cxnLst/>
              <a:rect l="l" t="t" r="r" b="b"/>
              <a:pathLst>
                <a:path w="5997" h="5602" extrusionOk="0">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64"/>
          <p:cNvGrpSpPr/>
          <p:nvPr/>
        </p:nvGrpSpPr>
        <p:grpSpPr>
          <a:xfrm>
            <a:off x="7279738" y="4174032"/>
            <a:ext cx="498238" cy="495506"/>
            <a:chOff x="7163164" y="2954163"/>
            <a:chExt cx="476783" cy="474169"/>
          </a:xfrm>
        </p:grpSpPr>
        <p:sp>
          <p:nvSpPr>
            <p:cNvPr id="2564" name="Google Shape;2564;p64"/>
            <p:cNvSpPr/>
            <p:nvPr/>
          </p:nvSpPr>
          <p:spPr>
            <a:xfrm>
              <a:off x="7368046" y="3217274"/>
              <a:ext cx="271901" cy="211057"/>
            </a:xfrm>
            <a:custGeom>
              <a:avLst/>
              <a:gdLst/>
              <a:ahLst/>
              <a:cxnLst/>
              <a:rect l="l" t="t" r="r" b="b"/>
              <a:pathLst>
                <a:path w="7177" h="5571" extrusionOk="0">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7163164" y="2954163"/>
              <a:ext cx="271939" cy="211019"/>
            </a:xfrm>
            <a:custGeom>
              <a:avLst/>
              <a:gdLst/>
              <a:ahLst/>
              <a:cxnLst/>
              <a:rect l="l" t="t" r="r" b="b"/>
              <a:pathLst>
                <a:path w="7178" h="5570" extrusionOk="0">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7472154" y="3049671"/>
              <a:ext cx="125361" cy="137977"/>
            </a:xfrm>
            <a:custGeom>
              <a:avLst/>
              <a:gdLst/>
              <a:ahLst/>
              <a:cxnLst/>
              <a:rect l="l" t="t" r="r" b="b"/>
              <a:pathLst>
                <a:path w="3309" h="3642" extrusionOk="0">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7203247" y="3194733"/>
              <a:ext cx="125248" cy="138015"/>
            </a:xfrm>
            <a:custGeom>
              <a:avLst/>
              <a:gdLst/>
              <a:ahLst/>
              <a:cxnLst/>
              <a:rect l="l" t="t" r="r" b="b"/>
              <a:pathLst>
                <a:path w="3306" h="3643" extrusionOk="0">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64"/>
          <p:cNvGrpSpPr/>
          <p:nvPr/>
        </p:nvGrpSpPr>
        <p:grpSpPr>
          <a:xfrm>
            <a:off x="6516763" y="4172646"/>
            <a:ext cx="355437" cy="498119"/>
            <a:chOff x="6433044" y="2952837"/>
            <a:chExt cx="340132" cy="476669"/>
          </a:xfrm>
        </p:grpSpPr>
        <p:sp>
          <p:nvSpPr>
            <p:cNvPr id="2569" name="Google Shape;2569;p64"/>
            <p:cNvSpPr/>
            <p:nvPr/>
          </p:nvSpPr>
          <p:spPr>
            <a:xfrm>
              <a:off x="6433044" y="2952837"/>
              <a:ext cx="340132" cy="476669"/>
            </a:xfrm>
            <a:custGeom>
              <a:avLst/>
              <a:gdLst/>
              <a:ahLst/>
              <a:cxnLst/>
              <a:rect l="l" t="t" r="r" b="b"/>
              <a:pathLst>
                <a:path w="8978" h="12582" extrusionOk="0">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498472"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98472" y="3331498"/>
              <a:ext cx="25534" cy="13676"/>
            </a:xfrm>
            <a:custGeom>
              <a:avLst/>
              <a:gdLst/>
              <a:ahLst/>
              <a:cxnLst/>
              <a:rect l="l" t="t" r="r" b="b"/>
              <a:pathLst>
                <a:path w="674" h="361" extrusionOk="0">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498472" y="3356312"/>
              <a:ext cx="25534" cy="13676"/>
            </a:xfrm>
            <a:custGeom>
              <a:avLst/>
              <a:gdLst/>
              <a:ahLst/>
              <a:cxnLst/>
              <a:rect l="l" t="t" r="r" b="b"/>
              <a:pathLst>
                <a:path w="674" h="361" extrusionOk="0">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589585" y="3305395"/>
              <a:ext cx="25534" cy="13676"/>
            </a:xfrm>
            <a:custGeom>
              <a:avLst/>
              <a:gdLst/>
              <a:ahLst/>
              <a:cxnLst/>
              <a:rect l="l" t="t" r="r" b="b"/>
              <a:pathLst>
                <a:path w="674" h="361" extrusionOk="0">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589585" y="3331498"/>
              <a:ext cx="25534" cy="13676"/>
            </a:xfrm>
            <a:custGeom>
              <a:avLst/>
              <a:gdLst/>
              <a:ahLst/>
              <a:cxnLst/>
              <a:rect l="l" t="t" r="r" b="b"/>
              <a:pathLst>
                <a:path w="674" h="361" extrusionOk="0">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589585" y="3356312"/>
              <a:ext cx="25534" cy="13676"/>
            </a:xfrm>
            <a:custGeom>
              <a:avLst/>
              <a:gdLst/>
              <a:ahLst/>
              <a:cxnLst/>
              <a:rect l="l" t="t" r="r" b="b"/>
              <a:pathLst>
                <a:path w="674" h="361" extrusionOk="0">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472786" y="3076986"/>
              <a:ext cx="259436" cy="319030"/>
            </a:xfrm>
            <a:custGeom>
              <a:avLst/>
              <a:gdLst/>
              <a:ahLst/>
              <a:cxnLst/>
              <a:rect l="l" t="t" r="r" b="b"/>
              <a:pathLst>
                <a:path w="6848" h="8421" extrusionOk="0">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6681987"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6681949" y="3331422"/>
              <a:ext cx="25572" cy="13676"/>
            </a:xfrm>
            <a:custGeom>
              <a:avLst/>
              <a:gdLst/>
              <a:ahLst/>
              <a:cxnLst/>
              <a:rect l="l" t="t" r="r" b="b"/>
              <a:pathLst>
                <a:path w="675" h="361" extrusionOk="0">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6681949" y="3356312"/>
              <a:ext cx="25572" cy="13676"/>
            </a:xfrm>
            <a:custGeom>
              <a:avLst/>
              <a:gdLst/>
              <a:ahLst/>
              <a:cxnLst/>
              <a:rect l="l" t="t" r="r" b="b"/>
              <a:pathLst>
                <a:path w="675" h="361" extrusionOk="0">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4"/>
          <p:cNvGrpSpPr/>
          <p:nvPr/>
        </p:nvGrpSpPr>
        <p:grpSpPr>
          <a:xfrm>
            <a:off x="5598279" y="4181079"/>
            <a:ext cx="498198" cy="481333"/>
            <a:chOff x="5554112" y="2960907"/>
            <a:chExt cx="476745" cy="460606"/>
          </a:xfrm>
        </p:grpSpPr>
        <p:sp>
          <p:nvSpPr>
            <p:cNvPr id="2581" name="Google Shape;2581;p64"/>
            <p:cNvSpPr/>
            <p:nvPr/>
          </p:nvSpPr>
          <p:spPr>
            <a:xfrm>
              <a:off x="5824611" y="3184390"/>
              <a:ext cx="168853" cy="93159"/>
            </a:xfrm>
            <a:custGeom>
              <a:avLst/>
              <a:gdLst/>
              <a:ahLst/>
              <a:cxnLst/>
              <a:rect l="l" t="t" r="r" b="b"/>
              <a:pathLst>
                <a:path w="4457" h="2459" extrusionOk="0">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5554112" y="2960907"/>
              <a:ext cx="476745" cy="460606"/>
            </a:xfrm>
            <a:custGeom>
              <a:avLst/>
              <a:gdLst/>
              <a:ahLst/>
              <a:cxnLst/>
              <a:rect l="l" t="t" r="r" b="b"/>
              <a:pathLst>
                <a:path w="12584" h="12158" extrusionOk="0">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5670533" y="3077630"/>
              <a:ext cx="227689" cy="13676"/>
            </a:xfrm>
            <a:custGeom>
              <a:avLst/>
              <a:gdLst/>
              <a:ahLst/>
              <a:cxnLst/>
              <a:rect l="l" t="t" r="r" b="b"/>
              <a:pathLst>
                <a:path w="6010" h="361" extrusionOk="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5670457" y="3107408"/>
              <a:ext cx="291449" cy="13676"/>
            </a:xfrm>
            <a:custGeom>
              <a:avLst/>
              <a:gdLst/>
              <a:ahLst/>
              <a:cxnLst/>
              <a:rect l="l" t="t" r="r" b="b"/>
              <a:pathLst>
                <a:path w="7693" h="361" extrusionOk="0">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5670533" y="3138474"/>
              <a:ext cx="291374" cy="13676"/>
            </a:xfrm>
            <a:custGeom>
              <a:avLst/>
              <a:gdLst/>
              <a:ahLst/>
              <a:cxnLst/>
              <a:rect l="l" t="t" r="r" b="b"/>
              <a:pathLst>
                <a:path w="7691" h="361" extrusionOk="0">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5638444" y="3184390"/>
              <a:ext cx="168891" cy="93159"/>
            </a:xfrm>
            <a:custGeom>
              <a:avLst/>
              <a:gdLst/>
              <a:ahLst/>
              <a:cxnLst/>
              <a:rect l="l" t="t" r="r" b="b"/>
              <a:pathLst>
                <a:path w="4458" h="2459" extrusionOk="0">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5707963" y="3205454"/>
              <a:ext cx="31634" cy="50917"/>
            </a:xfrm>
            <a:custGeom>
              <a:avLst/>
              <a:gdLst/>
              <a:ahLst/>
              <a:cxnLst/>
              <a:rect l="l" t="t" r="r" b="b"/>
              <a:pathLst>
                <a:path w="835" h="1344" extrusionOk="0">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5746152" y="3205492"/>
              <a:ext cx="40575" cy="51637"/>
            </a:xfrm>
            <a:custGeom>
              <a:avLst/>
              <a:gdLst/>
              <a:ahLst/>
              <a:cxnLst/>
              <a:rect l="l" t="t" r="r" b="b"/>
              <a:pathLst>
                <a:path w="1071" h="1363" extrusionOk="0">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5660304" y="3206060"/>
              <a:ext cx="39363" cy="51561"/>
            </a:xfrm>
            <a:custGeom>
              <a:avLst/>
              <a:gdLst/>
              <a:ahLst/>
              <a:cxnLst/>
              <a:rect l="l" t="t" r="r" b="b"/>
              <a:pathLst>
                <a:path w="1039" h="1361" extrusionOk="0">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5861890" y="3205530"/>
              <a:ext cx="39741" cy="51486"/>
            </a:xfrm>
            <a:custGeom>
              <a:avLst/>
              <a:gdLst/>
              <a:ahLst/>
              <a:cxnLst/>
              <a:rect l="l" t="t" r="r" b="b"/>
              <a:pathLst>
                <a:path w="1049" h="1359" extrusionOk="0">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5911103" y="3205454"/>
              <a:ext cx="51637" cy="51599"/>
            </a:xfrm>
            <a:custGeom>
              <a:avLst/>
              <a:gdLst/>
              <a:ahLst/>
              <a:cxnLst/>
              <a:rect l="l" t="t" r="r" b="b"/>
              <a:pathLst>
                <a:path w="1363" h="1362" extrusionOk="0">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64"/>
          <p:cNvGrpSpPr/>
          <p:nvPr/>
        </p:nvGrpSpPr>
        <p:grpSpPr>
          <a:xfrm>
            <a:off x="2292113" y="4172607"/>
            <a:ext cx="384021" cy="498040"/>
            <a:chOff x="2390336" y="2952799"/>
            <a:chExt cx="367485" cy="476593"/>
          </a:xfrm>
        </p:grpSpPr>
        <p:sp>
          <p:nvSpPr>
            <p:cNvPr id="2593" name="Google Shape;2593;p64"/>
            <p:cNvSpPr/>
            <p:nvPr/>
          </p:nvSpPr>
          <p:spPr>
            <a:xfrm>
              <a:off x="2390336" y="2952799"/>
              <a:ext cx="367485" cy="476593"/>
            </a:xfrm>
            <a:custGeom>
              <a:avLst/>
              <a:gdLst/>
              <a:ahLst/>
              <a:cxnLst/>
              <a:rect l="l" t="t" r="r" b="b"/>
              <a:pathLst>
                <a:path w="9700" h="12580" extrusionOk="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2466523" y="3234209"/>
              <a:ext cx="65958" cy="76641"/>
            </a:xfrm>
            <a:custGeom>
              <a:avLst/>
              <a:gdLst/>
              <a:ahLst/>
              <a:cxnLst/>
              <a:rect l="l" t="t" r="r" b="b"/>
              <a:pathLst>
                <a:path w="1741" h="2023" extrusionOk="0">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2586353" y="3234209"/>
              <a:ext cx="65958" cy="76717"/>
            </a:xfrm>
            <a:custGeom>
              <a:avLst/>
              <a:gdLst/>
              <a:ahLst/>
              <a:cxnLst/>
              <a:rect l="l" t="t" r="r" b="b"/>
              <a:pathLst>
                <a:path w="1741" h="2025" extrusionOk="0">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2418939" y="3234626"/>
              <a:ext cx="35953" cy="75088"/>
            </a:xfrm>
            <a:custGeom>
              <a:avLst/>
              <a:gdLst/>
              <a:ahLst/>
              <a:cxnLst/>
              <a:rect l="l" t="t" r="r" b="b"/>
              <a:pathLst>
                <a:path w="949" h="1982" extrusionOk="0">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2528238" y="3233754"/>
              <a:ext cx="60351" cy="76603"/>
            </a:xfrm>
            <a:custGeom>
              <a:avLst/>
              <a:gdLst/>
              <a:ahLst/>
              <a:cxnLst/>
              <a:rect l="l" t="t" r="r" b="b"/>
              <a:pathLst>
                <a:path w="1593" h="2022" extrusionOk="0">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64"/>
          <p:cNvGrpSpPr/>
          <p:nvPr/>
        </p:nvGrpSpPr>
        <p:grpSpPr>
          <a:xfrm>
            <a:off x="3873271" y="4213503"/>
            <a:ext cx="498436" cy="416445"/>
            <a:chOff x="3903387" y="2991934"/>
            <a:chExt cx="476972" cy="398512"/>
          </a:xfrm>
        </p:grpSpPr>
        <p:sp>
          <p:nvSpPr>
            <p:cNvPr id="2599" name="Google Shape;2599;p64"/>
            <p:cNvSpPr/>
            <p:nvPr/>
          </p:nvSpPr>
          <p:spPr>
            <a:xfrm>
              <a:off x="4087281" y="3050353"/>
              <a:ext cx="182530" cy="64594"/>
            </a:xfrm>
            <a:custGeom>
              <a:avLst/>
              <a:gdLst/>
              <a:ahLst/>
              <a:cxnLst/>
              <a:rect l="l" t="t" r="r" b="b"/>
              <a:pathLst>
                <a:path w="4818" h="1705" extrusionOk="0">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4"/>
            <p:cNvSpPr/>
            <p:nvPr/>
          </p:nvSpPr>
          <p:spPr>
            <a:xfrm>
              <a:off x="3979271" y="3050353"/>
              <a:ext cx="91947" cy="157753"/>
            </a:xfrm>
            <a:custGeom>
              <a:avLst/>
              <a:gdLst/>
              <a:ahLst/>
              <a:cxnLst/>
              <a:rect l="l" t="t" r="r" b="b"/>
              <a:pathLst>
                <a:path w="2427" h="4164" extrusionOk="0">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4"/>
            <p:cNvSpPr/>
            <p:nvPr/>
          </p:nvSpPr>
          <p:spPr>
            <a:xfrm>
              <a:off x="4088001" y="3132260"/>
              <a:ext cx="121497" cy="13676"/>
            </a:xfrm>
            <a:custGeom>
              <a:avLst/>
              <a:gdLst/>
              <a:ahLst/>
              <a:cxnLst/>
              <a:rect l="l" t="t" r="r" b="b"/>
              <a:pathLst>
                <a:path w="3207" h="361" extrusionOk="0">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4088001" y="3163250"/>
              <a:ext cx="121497" cy="13714"/>
            </a:xfrm>
            <a:custGeom>
              <a:avLst/>
              <a:gdLst/>
              <a:ahLst/>
              <a:cxnLst/>
              <a:rect l="l" t="t" r="r" b="b"/>
              <a:pathLst>
                <a:path w="3207" h="362" extrusionOk="0">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4087433" y="3194278"/>
              <a:ext cx="75959" cy="13714"/>
            </a:xfrm>
            <a:custGeom>
              <a:avLst/>
              <a:gdLst/>
              <a:ahLst/>
              <a:cxnLst/>
              <a:rect l="l" t="t" r="r" b="b"/>
              <a:pathLst>
                <a:path w="2005" h="362" extrusionOk="0">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4"/>
            <p:cNvSpPr/>
            <p:nvPr/>
          </p:nvSpPr>
          <p:spPr>
            <a:xfrm>
              <a:off x="3903387" y="2991934"/>
              <a:ext cx="476972" cy="398512"/>
            </a:xfrm>
            <a:custGeom>
              <a:avLst/>
              <a:gdLst/>
              <a:ahLst/>
              <a:cxnLst/>
              <a:rect l="l" t="t" r="r" b="b"/>
              <a:pathLst>
                <a:path w="12590" h="10519" extrusionOk="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4"/>
            <p:cNvSpPr/>
            <p:nvPr/>
          </p:nvSpPr>
          <p:spPr>
            <a:xfrm>
              <a:off x="4252346" y="3168213"/>
              <a:ext cx="105585" cy="60919"/>
            </a:xfrm>
            <a:custGeom>
              <a:avLst/>
              <a:gdLst/>
              <a:ahLst/>
              <a:cxnLst/>
              <a:rect l="l" t="t" r="r" b="b"/>
              <a:pathLst>
                <a:path w="2787" h="1608" extrusionOk="0">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4253407" y="3243983"/>
              <a:ext cx="103881" cy="13639"/>
            </a:xfrm>
            <a:custGeom>
              <a:avLst/>
              <a:gdLst/>
              <a:ahLst/>
              <a:cxnLst/>
              <a:rect l="l" t="t" r="r" b="b"/>
              <a:pathLst>
                <a:path w="2742" h="360" extrusionOk="0">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4253407" y="3271223"/>
              <a:ext cx="103615" cy="13714"/>
            </a:xfrm>
            <a:custGeom>
              <a:avLst/>
              <a:gdLst/>
              <a:ahLst/>
              <a:cxnLst/>
              <a:rect l="l" t="t" r="r" b="b"/>
              <a:pathLst>
                <a:path w="2735" h="362" extrusionOk="0">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4252952" y="3299788"/>
              <a:ext cx="65768" cy="13714"/>
            </a:xfrm>
            <a:custGeom>
              <a:avLst/>
              <a:gdLst/>
              <a:ahLst/>
              <a:cxnLst/>
              <a:rect l="l" t="t" r="r" b="b"/>
              <a:pathLst>
                <a:path w="1736" h="362" extrusionOk="0">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64"/>
          <p:cNvGrpSpPr/>
          <p:nvPr/>
        </p:nvGrpSpPr>
        <p:grpSpPr>
          <a:xfrm>
            <a:off x="4868084" y="4172646"/>
            <a:ext cx="276297" cy="498119"/>
            <a:chOff x="4855362" y="2952837"/>
            <a:chExt cx="264399" cy="476669"/>
          </a:xfrm>
        </p:grpSpPr>
        <p:sp>
          <p:nvSpPr>
            <p:cNvPr id="2610" name="Google Shape;2610;p64"/>
            <p:cNvSpPr/>
            <p:nvPr/>
          </p:nvSpPr>
          <p:spPr>
            <a:xfrm>
              <a:off x="4972464" y="3378665"/>
              <a:ext cx="29247" cy="13676"/>
            </a:xfrm>
            <a:custGeom>
              <a:avLst/>
              <a:gdLst/>
              <a:ahLst/>
              <a:cxnLst/>
              <a:rect l="l" t="t" r="r" b="b"/>
              <a:pathLst>
                <a:path w="772" h="361" extrusionOk="0">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4855362" y="2952837"/>
              <a:ext cx="264399" cy="476669"/>
            </a:xfrm>
            <a:custGeom>
              <a:avLst/>
              <a:gdLst/>
              <a:ahLst/>
              <a:cxnLst/>
              <a:rect l="l" t="t" r="r" b="b"/>
              <a:pathLst>
                <a:path w="6979" h="12582" extrusionOk="0">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4"/>
            <p:cNvSpPr/>
            <p:nvPr/>
          </p:nvSpPr>
          <p:spPr>
            <a:xfrm>
              <a:off x="4882752" y="3132147"/>
              <a:ext cx="109412" cy="139871"/>
            </a:xfrm>
            <a:custGeom>
              <a:avLst/>
              <a:gdLst/>
              <a:ahLst/>
              <a:cxnLst/>
              <a:rect l="l" t="t" r="r" b="b"/>
              <a:pathLst>
                <a:path w="2888" h="3692" extrusionOk="0">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4"/>
            <p:cNvSpPr/>
            <p:nvPr/>
          </p:nvSpPr>
          <p:spPr>
            <a:xfrm>
              <a:off x="4907946" y="3156469"/>
              <a:ext cx="59176" cy="59176"/>
            </a:xfrm>
            <a:custGeom>
              <a:avLst/>
              <a:gdLst/>
              <a:ahLst/>
              <a:cxnLst/>
              <a:rect l="l" t="t" r="r" b="b"/>
              <a:pathLst>
                <a:path w="1562" h="1562" extrusionOk="0">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64"/>
          <p:cNvGrpSpPr/>
          <p:nvPr/>
        </p:nvGrpSpPr>
        <p:grpSpPr>
          <a:xfrm>
            <a:off x="539491" y="4201230"/>
            <a:ext cx="498159" cy="441070"/>
            <a:chOff x="713167" y="2980190"/>
            <a:chExt cx="476707" cy="422077"/>
          </a:xfrm>
        </p:grpSpPr>
        <p:sp>
          <p:nvSpPr>
            <p:cNvPr id="2615" name="Google Shape;2615;p64"/>
            <p:cNvSpPr/>
            <p:nvPr/>
          </p:nvSpPr>
          <p:spPr>
            <a:xfrm>
              <a:off x="816176" y="3244514"/>
              <a:ext cx="270650" cy="54744"/>
            </a:xfrm>
            <a:custGeom>
              <a:avLst/>
              <a:gdLst/>
              <a:ahLst/>
              <a:cxnLst/>
              <a:rect l="l" t="t" r="r" b="b"/>
              <a:pathLst>
                <a:path w="7144" h="1445" extrusionOk="0">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816176" y="3314033"/>
              <a:ext cx="270650" cy="54706"/>
            </a:xfrm>
            <a:custGeom>
              <a:avLst/>
              <a:gdLst/>
              <a:ahLst/>
              <a:cxnLst/>
              <a:rect l="l" t="t" r="r" b="b"/>
              <a:pathLst>
                <a:path w="7144" h="1444" extrusionOk="0">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942030" y="3170411"/>
              <a:ext cx="18677" cy="18677"/>
            </a:xfrm>
            <a:custGeom>
              <a:avLst/>
              <a:gdLst/>
              <a:ahLst/>
              <a:cxnLst/>
              <a:rect l="l" t="t" r="r" b="b"/>
              <a:pathLst>
                <a:path w="493" h="493" extrusionOk="0">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896872" y="3073804"/>
              <a:ext cx="109260" cy="154647"/>
            </a:xfrm>
            <a:custGeom>
              <a:avLst/>
              <a:gdLst/>
              <a:ahLst/>
              <a:cxnLst/>
              <a:rect l="l" t="t" r="r" b="b"/>
              <a:pathLst>
                <a:path w="2884" h="4082" extrusionOk="0">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713167" y="2980190"/>
              <a:ext cx="476707" cy="422077"/>
            </a:xfrm>
            <a:custGeom>
              <a:avLst/>
              <a:gdLst/>
              <a:ahLst/>
              <a:cxnLst/>
              <a:rect l="l" t="t" r="r" b="b"/>
              <a:pathLst>
                <a:path w="12583" h="11141" extrusionOk="0">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762152" y="3007770"/>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797878" y="3007770"/>
              <a:ext cx="18677" cy="18677"/>
            </a:xfrm>
            <a:custGeom>
              <a:avLst/>
              <a:gdLst/>
              <a:ahLst/>
              <a:cxnLst/>
              <a:rect l="l" t="t" r="r" b="b"/>
              <a:pathLst>
                <a:path w="493" h="493" extrusionOk="0">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833641" y="3007770"/>
              <a:ext cx="18677" cy="18677"/>
            </a:xfrm>
            <a:custGeom>
              <a:avLst/>
              <a:gdLst/>
              <a:ahLst/>
              <a:cxnLst/>
              <a:rect l="l" t="t" r="r" b="b"/>
              <a:pathLst>
                <a:path w="493" h="493" extrusionOk="0">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64"/>
          <p:cNvGrpSpPr/>
          <p:nvPr/>
        </p:nvGrpSpPr>
        <p:grpSpPr>
          <a:xfrm>
            <a:off x="3095034" y="4214888"/>
            <a:ext cx="498238" cy="413793"/>
            <a:chOff x="3158720" y="2993260"/>
            <a:chExt cx="476783" cy="395974"/>
          </a:xfrm>
        </p:grpSpPr>
        <p:sp>
          <p:nvSpPr>
            <p:cNvPr id="2624" name="Google Shape;2624;p64"/>
            <p:cNvSpPr/>
            <p:nvPr/>
          </p:nvSpPr>
          <p:spPr>
            <a:xfrm>
              <a:off x="3158720" y="2993260"/>
              <a:ext cx="476783" cy="395974"/>
            </a:xfrm>
            <a:custGeom>
              <a:avLst/>
              <a:gdLst/>
              <a:ahLst/>
              <a:cxnLst/>
              <a:rect l="l" t="t" r="r" b="b"/>
              <a:pathLst>
                <a:path w="12585" h="10452" extrusionOk="0">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216987" y="3063954"/>
              <a:ext cx="122975" cy="173816"/>
            </a:xfrm>
            <a:custGeom>
              <a:avLst/>
              <a:gdLst/>
              <a:ahLst/>
              <a:cxnLst/>
              <a:rect l="l" t="t" r="r" b="b"/>
              <a:pathLst>
                <a:path w="3246" h="4588" extrusionOk="0">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254569" y="3104945"/>
              <a:ext cx="52206" cy="91947"/>
            </a:xfrm>
            <a:custGeom>
              <a:avLst/>
              <a:gdLst/>
              <a:ahLst/>
              <a:cxnLst/>
              <a:rect l="l" t="t" r="r" b="b"/>
              <a:pathLst>
                <a:path w="1378" h="2427" extrusionOk="0">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353903" y="3063499"/>
              <a:ext cx="51486" cy="58646"/>
            </a:xfrm>
            <a:custGeom>
              <a:avLst/>
              <a:gdLst/>
              <a:ahLst/>
              <a:cxnLst/>
              <a:rect l="l" t="t" r="r" b="b"/>
              <a:pathLst>
                <a:path w="1359" h="1548" extrusionOk="0">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413117" y="3065242"/>
              <a:ext cx="43757" cy="57320"/>
            </a:xfrm>
            <a:custGeom>
              <a:avLst/>
              <a:gdLst/>
              <a:ahLst/>
              <a:cxnLst/>
              <a:rect l="l" t="t" r="r" b="b"/>
              <a:pathLst>
                <a:path w="1155" h="1513" extrusionOk="0">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462141" y="3063916"/>
              <a:ext cx="44666" cy="58608"/>
            </a:xfrm>
            <a:custGeom>
              <a:avLst/>
              <a:gdLst/>
              <a:ahLst/>
              <a:cxnLst/>
              <a:rect l="l" t="t" r="r" b="b"/>
              <a:pathLst>
                <a:path w="1179" h="1547" extrusionOk="0">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354017" y="3138474"/>
              <a:ext cx="223143" cy="13714"/>
            </a:xfrm>
            <a:custGeom>
              <a:avLst/>
              <a:gdLst/>
              <a:ahLst/>
              <a:cxnLst/>
              <a:rect l="l" t="t" r="r" b="b"/>
              <a:pathLst>
                <a:path w="5890" h="362" extrusionOk="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354017" y="3167001"/>
              <a:ext cx="223143" cy="13639"/>
            </a:xfrm>
            <a:custGeom>
              <a:avLst/>
              <a:gdLst/>
              <a:ahLst/>
              <a:cxnLst/>
              <a:rect l="l" t="t" r="r" b="b"/>
              <a:pathLst>
                <a:path w="5890" h="360" extrusionOk="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354017" y="3195528"/>
              <a:ext cx="223143" cy="13752"/>
            </a:xfrm>
            <a:custGeom>
              <a:avLst/>
              <a:gdLst/>
              <a:ahLst/>
              <a:cxnLst/>
              <a:rect l="l" t="t" r="r" b="b"/>
              <a:pathLst>
                <a:path w="5890" h="363" extrusionOk="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354017" y="3224132"/>
              <a:ext cx="223143" cy="13639"/>
            </a:xfrm>
            <a:custGeom>
              <a:avLst/>
              <a:gdLst/>
              <a:ahLst/>
              <a:cxnLst/>
              <a:rect l="l" t="t" r="r" b="b"/>
              <a:pathLst>
                <a:path w="5890" h="360" extrusionOk="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64"/>
          <p:cNvGrpSpPr/>
          <p:nvPr/>
        </p:nvGrpSpPr>
        <p:grpSpPr>
          <a:xfrm>
            <a:off x="1422601" y="4214770"/>
            <a:ext cx="498119" cy="413832"/>
            <a:chOff x="1558268" y="2993147"/>
            <a:chExt cx="476669" cy="396012"/>
          </a:xfrm>
        </p:grpSpPr>
        <p:sp>
          <p:nvSpPr>
            <p:cNvPr id="2635" name="Google Shape;2635;p64"/>
            <p:cNvSpPr/>
            <p:nvPr/>
          </p:nvSpPr>
          <p:spPr>
            <a:xfrm>
              <a:off x="1819220" y="3109908"/>
              <a:ext cx="25345" cy="13676"/>
            </a:xfrm>
            <a:custGeom>
              <a:avLst/>
              <a:gdLst/>
              <a:ahLst/>
              <a:cxnLst/>
              <a:rect l="l" t="t" r="r" b="b"/>
              <a:pathLst>
                <a:path w="669" h="361" extrusionOk="0">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4"/>
            <p:cNvSpPr/>
            <p:nvPr/>
          </p:nvSpPr>
          <p:spPr>
            <a:xfrm>
              <a:off x="1859870" y="3109908"/>
              <a:ext cx="54403" cy="13676"/>
            </a:xfrm>
            <a:custGeom>
              <a:avLst/>
              <a:gdLst/>
              <a:ahLst/>
              <a:cxnLst/>
              <a:rect l="l" t="t" r="r" b="b"/>
              <a:pathLst>
                <a:path w="1436" h="361" extrusionOk="0">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1819220" y="3139686"/>
              <a:ext cx="25345" cy="13714"/>
            </a:xfrm>
            <a:custGeom>
              <a:avLst/>
              <a:gdLst/>
              <a:ahLst/>
              <a:cxnLst/>
              <a:rect l="l" t="t" r="r" b="b"/>
              <a:pathLst>
                <a:path w="669" h="362" extrusionOk="0">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1859870" y="3139686"/>
              <a:ext cx="54403" cy="13714"/>
            </a:xfrm>
            <a:custGeom>
              <a:avLst/>
              <a:gdLst/>
              <a:ahLst/>
              <a:cxnLst/>
              <a:rect l="l" t="t" r="r" b="b"/>
              <a:pathLst>
                <a:path w="1436" h="362" extrusionOk="0">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1819220" y="3170714"/>
              <a:ext cx="25345" cy="13714"/>
            </a:xfrm>
            <a:custGeom>
              <a:avLst/>
              <a:gdLst/>
              <a:ahLst/>
              <a:cxnLst/>
              <a:rect l="l" t="t" r="r" b="b"/>
              <a:pathLst>
                <a:path w="669" h="362" extrusionOk="0">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4"/>
            <p:cNvSpPr/>
            <p:nvPr/>
          </p:nvSpPr>
          <p:spPr>
            <a:xfrm>
              <a:off x="1881124" y="3170714"/>
              <a:ext cx="91606" cy="13714"/>
            </a:xfrm>
            <a:custGeom>
              <a:avLst/>
              <a:gdLst/>
              <a:ahLst/>
              <a:cxnLst/>
              <a:rect l="l" t="t" r="r" b="b"/>
              <a:pathLst>
                <a:path w="2418" h="362" extrusionOk="0">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4"/>
            <p:cNvSpPr/>
            <p:nvPr/>
          </p:nvSpPr>
          <p:spPr>
            <a:xfrm>
              <a:off x="1819220" y="3201742"/>
              <a:ext cx="25345" cy="13676"/>
            </a:xfrm>
            <a:custGeom>
              <a:avLst/>
              <a:gdLst/>
              <a:ahLst/>
              <a:cxnLst/>
              <a:rect l="l" t="t" r="r" b="b"/>
              <a:pathLst>
                <a:path w="669" h="361" extrusionOk="0">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1877108" y="3201742"/>
              <a:ext cx="56032" cy="13714"/>
            </a:xfrm>
            <a:custGeom>
              <a:avLst/>
              <a:gdLst/>
              <a:ahLst/>
              <a:cxnLst/>
              <a:rect l="l" t="t" r="r" b="b"/>
              <a:pathLst>
                <a:path w="1479" h="362" extrusionOk="0">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1819220" y="3231519"/>
              <a:ext cx="25383" cy="13714"/>
            </a:xfrm>
            <a:custGeom>
              <a:avLst/>
              <a:gdLst/>
              <a:ahLst/>
              <a:cxnLst/>
              <a:rect l="l" t="t" r="r" b="b"/>
              <a:pathLst>
                <a:path w="670" h="362" extrusionOk="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1859605" y="3231519"/>
              <a:ext cx="26633" cy="13714"/>
            </a:xfrm>
            <a:custGeom>
              <a:avLst/>
              <a:gdLst/>
              <a:ahLst/>
              <a:cxnLst/>
              <a:rect l="l" t="t" r="r" b="b"/>
              <a:pathLst>
                <a:path w="703" h="362" extrusionOk="0">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1901089" y="3231557"/>
              <a:ext cx="71868" cy="13676"/>
            </a:xfrm>
            <a:custGeom>
              <a:avLst/>
              <a:gdLst/>
              <a:ahLst/>
              <a:cxnLst/>
              <a:rect l="l" t="t" r="r" b="b"/>
              <a:pathLst>
                <a:path w="1897" h="361" extrusionOk="0">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4"/>
            <p:cNvSpPr/>
            <p:nvPr/>
          </p:nvSpPr>
          <p:spPr>
            <a:xfrm>
              <a:off x="1558268" y="2993147"/>
              <a:ext cx="476669" cy="396012"/>
            </a:xfrm>
            <a:custGeom>
              <a:avLst/>
              <a:gdLst/>
              <a:ahLst/>
              <a:cxnLst/>
              <a:rect l="l" t="t" r="r" b="b"/>
              <a:pathLst>
                <a:path w="12582" h="10453" extrusionOk="0">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4"/>
            <p:cNvSpPr/>
            <p:nvPr/>
          </p:nvSpPr>
          <p:spPr>
            <a:xfrm>
              <a:off x="1636425" y="3185527"/>
              <a:ext cx="50614" cy="58078"/>
            </a:xfrm>
            <a:custGeom>
              <a:avLst/>
              <a:gdLst/>
              <a:ahLst/>
              <a:cxnLst/>
              <a:rect l="l" t="t" r="r" b="b"/>
              <a:pathLst>
                <a:path w="1336" h="1533" extrusionOk="0">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1740684" y="3186701"/>
              <a:ext cx="13714" cy="56600"/>
            </a:xfrm>
            <a:custGeom>
              <a:avLst/>
              <a:gdLst/>
              <a:ahLst/>
              <a:cxnLst/>
              <a:rect l="l" t="t" r="r" b="b"/>
              <a:pathLst>
                <a:path w="362" h="1494" extrusionOk="0">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1694768" y="3185603"/>
              <a:ext cx="37961" cy="57888"/>
            </a:xfrm>
            <a:custGeom>
              <a:avLst/>
              <a:gdLst/>
              <a:ahLst/>
              <a:cxnLst/>
              <a:rect l="l" t="t" r="r" b="b"/>
              <a:pathLst>
                <a:path w="1002" h="1528" extrusionOk="0">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1684387" y="3110931"/>
              <a:ext cx="36332" cy="65352"/>
            </a:xfrm>
            <a:custGeom>
              <a:avLst/>
              <a:gdLst/>
              <a:ahLst/>
              <a:cxnLst/>
              <a:rect l="l" t="t" r="r" b="b"/>
              <a:pathLst>
                <a:path w="959" h="1725" extrusionOk="0">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1726742" y="3113470"/>
              <a:ext cx="29020" cy="60351"/>
            </a:xfrm>
            <a:custGeom>
              <a:avLst/>
              <a:gdLst/>
              <a:ahLst/>
              <a:cxnLst/>
              <a:rect l="l" t="t" r="r" b="b"/>
              <a:pathLst>
                <a:path w="766" h="1593" extrusionOk="0">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1647449" y="3113470"/>
              <a:ext cx="29020" cy="60351"/>
            </a:xfrm>
            <a:custGeom>
              <a:avLst/>
              <a:gdLst/>
              <a:ahLst/>
              <a:cxnLst/>
              <a:rect l="l" t="t" r="r" b="b"/>
              <a:pathLst>
                <a:path w="766" h="1593" extrusionOk="0">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64"/>
          <p:cNvGrpSpPr/>
          <p:nvPr/>
        </p:nvGrpSpPr>
        <p:grpSpPr>
          <a:xfrm>
            <a:off x="8104869" y="3374397"/>
            <a:ext cx="498317" cy="491508"/>
            <a:chOff x="7952763" y="2188962"/>
            <a:chExt cx="476858" cy="470342"/>
          </a:xfrm>
        </p:grpSpPr>
        <p:sp>
          <p:nvSpPr>
            <p:cNvPr id="2654" name="Google Shape;2654;p64"/>
            <p:cNvSpPr/>
            <p:nvPr/>
          </p:nvSpPr>
          <p:spPr>
            <a:xfrm>
              <a:off x="8005764" y="2378804"/>
              <a:ext cx="42696" cy="91341"/>
            </a:xfrm>
            <a:custGeom>
              <a:avLst/>
              <a:gdLst/>
              <a:ahLst/>
              <a:cxnLst/>
              <a:rect l="l" t="t" r="r" b="b"/>
              <a:pathLst>
                <a:path w="1127" h="2411" extrusionOk="0">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8067631" y="2393768"/>
              <a:ext cx="36067" cy="13676"/>
            </a:xfrm>
            <a:custGeom>
              <a:avLst/>
              <a:gdLst/>
              <a:ahLst/>
              <a:cxnLst/>
              <a:rect l="l" t="t" r="r" b="b"/>
              <a:pathLst>
                <a:path w="952" h="361" extrusionOk="0">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8066797" y="2541482"/>
              <a:ext cx="182378" cy="13714"/>
            </a:xfrm>
            <a:custGeom>
              <a:avLst/>
              <a:gdLst/>
              <a:ahLst/>
              <a:cxnLst/>
              <a:rect l="l" t="t" r="r" b="b"/>
              <a:pathLst>
                <a:path w="4814" h="362" extrusionOk="0">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8067631" y="2453361"/>
              <a:ext cx="36067" cy="13639"/>
            </a:xfrm>
            <a:custGeom>
              <a:avLst/>
              <a:gdLst/>
              <a:ahLst/>
              <a:cxnLst/>
              <a:rect l="l" t="t" r="r" b="b"/>
              <a:pathLst>
                <a:path w="952" h="360" extrusionOk="0">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8067631" y="2483139"/>
              <a:ext cx="36067" cy="13639"/>
            </a:xfrm>
            <a:custGeom>
              <a:avLst/>
              <a:gdLst/>
              <a:ahLst/>
              <a:cxnLst/>
              <a:rect l="l" t="t" r="r" b="b"/>
              <a:pathLst>
                <a:path w="952" h="360" extrusionOk="0">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8068047" y="2511704"/>
              <a:ext cx="78952" cy="13639"/>
            </a:xfrm>
            <a:custGeom>
              <a:avLst/>
              <a:gdLst/>
              <a:ahLst/>
              <a:cxnLst/>
              <a:rect l="l" t="t" r="r" b="b"/>
              <a:pathLst>
                <a:path w="2084" h="360" extrusionOk="0">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8066797" y="2423546"/>
              <a:ext cx="182378" cy="13676"/>
            </a:xfrm>
            <a:custGeom>
              <a:avLst/>
              <a:gdLst/>
              <a:ahLst/>
              <a:cxnLst/>
              <a:rect l="l" t="t" r="r" b="b"/>
              <a:pathLst>
                <a:path w="4814" h="361" extrusionOk="0">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8006068" y="2602855"/>
              <a:ext cx="13752" cy="32467"/>
            </a:xfrm>
            <a:custGeom>
              <a:avLst/>
              <a:gdLst/>
              <a:ahLst/>
              <a:cxnLst/>
              <a:rect l="l" t="t" r="r" b="b"/>
              <a:pathLst>
                <a:path w="363" h="857" extrusionOk="0">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7952763" y="2188962"/>
              <a:ext cx="476858" cy="470342"/>
            </a:xfrm>
            <a:custGeom>
              <a:avLst/>
              <a:gdLst/>
              <a:ahLst/>
              <a:cxnLst/>
              <a:rect l="l" t="t" r="r" b="b"/>
              <a:pathLst>
                <a:path w="12587" h="12415" extrusionOk="0">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64"/>
            <p:cNvGrpSpPr/>
            <p:nvPr/>
          </p:nvGrpSpPr>
          <p:grpSpPr>
            <a:xfrm>
              <a:off x="8122678" y="2237985"/>
              <a:ext cx="259550" cy="316340"/>
              <a:chOff x="8122678" y="2237985"/>
              <a:chExt cx="259550" cy="316340"/>
            </a:xfrm>
          </p:grpSpPr>
          <p:sp>
            <p:nvSpPr>
              <p:cNvPr id="2664" name="Google Shape;2664;p64"/>
              <p:cNvSpPr/>
              <p:nvPr/>
            </p:nvSpPr>
            <p:spPr>
              <a:xfrm>
                <a:off x="8276529" y="2462908"/>
                <a:ext cx="42696" cy="91417"/>
              </a:xfrm>
              <a:custGeom>
                <a:avLst/>
                <a:gdLst/>
                <a:ahLst/>
                <a:cxnLst/>
                <a:rect l="l" t="t" r="r" b="b"/>
                <a:pathLst>
                  <a:path w="1127" h="2413" extrusionOk="0">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8166397" y="2511704"/>
                <a:ext cx="35991" cy="13639"/>
              </a:xfrm>
              <a:custGeom>
                <a:avLst/>
                <a:gdLst/>
                <a:ahLst/>
                <a:cxnLst/>
                <a:rect l="l" t="t" r="r" b="b"/>
                <a:pathLst>
                  <a:path w="950" h="360" extrusionOk="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4"/>
              <p:cNvSpPr/>
              <p:nvPr/>
            </p:nvSpPr>
            <p:spPr>
              <a:xfrm>
                <a:off x="8122678" y="2453361"/>
                <a:ext cx="36067" cy="13639"/>
              </a:xfrm>
              <a:custGeom>
                <a:avLst/>
                <a:gdLst/>
                <a:ahLst/>
                <a:cxnLst/>
                <a:rect l="l" t="t" r="r" b="b"/>
                <a:pathLst>
                  <a:path w="952" h="360" extrusionOk="0">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4"/>
              <p:cNvSpPr/>
              <p:nvPr/>
            </p:nvSpPr>
            <p:spPr>
              <a:xfrm>
                <a:off x="8172496" y="2453285"/>
                <a:ext cx="75505" cy="13676"/>
              </a:xfrm>
              <a:custGeom>
                <a:avLst/>
                <a:gdLst/>
                <a:ahLst/>
                <a:cxnLst/>
                <a:rect l="l" t="t" r="r" b="b"/>
                <a:pathLst>
                  <a:path w="1993" h="361" extrusionOk="0">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8124155" y="2393730"/>
                <a:ext cx="164459" cy="13676"/>
              </a:xfrm>
              <a:custGeom>
                <a:avLst/>
                <a:gdLst/>
                <a:ahLst/>
                <a:cxnLst/>
                <a:rect l="l" t="t" r="r" b="b"/>
                <a:pathLst>
                  <a:path w="4341" h="361" extrusionOk="0">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8282325" y="2237985"/>
                <a:ext cx="99903" cy="97289"/>
              </a:xfrm>
              <a:custGeom>
                <a:avLst/>
                <a:gdLst/>
                <a:ahLst/>
                <a:cxnLst/>
                <a:rect l="l" t="t" r="r" b="b"/>
                <a:pathLst>
                  <a:path w="2637" h="2568" extrusionOk="0">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 name="Google Shape;2670;p64"/>
          <p:cNvGrpSpPr/>
          <p:nvPr/>
        </p:nvGrpSpPr>
        <p:grpSpPr>
          <a:xfrm>
            <a:off x="7280173" y="3371071"/>
            <a:ext cx="497288" cy="498238"/>
            <a:chOff x="7163581" y="2185780"/>
            <a:chExt cx="475873" cy="476783"/>
          </a:xfrm>
        </p:grpSpPr>
        <p:sp>
          <p:nvSpPr>
            <p:cNvPr id="2671" name="Google Shape;2671;p64"/>
            <p:cNvSpPr/>
            <p:nvPr/>
          </p:nvSpPr>
          <p:spPr>
            <a:xfrm>
              <a:off x="7163581" y="2185780"/>
              <a:ext cx="475873" cy="476783"/>
            </a:xfrm>
            <a:custGeom>
              <a:avLst/>
              <a:gdLst/>
              <a:ahLst/>
              <a:cxnLst/>
              <a:rect l="l" t="t" r="r" b="b"/>
              <a:pathLst>
                <a:path w="12561" h="12585" extrusionOk="0">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7368690" y="2397216"/>
              <a:ext cx="154571" cy="142485"/>
            </a:xfrm>
            <a:custGeom>
              <a:avLst/>
              <a:gdLst/>
              <a:ahLst/>
              <a:cxnLst/>
              <a:rect l="l" t="t" r="r" b="b"/>
              <a:pathLst>
                <a:path w="4080" h="3761" extrusionOk="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64"/>
          <p:cNvGrpSpPr/>
          <p:nvPr/>
        </p:nvGrpSpPr>
        <p:grpSpPr>
          <a:xfrm>
            <a:off x="6445462" y="3399694"/>
            <a:ext cx="498198" cy="441031"/>
            <a:chOff x="6364814" y="2213170"/>
            <a:chExt cx="476745" cy="422039"/>
          </a:xfrm>
        </p:grpSpPr>
        <p:sp>
          <p:nvSpPr>
            <p:cNvPr id="2674" name="Google Shape;2674;p64"/>
            <p:cNvSpPr/>
            <p:nvPr/>
          </p:nvSpPr>
          <p:spPr>
            <a:xfrm>
              <a:off x="6398380" y="2574404"/>
              <a:ext cx="185106" cy="13639"/>
            </a:xfrm>
            <a:custGeom>
              <a:avLst/>
              <a:gdLst/>
              <a:ahLst/>
              <a:cxnLst/>
              <a:rect l="l" t="t" r="r" b="b"/>
              <a:pathLst>
                <a:path w="4886" h="360" extrusionOk="0">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98380" y="2482457"/>
              <a:ext cx="185523" cy="13714"/>
            </a:xfrm>
            <a:custGeom>
              <a:avLst/>
              <a:gdLst/>
              <a:ahLst/>
              <a:cxnLst/>
              <a:rect l="l" t="t" r="r" b="b"/>
              <a:pathLst>
                <a:path w="4897" h="362" extrusionOk="0">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512224" y="2513523"/>
              <a:ext cx="75543" cy="13714"/>
            </a:xfrm>
            <a:custGeom>
              <a:avLst/>
              <a:gdLst/>
              <a:ahLst/>
              <a:cxnLst/>
              <a:rect l="l" t="t" r="r" b="b"/>
              <a:pathLst>
                <a:path w="1994" h="362" extrusionOk="0">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4"/>
            <p:cNvSpPr/>
            <p:nvPr/>
          </p:nvSpPr>
          <p:spPr>
            <a:xfrm>
              <a:off x="6399478" y="2513523"/>
              <a:ext cx="94637" cy="13714"/>
            </a:xfrm>
            <a:custGeom>
              <a:avLst/>
              <a:gdLst/>
              <a:ahLst/>
              <a:cxnLst/>
              <a:rect l="l" t="t" r="r" b="b"/>
              <a:pathLst>
                <a:path w="2498" h="362" extrusionOk="0">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4"/>
            <p:cNvSpPr/>
            <p:nvPr/>
          </p:nvSpPr>
          <p:spPr>
            <a:xfrm>
              <a:off x="6398380" y="2543338"/>
              <a:ext cx="185106" cy="13676"/>
            </a:xfrm>
            <a:custGeom>
              <a:avLst/>
              <a:gdLst/>
              <a:ahLst/>
              <a:cxnLst/>
              <a:rect l="l" t="t" r="r" b="b"/>
              <a:pathLst>
                <a:path w="4886" h="361" extrusionOk="0">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616787" y="2482533"/>
              <a:ext cx="190675" cy="13639"/>
            </a:xfrm>
            <a:custGeom>
              <a:avLst/>
              <a:gdLst/>
              <a:ahLst/>
              <a:cxnLst/>
              <a:rect l="l" t="t" r="r" b="b"/>
              <a:pathLst>
                <a:path w="5033" h="360" extrusionOk="0">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616787" y="2513523"/>
              <a:ext cx="190675" cy="13676"/>
            </a:xfrm>
            <a:custGeom>
              <a:avLst/>
              <a:gdLst/>
              <a:ahLst/>
              <a:cxnLst/>
              <a:rect l="l" t="t" r="r" b="b"/>
              <a:pathLst>
                <a:path w="5033" h="361" extrusionOk="0">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6616787" y="2543338"/>
              <a:ext cx="191054" cy="13676"/>
            </a:xfrm>
            <a:custGeom>
              <a:avLst/>
              <a:gdLst/>
              <a:ahLst/>
              <a:cxnLst/>
              <a:rect l="l" t="t" r="r" b="b"/>
              <a:pathLst>
                <a:path w="5043" h="361" extrusionOk="0">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6684866" y="2574404"/>
              <a:ext cx="121194" cy="13639"/>
            </a:xfrm>
            <a:custGeom>
              <a:avLst/>
              <a:gdLst/>
              <a:ahLst/>
              <a:cxnLst/>
              <a:rect l="l" t="t" r="r" b="b"/>
              <a:pathLst>
                <a:path w="3199" h="360" extrusionOk="0">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6617810" y="2574404"/>
              <a:ext cx="48644" cy="13639"/>
            </a:xfrm>
            <a:custGeom>
              <a:avLst/>
              <a:gdLst/>
              <a:ahLst/>
              <a:cxnLst/>
              <a:rect l="l" t="t" r="r" b="b"/>
              <a:pathLst>
                <a:path w="1284" h="360" extrusionOk="0">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6466421" y="2350655"/>
              <a:ext cx="85090" cy="78422"/>
            </a:xfrm>
            <a:custGeom>
              <a:avLst/>
              <a:gdLst/>
              <a:ahLst/>
              <a:cxnLst/>
              <a:rect l="l" t="t" r="r" b="b"/>
              <a:pathLst>
                <a:path w="2246" h="2070" extrusionOk="0">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6560414" y="2350655"/>
              <a:ext cx="85052" cy="78422"/>
            </a:xfrm>
            <a:custGeom>
              <a:avLst/>
              <a:gdLst/>
              <a:ahLst/>
              <a:cxnLst/>
              <a:rect l="l" t="t" r="r" b="b"/>
              <a:pathLst>
                <a:path w="2245" h="2070" extrusionOk="0">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4"/>
            <p:cNvSpPr/>
            <p:nvPr/>
          </p:nvSpPr>
          <p:spPr>
            <a:xfrm>
              <a:off x="6654331" y="2350655"/>
              <a:ext cx="85090" cy="78422"/>
            </a:xfrm>
            <a:custGeom>
              <a:avLst/>
              <a:gdLst/>
              <a:ahLst/>
              <a:cxnLst/>
              <a:rect l="l" t="t" r="r" b="b"/>
              <a:pathLst>
                <a:path w="2246" h="2070" extrusionOk="0">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4"/>
            <p:cNvSpPr/>
            <p:nvPr/>
          </p:nvSpPr>
          <p:spPr>
            <a:xfrm>
              <a:off x="6398304" y="2321105"/>
              <a:ext cx="408438" cy="137901"/>
            </a:xfrm>
            <a:custGeom>
              <a:avLst/>
              <a:gdLst/>
              <a:ahLst/>
              <a:cxnLst/>
              <a:rect l="l" t="t" r="r" b="b"/>
              <a:pathLst>
                <a:path w="10781" h="3640" extrusionOk="0">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6364814" y="2213170"/>
              <a:ext cx="476745" cy="422039"/>
            </a:xfrm>
            <a:custGeom>
              <a:avLst/>
              <a:gdLst/>
              <a:ahLst/>
              <a:cxnLst/>
              <a:rect l="l" t="t" r="r" b="b"/>
              <a:pathLst>
                <a:path w="12584" h="11140" extrusionOk="0">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6413761" y="2240713"/>
              <a:ext cx="18677" cy="18715"/>
            </a:xfrm>
            <a:custGeom>
              <a:avLst/>
              <a:gdLst/>
              <a:ahLst/>
              <a:cxnLst/>
              <a:rect l="l" t="t" r="r" b="b"/>
              <a:pathLst>
                <a:path w="493"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6448388" y="2240675"/>
              <a:ext cx="20913" cy="18753"/>
            </a:xfrm>
            <a:custGeom>
              <a:avLst/>
              <a:gdLst/>
              <a:ahLst/>
              <a:cxnLst/>
              <a:rect l="l" t="t" r="r" b="b"/>
              <a:pathLst>
                <a:path w="552" h="495" extrusionOk="0">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6485212" y="2240713"/>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64"/>
          <p:cNvGrpSpPr/>
          <p:nvPr/>
        </p:nvGrpSpPr>
        <p:grpSpPr>
          <a:xfrm>
            <a:off x="5591271" y="3421706"/>
            <a:ext cx="512094" cy="396967"/>
            <a:chOff x="5547407" y="2234234"/>
            <a:chExt cx="490042" cy="379873"/>
          </a:xfrm>
        </p:grpSpPr>
        <p:sp>
          <p:nvSpPr>
            <p:cNvPr id="2693" name="Google Shape;2693;p64"/>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64"/>
          <p:cNvGrpSpPr/>
          <p:nvPr/>
        </p:nvGrpSpPr>
        <p:grpSpPr>
          <a:xfrm>
            <a:off x="4757193" y="3399694"/>
            <a:ext cx="498119" cy="441070"/>
            <a:chOff x="4749246" y="2213170"/>
            <a:chExt cx="476669" cy="422077"/>
          </a:xfrm>
        </p:grpSpPr>
        <p:sp>
          <p:nvSpPr>
            <p:cNvPr id="2712" name="Google Shape;2712;p64"/>
            <p:cNvSpPr/>
            <p:nvPr/>
          </p:nvSpPr>
          <p:spPr>
            <a:xfrm>
              <a:off x="4797208" y="2239841"/>
              <a:ext cx="20572" cy="18753"/>
            </a:xfrm>
            <a:custGeom>
              <a:avLst/>
              <a:gdLst/>
              <a:ahLst/>
              <a:cxnLst/>
              <a:rect l="l" t="t" r="r" b="b"/>
              <a:pathLst>
                <a:path w="543" h="495" extrusionOk="0">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4"/>
            <p:cNvSpPr/>
            <p:nvPr/>
          </p:nvSpPr>
          <p:spPr>
            <a:xfrm>
              <a:off x="4832668" y="2239841"/>
              <a:ext cx="21253" cy="18753"/>
            </a:xfrm>
            <a:custGeom>
              <a:avLst/>
              <a:gdLst/>
              <a:ahLst/>
              <a:cxnLst/>
              <a:rect l="l" t="t" r="r" b="b"/>
              <a:pathLst>
                <a:path w="561" h="495" extrusionOk="0">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4869682" y="2239879"/>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4749246" y="2213170"/>
              <a:ext cx="476669" cy="422077"/>
            </a:xfrm>
            <a:custGeom>
              <a:avLst/>
              <a:gdLst/>
              <a:ahLst/>
              <a:cxnLst/>
              <a:rect l="l" t="t" r="r" b="b"/>
              <a:pathLst>
                <a:path w="12582" h="11141" extrusionOk="0">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4791866" y="2317392"/>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4835586" y="2317392"/>
              <a:ext cx="57509" cy="13676"/>
            </a:xfrm>
            <a:custGeom>
              <a:avLst/>
              <a:gdLst/>
              <a:ahLst/>
              <a:cxnLst/>
              <a:rect l="l" t="t" r="r" b="b"/>
              <a:pathLst>
                <a:path w="1518" h="361" extrusionOk="0">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4791866" y="2350920"/>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4835586" y="2350920"/>
              <a:ext cx="57509" cy="13676"/>
            </a:xfrm>
            <a:custGeom>
              <a:avLst/>
              <a:gdLst/>
              <a:ahLst/>
              <a:cxnLst/>
              <a:rect l="l" t="t" r="r" b="b"/>
              <a:pathLst>
                <a:path w="1518" h="361" extrusionOk="0">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4791791" y="2384448"/>
              <a:ext cx="26179" cy="13676"/>
            </a:xfrm>
            <a:custGeom>
              <a:avLst/>
              <a:gdLst/>
              <a:ahLst/>
              <a:cxnLst/>
              <a:rect l="l" t="t" r="r" b="b"/>
              <a:pathLst>
                <a:path w="691" h="361" extrusionOk="0">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4858241" y="2384411"/>
              <a:ext cx="113996" cy="13676"/>
            </a:xfrm>
            <a:custGeom>
              <a:avLst/>
              <a:gdLst/>
              <a:ahLst/>
              <a:cxnLst/>
              <a:rect l="l" t="t" r="r" b="b"/>
              <a:pathLst>
                <a:path w="3009" h="361" extrusionOk="0">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4791866" y="2417939"/>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4854073" y="2417939"/>
              <a:ext cx="59290" cy="13676"/>
            </a:xfrm>
            <a:custGeom>
              <a:avLst/>
              <a:gdLst/>
              <a:ahLst/>
              <a:cxnLst/>
              <a:rect l="l" t="t" r="r" b="b"/>
              <a:pathLst>
                <a:path w="1565" h="361" extrusionOk="0">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4791866" y="2451467"/>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4835245" y="2451467"/>
              <a:ext cx="27505" cy="13676"/>
            </a:xfrm>
            <a:custGeom>
              <a:avLst/>
              <a:gdLst/>
              <a:ahLst/>
              <a:cxnLst/>
              <a:rect l="l" t="t" r="r" b="b"/>
              <a:pathLst>
                <a:path w="726" h="361" extrusionOk="0">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4879797" y="2451467"/>
              <a:ext cx="60768" cy="13676"/>
            </a:xfrm>
            <a:custGeom>
              <a:avLst/>
              <a:gdLst/>
              <a:ahLst/>
              <a:cxnLst/>
              <a:rect l="l" t="t" r="r" b="b"/>
              <a:pathLst>
                <a:path w="1604" h="361" extrusionOk="0">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4791791" y="2482533"/>
              <a:ext cx="26179" cy="13639"/>
            </a:xfrm>
            <a:custGeom>
              <a:avLst/>
              <a:gdLst/>
              <a:ahLst/>
              <a:cxnLst/>
              <a:rect l="l" t="t" r="r" b="b"/>
              <a:pathLst>
                <a:path w="691" h="360" extrusionOk="0">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4"/>
            <p:cNvSpPr/>
            <p:nvPr/>
          </p:nvSpPr>
          <p:spPr>
            <a:xfrm>
              <a:off x="4857407" y="2482533"/>
              <a:ext cx="35915" cy="13639"/>
            </a:xfrm>
            <a:custGeom>
              <a:avLst/>
              <a:gdLst/>
              <a:ahLst/>
              <a:cxnLst/>
              <a:rect l="l" t="t" r="r" b="b"/>
              <a:pathLst>
                <a:path w="948" h="360" extrusionOk="0">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4"/>
            <p:cNvSpPr/>
            <p:nvPr/>
          </p:nvSpPr>
          <p:spPr>
            <a:xfrm>
              <a:off x="4791866" y="2515985"/>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836192" y="2516023"/>
              <a:ext cx="110889" cy="13676"/>
            </a:xfrm>
            <a:custGeom>
              <a:avLst/>
              <a:gdLst/>
              <a:ahLst/>
              <a:cxnLst/>
              <a:rect l="l" t="t" r="r" b="b"/>
              <a:pathLst>
                <a:path w="2927" h="361" extrusionOk="0">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4791866" y="2549513"/>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4858317" y="2549513"/>
              <a:ext cx="113920" cy="13676"/>
            </a:xfrm>
            <a:custGeom>
              <a:avLst/>
              <a:gdLst/>
              <a:ahLst/>
              <a:cxnLst/>
              <a:rect l="l" t="t" r="r" b="b"/>
              <a:pathLst>
                <a:path w="3007" h="361" extrusionOk="0">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4791866" y="2583042"/>
              <a:ext cx="26103" cy="13676"/>
            </a:xfrm>
            <a:custGeom>
              <a:avLst/>
              <a:gdLst/>
              <a:ahLst/>
              <a:cxnLst/>
              <a:rect l="l" t="t" r="r" b="b"/>
              <a:pathLst>
                <a:path w="689" h="361" extrusionOk="0">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4854073" y="2583042"/>
              <a:ext cx="59555" cy="13676"/>
            </a:xfrm>
            <a:custGeom>
              <a:avLst/>
              <a:gdLst/>
              <a:ahLst/>
              <a:cxnLst/>
              <a:rect l="l" t="t" r="r" b="b"/>
              <a:pathLst>
                <a:path w="1572" h="361" extrusionOk="0">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4957424" y="2376190"/>
              <a:ext cx="226173" cy="218407"/>
            </a:xfrm>
            <a:custGeom>
              <a:avLst/>
              <a:gdLst/>
              <a:ahLst/>
              <a:cxnLst/>
              <a:rect l="l" t="t" r="r" b="b"/>
              <a:pathLst>
                <a:path w="5970" h="5765" extrusionOk="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5100174" y="2478858"/>
              <a:ext cx="18677" cy="18715"/>
            </a:xfrm>
            <a:custGeom>
              <a:avLst/>
              <a:gdLst/>
              <a:ahLst/>
              <a:cxnLst/>
              <a:rect l="l" t="t" r="r" b="b"/>
              <a:pathLst>
                <a:path w="493" h="494" extrusionOk="0">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5086346" y="2528411"/>
              <a:ext cx="21291" cy="18677"/>
            </a:xfrm>
            <a:custGeom>
              <a:avLst/>
              <a:gdLst/>
              <a:ahLst/>
              <a:cxnLst/>
              <a:rect l="l" t="t" r="r" b="b"/>
              <a:pathLst>
                <a:path w="562" h="493" extrusionOk="0">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5020464" y="2478896"/>
              <a:ext cx="21253" cy="18715"/>
            </a:xfrm>
            <a:custGeom>
              <a:avLst/>
              <a:gdLst/>
              <a:ahLst/>
              <a:cxnLst/>
              <a:rect l="l" t="t" r="r" b="b"/>
              <a:pathLst>
                <a:path w="561" h="494" extrusionOk="0">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5034292" y="2528374"/>
              <a:ext cx="18639" cy="18639"/>
            </a:xfrm>
            <a:custGeom>
              <a:avLst/>
              <a:gdLst/>
              <a:ahLst/>
              <a:cxnLst/>
              <a:rect l="l" t="t" r="r" b="b"/>
              <a:pathLst>
                <a:path w="492" h="492" extrusionOk="0">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 name="Google Shape;2740;p64"/>
          <p:cNvGrpSpPr/>
          <p:nvPr/>
        </p:nvGrpSpPr>
        <p:grpSpPr>
          <a:xfrm>
            <a:off x="3872796" y="3442451"/>
            <a:ext cx="499188" cy="355517"/>
            <a:chOff x="3902933" y="2254086"/>
            <a:chExt cx="477692" cy="340207"/>
          </a:xfrm>
        </p:grpSpPr>
        <p:sp>
          <p:nvSpPr>
            <p:cNvPr id="2741" name="Google Shape;2741;p64"/>
            <p:cNvSpPr/>
            <p:nvPr/>
          </p:nvSpPr>
          <p:spPr>
            <a:xfrm>
              <a:off x="3902933" y="2254086"/>
              <a:ext cx="477692" cy="340207"/>
            </a:xfrm>
            <a:custGeom>
              <a:avLst/>
              <a:gdLst/>
              <a:ahLst/>
              <a:cxnLst/>
              <a:rect l="l" t="t" r="r" b="b"/>
              <a:pathLst>
                <a:path w="12609" h="8980" extrusionOk="0">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3992644" y="2322431"/>
              <a:ext cx="25610" cy="13639"/>
            </a:xfrm>
            <a:custGeom>
              <a:avLst/>
              <a:gdLst/>
              <a:ahLst/>
              <a:cxnLst/>
              <a:rect l="l" t="t" r="r" b="b"/>
              <a:pathLst>
                <a:path w="676" h="360" extrusionOk="0">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3992947" y="2350920"/>
              <a:ext cx="25307" cy="13676"/>
            </a:xfrm>
            <a:custGeom>
              <a:avLst/>
              <a:gdLst/>
              <a:ahLst/>
              <a:cxnLst/>
              <a:rect l="l" t="t" r="r" b="b"/>
              <a:pathLst>
                <a:path w="668" h="361" extrusionOk="0">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3992644" y="2380774"/>
              <a:ext cx="25610" cy="13639"/>
            </a:xfrm>
            <a:custGeom>
              <a:avLst/>
              <a:gdLst/>
              <a:ahLst/>
              <a:cxnLst/>
              <a:rect l="l" t="t" r="r" b="b"/>
              <a:pathLst>
                <a:path w="676" h="360" extrusionOk="0">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3992985" y="2409263"/>
              <a:ext cx="25269" cy="13676"/>
            </a:xfrm>
            <a:custGeom>
              <a:avLst/>
              <a:gdLst/>
              <a:ahLst/>
              <a:cxnLst/>
              <a:rect l="l" t="t" r="r" b="b"/>
              <a:pathLst>
                <a:path w="667" h="361" extrusionOk="0">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3992644" y="2439079"/>
              <a:ext cx="25610" cy="13639"/>
            </a:xfrm>
            <a:custGeom>
              <a:avLst/>
              <a:gdLst/>
              <a:ahLst/>
              <a:cxnLst/>
              <a:rect l="l" t="t" r="r" b="b"/>
              <a:pathLst>
                <a:path w="676" h="360" extrusionOk="0">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3992985" y="2467644"/>
              <a:ext cx="25269" cy="13676"/>
            </a:xfrm>
            <a:custGeom>
              <a:avLst/>
              <a:gdLst/>
              <a:ahLst/>
              <a:cxnLst/>
              <a:rect l="l" t="t" r="r" b="b"/>
              <a:pathLst>
                <a:path w="667" h="361" extrusionOk="0">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4069778" y="2322431"/>
              <a:ext cx="35839" cy="13639"/>
            </a:xfrm>
            <a:custGeom>
              <a:avLst/>
              <a:gdLst/>
              <a:ahLst/>
              <a:cxnLst/>
              <a:rect l="l" t="t" r="r" b="b"/>
              <a:pathLst>
                <a:path w="946" h="360" extrusionOk="0">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4069399" y="2467568"/>
              <a:ext cx="180370" cy="13676"/>
            </a:xfrm>
            <a:custGeom>
              <a:avLst/>
              <a:gdLst/>
              <a:ahLst/>
              <a:cxnLst/>
              <a:rect l="l" t="t" r="r" b="b"/>
              <a:pathLst>
                <a:path w="4761" h="361" extrusionOk="0">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4069778" y="2380774"/>
              <a:ext cx="35839" cy="13639"/>
            </a:xfrm>
            <a:custGeom>
              <a:avLst/>
              <a:gdLst/>
              <a:ahLst/>
              <a:cxnLst/>
              <a:rect l="l" t="t" r="r" b="b"/>
              <a:pathLst>
                <a:path w="946" h="360" extrusionOk="0">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4069778" y="2409263"/>
              <a:ext cx="35839" cy="13676"/>
            </a:xfrm>
            <a:custGeom>
              <a:avLst/>
              <a:gdLst/>
              <a:ahLst/>
              <a:cxnLst/>
              <a:rect l="l" t="t" r="r" b="b"/>
              <a:pathLst>
                <a:path w="946" h="361" extrusionOk="0">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4167597" y="2439079"/>
              <a:ext cx="35877" cy="13639"/>
            </a:xfrm>
            <a:custGeom>
              <a:avLst/>
              <a:gdLst/>
              <a:ahLst/>
              <a:cxnLst/>
              <a:rect l="l" t="t" r="r" b="b"/>
              <a:pathLst>
                <a:path w="947" h="360" extrusionOk="0">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4070309" y="2439079"/>
              <a:ext cx="78270" cy="13639"/>
            </a:xfrm>
            <a:custGeom>
              <a:avLst/>
              <a:gdLst/>
              <a:ahLst/>
              <a:cxnLst/>
              <a:rect l="l" t="t" r="r" b="b"/>
              <a:pathLst>
                <a:path w="2066" h="360" extrusionOk="0">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4124333" y="2380774"/>
              <a:ext cx="35839" cy="13639"/>
            </a:xfrm>
            <a:custGeom>
              <a:avLst/>
              <a:gdLst/>
              <a:ahLst/>
              <a:cxnLst/>
              <a:rect l="l" t="t" r="r" b="b"/>
              <a:pathLst>
                <a:path w="946" h="360" extrusionOk="0">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4"/>
            <p:cNvSpPr/>
            <p:nvPr/>
          </p:nvSpPr>
          <p:spPr>
            <a:xfrm>
              <a:off x="4173697" y="2380660"/>
              <a:ext cx="75240" cy="13714"/>
            </a:xfrm>
            <a:custGeom>
              <a:avLst/>
              <a:gdLst/>
              <a:ahLst/>
              <a:cxnLst/>
              <a:rect l="l" t="t" r="r" b="b"/>
              <a:pathLst>
                <a:path w="1986" h="362" extrusionOk="0">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4"/>
            <p:cNvSpPr/>
            <p:nvPr/>
          </p:nvSpPr>
          <p:spPr>
            <a:xfrm>
              <a:off x="4125734" y="2322355"/>
              <a:ext cx="163133" cy="13676"/>
            </a:xfrm>
            <a:custGeom>
              <a:avLst/>
              <a:gdLst/>
              <a:ahLst/>
              <a:cxnLst/>
              <a:rect l="l" t="t" r="r" b="b"/>
              <a:pathLst>
                <a:path w="4306" h="361" extrusionOk="0">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4069399" y="2350920"/>
              <a:ext cx="180370" cy="13676"/>
            </a:xfrm>
            <a:custGeom>
              <a:avLst/>
              <a:gdLst/>
              <a:ahLst/>
              <a:cxnLst/>
              <a:rect l="l" t="t" r="r" b="b"/>
              <a:pathLst>
                <a:path w="4761" h="361" extrusionOk="0">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3957335" y="2286364"/>
              <a:ext cx="368735" cy="229621"/>
            </a:xfrm>
            <a:custGeom>
              <a:avLst/>
              <a:gdLst/>
              <a:ahLst/>
              <a:cxnLst/>
              <a:rect l="l" t="t" r="r" b="b"/>
              <a:pathLst>
                <a:path w="9733" h="6061" extrusionOk="0">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64"/>
          <p:cNvGrpSpPr/>
          <p:nvPr/>
        </p:nvGrpSpPr>
        <p:grpSpPr>
          <a:xfrm>
            <a:off x="3095054" y="3413234"/>
            <a:ext cx="498198" cy="413832"/>
            <a:chOff x="3158720" y="2226127"/>
            <a:chExt cx="476745" cy="396012"/>
          </a:xfrm>
        </p:grpSpPr>
        <p:sp>
          <p:nvSpPr>
            <p:cNvPr id="2760" name="Google Shape;2760;p64"/>
            <p:cNvSpPr/>
            <p:nvPr/>
          </p:nvSpPr>
          <p:spPr>
            <a:xfrm>
              <a:off x="3158720" y="2226127"/>
              <a:ext cx="476745" cy="396012"/>
            </a:xfrm>
            <a:custGeom>
              <a:avLst/>
              <a:gdLst/>
              <a:ahLst/>
              <a:cxnLst/>
              <a:rect l="l" t="t" r="r" b="b"/>
              <a:pathLst>
                <a:path w="12584" h="10453" extrusionOk="0">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3247598" y="2311823"/>
              <a:ext cx="311112" cy="147789"/>
            </a:xfrm>
            <a:custGeom>
              <a:avLst/>
              <a:gdLst/>
              <a:ahLst/>
              <a:cxnLst/>
              <a:rect l="l" t="t" r="r" b="b"/>
              <a:pathLst>
                <a:path w="8212" h="3901" extrusionOk="0">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3368527" y="2354065"/>
              <a:ext cx="57661" cy="71489"/>
            </a:xfrm>
            <a:custGeom>
              <a:avLst/>
              <a:gdLst/>
              <a:ahLst/>
              <a:cxnLst/>
              <a:rect l="l" t="t" r="r" b="b"/>
              <a:pathLst>
                <a:path w="1522" h="1887" extrusionOk="0">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64"/>
          <p:cNvGrpSpPr/>
          <p:nvPr/>
        </p:nvGrpSpPr>
        <p:grpSpPr>
          <a:xfrm>
            <a:off x="2292093" y="3371111"/>
            <a:ext cx="384061" cy="498159"/>
            <a:chOff x="2390298" y="2185817"/>
            <a:chExt cx="367522" cy="476707"/>
          </a:xfrm>
        </p:grpSpPr>
        <p:sp>
          <p:nvSpPr>
            <p:cNvPr id="2764" name="Google Shape;2764;p64"/>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 name="Google Shape;2768;p64"/>
          <p:cNvSpPr/>
          <p:nvPr/>
        </p:nvSpPr>
        <p:spPr>
          <a:xfrm>
            <a:off x="1422589" y="3403504"/>
            <a:ext cx="498161" cy="433352"/>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9" name="Google Shape;2769;p64"/>
          <p:cNvGrpSpPr/>
          <p:nvPr/>
        </p:nvGrpSpPr>
        <p:grpSpPr>
          <a:xfrm>
            <a:off x="8104156" y="2659365"/>
            <a:ext cx="499149" cy="355517"/>
            <a:chOff x="7952081" y="1504721"/>
            <a:chExt cx="477654" cy="340207"/>
          </a:xfrm>
        </p:grpSpPr>
        <p:sp>
          <p:nvSpPr>
            <p:cNvPr id="2770" name="Google Shape;2770;p64"/>
            <p:cNvSpPr/>
            <p:nvPr/>
          </p:nvSpPr>
          <p:spPr>
            <a:xfrm>
              <a:off x="7952081" y="1504721"/>
              <a:ext cx="477654" cy="340207"/>
            </a:xfrm>
            <a:custGeom>
              <a:avLst/>
              <a:gdLst/>
              <a:ahLst/>
              <a:cxnLst/>
              <a:rect l="l" t="t" r="r" b="b"/>
              <a:pathLst>
                <a:path w="12608" h="8980" extrusionOk="0">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8006484" y="1536999"/>
              <a:ext cx="368697" cy="229659"/>
            </a:xfrm>
            <a:custGeom>
              <a:avLst/>
              <a:gdLst/>
              <a:ahLst/>
              <a:cxnLst/>
              <a:rect l="l" t="t" r="r" b="b"/>
              <a:pathLst>
                <a:path w="9732" h="6062" extrusionOk="0">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8044331" y="1568027"/>
              <a:ext cx="25307" cy="13676"/>
            </a:xfrm>
            <a:custGeom>
              <a:avLst/>
              <a:gdLst/>
              <a:ahLst/>
              <a:cxnLst/>
              <a:rect l="l" t="t" r="r" b="b"/>
              <a:pathLst>
                <a:path w="668" h="361" extrusionOk="0">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8084982" y="1568027"/>
              <a:ext cx="54403" cy="13676"/>
            </a:xfrm>
            <a:custGeom>
              <a:avLst/>
              <a:gdLst/>
              <a:ahLst/>
              <a:cxnLst/>
              <a:rect l="l" t="t" r="r" b="b"/>
              <a:pathLst>
                <a:path w="1436" h="361" extrusionOk="0">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4"/>
            <p:cNvSpPr/>
            <p:nvPr/>
          </p:nvSpPr>
          <p:spPr>
            <a:xfrm>
              <a:off x="8044369" y="1599092"/>
              <a:ext cx="25269" cy="13639"/>
            </a:xfrm>
            <a:custGeom>
              <a:avLst/>
              <a:gdLst/>
              <a:ahLst/>
              <a:cxnLst/>
              <a:rect l="l" t="t" r="r" b="b"/>
              <a:pathLst>
                <a:path w="667" h="360" extrusionOk="0">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4"/>
            <p:cNvSpPr/>
            <p:nvPr/>
          </p:nvSpPr>
          <p:spPr>
            <a:xfrm>
              <a:off x="8084717" y="1599092"/>
              <a:ext cx="34362" cy="13639"/>
            </a:xfrm>
            <a:custGeom>
              <a:avLst/>
              <a:gdLst/>
              <a:ahLst/>
              <a:cxnLst/>
              <a:rect l="l" t="t" r="r" b="b"/>
              <a:pathLst>
                <a:path w="907" h="360" extrusionOk="0">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8044331" y="1630082"/>
              <a:ext cx="25307" cy="13676"/>
            </a:xfrm>
            <a:custGeom>
              <a:avLst/>
              <a:gdLst/>
              <a:ahLst/>
              <a:cxnLst/>
              <a:rect l="l" t="t" r="r" b="b"/>
              <a:pathLst>
                <a:path w="668" h="361" extrusionOk="0">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8044369" y="1659860"/>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8044331" y="1692176"/>
              <a:ext cx="25307" cy="13676"/>
            </a:xfrm>
            <a:custGeom>
              <a:avLst/>
              <a:gdLst/>
              <a:ahLst/>
              <a:cxnLst/>
              <a:rect l="l" t="t" r="r" b="b"/>
              <a:pathLst>
                <a:path w="668" h="361" extrusionOk="0">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8044331" y="1721916"/>
              <a:ext cx="25307" cy="13714"/>
            </a:xfrm>
            <a:custGeom>
              <a:avLst/>
              <a:gdLst/>
              <a:ahLst/>
              <a:cxnLst/>
              <a:rect l="l" t="t" r="r" b="b"/>
              <a:pathLst>
                <a:path w="668" h="362" extrusionOk="0">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8125064" y="1586174"/>
              <a:ext cx="132370" cy="132370"/>
            </a:xfrm>
            <a:custGeom>
              <a:avLst/>
              <a:gdLst/>
              <a:ahLst/>
              <a:cxnLst/>
              <a:rect l="l" t="t" r="r" b="b"/>
              <a:pathLst>
                <a:path w="3494" h="3494" extrusionOk="0">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8165412" y="1626635"/>
              <a:ext cx="51599" cy="51448"/>
            </a:xfrm>
            <a:custGeom>
              <a:avLst/>
              <a:gdLst/>
              <a:ahLst/>
              <a:cxnLst/>
              <a:rect l="l" t="t" r="r" b="b"/>
              <a:pathLst>
                <a:path w="1362" h="1358" extrusionOk="0">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 name="Google Shape;2782;p64"/>
          <p:cNvGrpSpPr/>
          <p:nvPr/>
        </p:nvGrpSpPr>
        <p:grpSpPr>
          <a:xfrm>
            <a:off x="7304442" y="2588024"/>
            <a:ext cx="448830" cy="498080"/>
            <a:chOff x="7186804" y="1436452"/>
            <a:chExt cx="429502" cy="476631"/>
          </a:xfrm>
        </p:grpSpPr>
        <p:sp>
          <p:nvSpPr>
            <p:cNvPr id="2783" name="Google Shape;2783;p64"/>
            <p:cNvSpPr/>
            <p:nvPr/>
          </p:nvSpPr>
          <p:spPr>
            <a:xfrm>
              <a:off x="7186804" y="1436452"/>
              <a:ext cx="340056" cy="476631"/>
            </a:xfrm>
            <a:custGeom>
              <a:avLst/>
              <a:gdLst/>
              <a:ahLst/>
              <a:cxnLst/>
              <a:rect l="l" t="t" r="r" b="b"/>
              <a:pathLst>
                <a:path w="8976" h="12581" extrusionOk="0">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7306407" y="1594129"/>
              <a:ext cx="32581" cy="13639"/>
            </a:xfrm>
            <a:custGeom>
              <a:avLst/>
              <a:gdLst/>
              <a:ahLst/>
              <a:cxnLst/>
              <a:rect l="l" t="t" r="r" b="b"/>
              <a:pathLst>
                <a:path w="860" h="360" extrusionOk="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7307430" y="1621369"/>
              <a:ext cx="132522" cy="13714"/>
            </a:xfrm>
            <a:custGeom>
              <a:avLst/>
              <a:gdLst/>
              <a:ahLst/>
              <a:cxnLst/>
              <a:rect l="l" t="t" r="r" b="b"/>
              <a:pathLst>
                <a:path w="3498" h="362" extrusionOk="0">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7356567" y="1594129"/>
              <a:ext cx="119186" cy="13639"/>
            </a:xfrm>
            <a:custGeom>
              <a:avLst/>
              <a:gdLst/>
              <a:ahLst/>
              <a:cxnLst/>
              <a:rect l="l" t="t" r="r" b="b"/>
              <a:pathLst>
                <a:path w="3146" h="360" extrusionOk="0">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7235941" y="1582764"/>
              <a:ext cx="59290" cy="52281"/>
            </a:xfrm>
            <a:custGeom>
              <a:avLst/>
              <a:gdLst/>
              <a:ahLst/>
              <a:cxnLst/>
              <a:rect l="l" t="t" r="r" b="b"/>
              <a:pathLst>
                <a:path w="1565" h="1380" extrusionOk="0">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7306407" y="1667323"/>
              <a:ext cx="32581" cy="13639"/>
            </a:xfrm>
            <a:custGeom>
              <a:avLst/>
              <a:gdLst/>
              <a:ahLst/>
              <a:cxnLst/>
              <a:rect l="l" t="t" r="r" b="b"/>
              <a:pathLst>
                <a:path w="860" h="360" extrusionOk="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7307430" y="1694638"/>
              <a:ext cx="132484" cy="13676"/>
            </a:xfrm>
            <a:custGeom>
              <a:avLst/>
              <a:gdLst/>
              <a:ahLst/>
              <a:cxnLst/>
              <a:rect l="l" t="t" r="r" b="b"/>
              <a:pathLst>
                <a:path w="3497" h="361" extrusionOk="0">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7356529" y="1667323"/>
              <a:ext cx="119224" cy="13639"/>
            </a:xfrm>
            <a:custGeom>
              <a:avLst/>
              <a:gdLst/>
              <a:ahLst/>
              <a:cxnLst/>
              <a:rect l="l" t="t" r="r" b="b"/>
              <a:pathLst>
                <a:path w="3147" h="360" extrusionOk="0">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7235941" y="1656602"/>
              <a:ext cx="59290" cy="52281"/>
            </a:xfrm>
            <a:custGeom>
              <a:avLst/>
              <a:gdLst/>
              <a:ahLst/>
              <a:cxnLst/>
              <a:rect l="l" t="t" r="r" b="b"/>
              <a:pathLst>
                <a:path w="1565" h="1380" extrusionOk="0">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7306407" y="1740593"/>
              <a:ext cx="32581" cy="13676"/>
            </a:xfrm>
            <a:custGeom>
              <a:avLst/>
              <a:gdLst/>
              <a:ahLst/>
              <a:cxnLst/>
              <a:rect l="l" t="t" r="r" b="b"/>
              <a:pathLst>
                <a:path w="860" h="361" extrusionOk="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7307430" y="1769158"/>
              <a:ext cx="132484" cy="13676"/>
            </a:xfrm>
            <a:custGeom>
              <a:avLst/>
              <a:gdLst/>
              <a:ahLst/>
              <a:cxnLst/>
              <a:rect l="l" t="t" r="r" b="b"/>
              <a:pathLst>
                <a:path w="3497" h="361" extrusionOk="0">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7356567" y="1740593"/>
              <a:ext cx="119186" cy="13676"/>
            </a:xfrm>
            <a:custGeom>
              <a:avLst/>
              <a:gdLst/>
              <a:ahLst/>
              <a:cxnLst/>
              <a:rect l="l" t="t" r="r" b="b"/>
              <a:pathLst>
                <a:path w="3146" h="361" extrusionOk="0">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7235941" y="1730402"/>
              <a:ext cx="59290" cy="52281"/>
            </a:xfrm>
            <a:custGeom>
              <a:avLst/>
              <a:gdLst/>
              <a:ahLst/>
              <a:cxnLst/>
              <a:rect l="l" t="t" r="r" b="b"/>
              <a:pathLst>
                <a:path w="1565" h="1380" extrusionOk="0">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7306407" y="1815037"/>
              <a:ext cx="32581" cy="13714"/>
            </a:xfrm>
            <a:custGeom>
              <a:avLst/>
              <a:gdLst/>
              <a:ahLst/>
              <a:cxnLst/>
              <a:rect l="l" t="t" r="r" b="b"/>
              <a:pathLst>
                <a:path w="860" h="362" extrusionOk="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7307430" y="1842352"/>
              <a:ext cx="132484" cy="13676"/>
            </a:xfrm>
            <a:custGeom>
              <a:avLst/>
              <a:gdLst/>
              <a:ahLst/>
              <a:cxnLst/>
              <a:rect l="l" t="t" r="r" b="b"/>
              <a:pathLst>
                <a:path w="3497" h="361" extrusionOk="0">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7356529" y="1814999"/>
              <a:ext cx="119224" cy="13714"/>
            </a:xfrm>
            <a:custGeom>
              <a:avLst/>
              <a:gdLst/>
              <a:ahLst/>
              <a:cxnLst/>
              <a:rect l="l" t="t" r="r" b="b"/>
              <a:pathLst>
                <a:path w="3147" h="362" extrusionOk="0">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7236055" y="1813711"/>
              <a:ext cx="43227" cy="42810"/>
            </a:xfrm>
            <a:custGeom>
              <a:avLst/>
              <a:gdLst/>
              <a:ahLst/>
              <a:cxnLst/>
              <a:rect l="l" t="t" r="r" b="b"/>
              <a:pathLst>
                <a:path w="1141" h="1130" extrusionOk="0">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7549212" y="1528664"/>
              <a:ext cx="67094" cy="383737"/>
            </a:xfrm>
            <a:custGeom>
              <a:avLst/>
              <a:gdLst/>
              <a:ahLst/>
              <a:cxnLst/>
              <a:rect l="l" t="t" r="r" b="b"/>
              <a:pathLst>
                <a:path w="1771" h="10129" extrusionOk="0">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64"/>
          <p:cNvGrpSpPr/>
          <p:nvPr/>
        </p:nvGrpSpPr>
        <p:grpSpPr>
          <a:xfrm>
            <a:off x="6444986" y="2618825"/>
            <a:ext cx="499030" cy="436557"/>
            <a:chOff x="6364359" y="1465927"/>
            <a:chExt cx="477540" cy="417758"/>
          </a:xfrm>
        </p:grpSpPr>
        <p:sp>
          <p:nvSpPr>
            <p:cNvPr id="2802" name="Google Shape;2802;p64"/>
            <p:cNvSpPr/>
            <p:nvPr/>
          </p:nvSpPr>
          <p:spPr>
            <a:xfrm>
              <a:off x="6457139" y="1528664"/>
              <a:ext cx="291980" cy="291942"/>
            </a:xfrm>
            <a:custGeom>
              <a:avLst/>
              <a:gdLst/>
              <a:ahLst/>
              <a:cxnLst/>
              <a:rect l="l" t="t" r="r" b="b"/>
              <a:pathLst>
                <a:path w="7707" h="7706" extrusionOk="0">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6714795" y="1465965"/>
              <a:ext cx="126422" cy="85772"/>
            </a:xfrm>
            <a:custGeom>
              <a:avLst/>
              <a:gdLst/>
              <a:ahLst/>
              <a:cxnLst/>
              <a:rect l="l" t="t" r="r" b="b"/>
              <a:pathLst>
                <a:path w="3337" h="2264" extrusionOk="0">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6767417" y="1652131"/>
              <a:ext cx="74482" cy="44060"/>
            </a:xfrm>
            <a:custGeom>
              <a:avLst/>
              <a:gdLst/>
              <a:ahLst/>
              <a:cxnLst/>
              <a:rect l="l" t="t" r="r" b="b"/>
              <a:pathLst>
                <a:path w="1966" h="1163" extrusionOk="0">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6714795" y="1797837"/>
              <a:ext cx="126422" cy="85847"/>
            </a:xfrm>
            <a:custGeom>
              <a:avLst/>
              <a:gdLst/>
              <a:ahLst/>
              <a:cxnLst/>
              <a:rect l="l" t="t" r="r" b="b"/>
              <a:pathLst>
                <a:path w="3337" h="2266" extrusionOk="0">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6365003" y="1797875"/>
              <a:ext cx="126422" cy="85734"/>
            </a:xfrm>
            <a:custGeom>
              <a:avLst/>
              <a:gdLst/>
              <a:ahLst/>
              <a:cxnLst/>
              <a:rect l="l" t="t" r="r" b="b"/>
              <a:pathLst>
                <a:path w="3337" h="2263" extrusionOk="0">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6365003" y="1465927"/>
              <a:ext cx="126422" cy="85810"/>
            </a:xfrm>
            <a:custGeom>
              <a:avLst/>
              <a:gdLst/>
              <a:ahLst/>
              <a:cxnLst/>
              <a:rect l="l" t="t" r="r" b="b"/>
              <a:pathLst>
                <a:path w="3337" h="2265" extrusionOk="0">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6364359" y="1652169"/>
              <a:ext cx="74444" cy="44060"/>
            </a:xfrm>
            <a:custGeom>
              <a:avLst/>
              <a:gdLst/>
              <a:ahLst/>
              <a:cxnLst/>
              <a:rect l="l" t="t" r="r" b="b"/>
              <a:pathLst>
                <a:path w="1965" h="1163" extrusionOk="0">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6496312" y="1568027"/>
              <a:ext cx="213520" cy="213520"/>
            </a:xfrm>
            <a:custGeom>
              <a:avLst/>
              <a:gdLst/>
              <a:ahLst/>
              <a:cxnLst/>
              <a:rect l="l" t="t" r="r" b="b"/>
              <a:pathLst>
                <a:path w="5636" h="5636" extrusionOk="0">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6549541" y="1621748"/>
              <a:ext cx="106798" cy="105775"/>
            </a:xfrm>
            <a:custGeom>
              <a:avLst/>
              <a:gdLst/>
              <a:ahLst/>
              <a:cxnLst/>
              <a:rect l="l" t="t" r="r" b="b"/>
              <a:pathLst>
                <a:path w="2819" h="2792" extrusionOk="0">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4"/>
          <p:cNvGrpSpPr/>
          <p:nvPr/>
        </p:nvGrpSpPr>
        <p:grpSpPr>
          <a:xfrm>
            <a:off x="5598200" y="2640560"/>
            <a:ext cx="498198" cy="393008"/>
            <a:chOff x="5554037" y="1486725"/>
            <a:chExt cx="476745" cy="376084"/>
          </a:xfrm>
        </p:grpSpPr>
        <p:sp>
          <p:nvSpPr>
            <p:cNvPr id="2812" name="Google Shape;2812;p64"/>
            <p:cNvSpPr/>
            <p:nvPr/>
          </p:nvSpPr>
          <p:spPr>
            <a:xfrm>
              <a:off x="5554037" y="1486725"/>
              <a:ext cx="476745" cy="376084"/>
            </a:xfrm>
            <a:custGeom>
              <a:avLst/>
              <a:gdLst/>
              <a:ahLst/>
              <a:cxnLst/>
              <a:rect l="l" t="t" r="r" b="b"/>
              <a:pathLst>
                <a:path w="12584" h="9927" extrusionOk="0">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4"/>
            <p:cNvSpPr/>
            <p:nvPr/>
          </p:nvSpPr>
          <p:spPr>
            <a:xfrm>
              <a:off x="5738044" y="1542947"/>
              <a:ext cx="170482" cy="107745"/>
            </a:xfrm>
            <a:custGeom>
              <a:avLst/>
              <a:gdLst/>
              <a:ahLst/>
              <a:cxnLst/>
              <a:rect l="l" t="t" r="r" b="b"/>
              <a:pathLst>
                <a:path w="4500" h="2844" extrusionOk="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4"/>
            <p:cNvSpPr/>
            <p:nvPr/>
          </p:nvSpPr>
          <p:spPr>
            <a:xfrm>
              <a:off x="5652613" y="1622392"/>
              <a:ext cx="169270" cy="107593"/>
            </a:xfrm>
            <a:custGeom>
              <a:avLst/>
              <a:gdLst/>
              <a:ahLst/>
              <a:cxnLst/>
              <a:rect l="l" t="t" r="r" b="b"/>
              <a:pathLst>
                <a:path w="4468" h="2840" extrusionOk="0">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64"/>
          <p:cNvGrpSpPr/>
          <p:nvPr/>
        </p:nvGrpSpPr>
        <p:grpSpPr>
          <a:xfrm>
            <a:off x="621897" y="3371111"/>
            <a:ext cx="333346" cy="498080"/>
            <a:chOff x="792044" y="2185817"/>
            <a:chExt cx="318992" cy="476631"/>
          </a:xfrm>
        </p:grpSpPr>
        <p:sp>
          <p:nvSpPr>
            <p:cNvPr id="2816" name="Google Shape;2816;p64"/>
            <p:cNvSpPr/>
            <p:nvPr/>
          </p:nvSpPr>
          <p:spPr>
            <a:xfrm>
              <a:off x="909146" y="2611607"/>
              <a:ext cx="29247" cy="13676"/>
            </a:xfrm>
            <a:custGeom>
              <a:avLst/>
              <a:gdLst/>
              <a:ahLst/>
              <a:cxnLst/>
              <a:rect l="l" t="t" r="r" b="b"/>
              <a:pathLst>
                <a:path w="772" h="361" extrusionOk="0">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792044" y="2185817"/>
              <a:ext cx="318992" cy="476631"/>
            </a:xfrm>
            <a:custGeom>
              <a:avLst/>
              <a:gdLst/>
              <a:ahLst/>
              <a:cxnLst/>
              <a:rect l="l" t="t" r="r" b="b"/>
              <a:pathLst>
                <a:path w="8420" h="12581" extrusionOk="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1021892" y="2235409"/>
              <a:ext cx="33149" cy="57509"/>
            </a:xfrm>
            <a:custGeom>
              <a:avLst/>
              <a:gdLst/>
              <a:ahLst/>
              <a:cxnLst/>
              <a:rect l="l" t="t" r="r" b="b"/>
              <a:pathLst>
                <a:path w="875" h="1518" extrusionOk="0">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1057731" y="2237530"/>
              <a:ext cx="26898" cy="53266"/>
            </a:xfrm>
            <a:custGeom>
              <a:avLst/>
              <a:gdLst/>
              <a:ahLst/>
              <a:cxnLst/>
              <a:rect l="l" t="t" r="r" b="b"/>
              <a:pathLst>
                <a:path w="710" h="1406" extrusionOk="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990713" y="2237417"/>
              <a:ext cx="26936" cy="53342"/>
            </a:xfrm>
            <a:custGeom>
              <a:avLst/>
              <a:gdLst/>
              <a:ahLst/>
              <a:cxnLst/>
              <a:rect l="l" t="t" r="r" b="b"/>
              <a:pathLst>
                <a:path w="711" h="1408" extrusionOk="0">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908843" y="2288827"/>
              <a:ext cx="35119" cy="13676"/>
            </a:xfrm>
            <a:custGeom>
              <a:avLst/>
              <a:gdLst/>
              <a:ahLst/>
              <a:cxnLst/>
              <a:rect l="l" t="t" r="r" b="b"/>
              <a:pathLst>
                <a:path w="927" h="361" extrusionOk="0">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845727" y="2288827"/>
              <a:ext cx="51751" cy="13676"/>
            </a:xfrm>
            <a:custGeom>
              <a:avLst/>
              <a:gdLst/>
              <a:ahLst/>
              <a:cxnLst/>
              <a:rect l="l" t="t" r="r" b="b"/>
              <a:pathLst>
                <a:path w="1366" h="361" extrusionOk="0">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4"/>
            <p:cNvSpPr/>
            <p:nvPr/>
          </p:nvSpPr>
          <p:spPr>
            <a:xfrm>
              <a:off x="863116" y="2257837"/>
              <a:ext cx="80354" cy="13676"/>
            </a:xfrm>
            <a:custGeom>
              <a:avLst/>
              <a:gdLst/>
              <a:ahLst/>
              <a:cxnLst/>
              <a:rect l="l" t="t" r="r" b="b"/>
              <a:pathLst>
                <a:path w="2121" h="361" extrusionOk="0">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4"/>
            <p:cNvSpPr/>
            <p:nvPr/>
          </p:nvSpPr>
          <p:spPr>
            <a:xfrm>
              <a:off x="908881" y="2225521"/>
              <a:ext cx="35082" cy="13714"/>
            </a:xfrm>
            <a:custGeom>
              <a:avLst/>
              <a:gdLst/>
              <a:ahLst/>
              <a:cxnLst/>
              <a:rect l="l" t="t" r="r" b="b"/>
              <a:pathLst>
                <a:path w="926" h="362" extrusionOk="0">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828224" y="2225521"/>
              <a:ext cx="69064" cy="13714"/>
            </a:xfrm>
            <a:custGeom>
              <a:avLst/>
              <a:gdLst/>
              <a:ahLst/>
              <a:cxnLst/>
              <a:rect l="l" t="t" r="r" b="b"/>
              <a:pathLst>
                <a:path w="1823" h="362" extrusionOk="0">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825496" y="2331031"/>
              <a:ext cx="196206" cy="91909"/>
            </a:xfrm>
            <a:custGeom>
              <a:avLst/>
              <a:gdLst/>
              <a:ahLst/>
              <a:cxnLst/>
              <a:rect l="l" t="t" r="r" b="b"/>
              <a:pathLst>
                <a:path w="5179" h="2426" extrusionOk="0">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825837" y="2450217"/>
              <a:ext cx="25269" cy="13714"/>
            </a:xfrm>
            <a:custGeom>
              <a:avLst/>
              <a:gdLst/>
              <a:ahLst/>
              <a:cxnLst/>
              <a:rect l="l" t="t" r="r" b="b"/>
              <a:pathLst>
                <a:path w="667" h="362" extrusionOk="0">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932749" y="2450217"/>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959192" y="2542088"/>
              <a:ext cx="25345" cy="13639"/>
            </a:xfrm>
            <a:custGeom>
              <a:avLst/>
              <a:gdLst/>
              <a:ahLst/>
              <a:cxnLst/>
              <a:rect l="l" t="t" r="r" b="b"/>
              <a:pathLst>
                <a:path w="669" h="360" extrusionOk="0">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866526" y="2450217"/>
              <a:ext cx="54403" cy="13714"/>
            </a:xfrm>
            <a:custGeom>
              <a:avLst/>
              <a:gdLst/>
              <a:ahLst/>
              <a:cxnLst/>
              <a:rect l="l" t="t" r="r" b="b"/>
              <a:pathLst>
                <a:path w="1436" h="362" extrusionOk="0">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825837" y="2481283"/>
              <a:ext cx="25269" cy="13676"/>
            </a:xfrm>
            <a:custGeom>
              <a:avLst/>
              <a:gdLst/>
              <a:ahLst/>
              <a:cxnLst/>
              <a:rect l="l" t="t" r="r" b="b"/>
              <a:pathLst>
                <a:path w="667" h="361" extrusionOk="0">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866526" y="2481207"/>
              <a:ext cx="54100" cy="13714"/>
            </a:xfrm>
            <a:custGeom>
              <a:avLst/>
              <a:gdLst/>
              <a:ahLst/>
              <a:cxnLst/>
              <a:rect l="l" t="t" r="r" b="b"/>
              <a:pathLst>
                <a:path w="1428" h="362" extrusionOk="0">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944872" y="2481283"/>
              <a:ext cx="76225" cy="13676"/>
            </a:xfrm>
            <a:custGeom>
              <a:avLst/>
              <a:gdLst/>
              <a:ahLst/>
              <a:cxnLst/>
              <a:rect l="l" t="t" r="r" b="b"/>
              <a:pathLst>
                <a:path w="2012" h="361" extrusionOk="0">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825837" y="2511022"/>
              <a:ext cx="25269" cy="13676"/>
            </a:xfrm>
            <a:custGeom>
              <a:avLst/>
              <a:gdLst/>
              <a:ahLst/>
              <a:cxnLst/>
              <a:rect l="l" t="t" r="r" b="b"/>
              <a:pathLst>
                <a:path w="667" h="361" extrusionOk="0">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887931" y="2511022"/>
              <a:ext cx="132560" cy="13676"/>
            </a:xfrm>
            <a:custGeom>
              <a:avLst/>
              <a:gdLst/>
              <a:ahLst/>
              <a:cxnLst/>
              <a:rect l="l" t="t" r="r" b="b"/>
              <a:pathLst>
                <a:path w="3499" h="361" extrusionOk="0">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825837" y="2542088"/>
              <a:ext cx="25269" cy="13639"/>
            </a:xfrm>
            <a:custGeom>
              <a:avLst/>
              <a:gdLst/>
              <a:ahLst/>
              <a:cxnLst/>
              <a:rect l="l" t="t" r="r" b="b"/>
              <a:pathLst>
                <a:path w="667" h="360" extrusionOk="0">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883725" y="2542088"/>
              <a:ext cx="56411" cy="13639"/>
            </a:xfrm>
            <a:custGeom>
              <a:avLst/>
              <a:gdLst/>
              <a:ahLst/>
              <a:cxnLst/>
              <a:rect l="l" t="t" r="r" b="b"/>
              <a:pathLst>
                <a:path w="1489" h="360" extrusionOk="0">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 name="Google Shape;2838;p64"/>
          <p:cNvGrpSpPr/>
          <p:nvPr/>
        </p:nvGrpSpPr>
        <p:grpSpPr>
          <a:xfrm>
            <a:off x="4757193" y="2616489"/>
            <a:ext cx="498119" cy="441070"/>
            <a:chOff x="4749246" y="1463691"/>
            <a:chExt cx="476669" cy="422077"/>
          </a:xfrm>
        </p:grpSpPr>
        <p:sp>
          <p:nvSpPr>
            <p:cNvPr id="2839" name="Google Shape;2839;p64"/>
            <p:cNvSpPr/>
            <p:nvPr/>
          </p:nvSpPr>
          <p:spPr>
            <a:xfrm>
              <a:off x="4884495" y="1752943"/>
              <a:ext cx="48910" cy="79142"/>
            </a:xfrm>
            <a:custGeom>
              <a:avLst/>
              <a:gdLst/>
              <a:ahLst/>
              <a:cxnLst/>
              <a:rect l="l" t="t" r="r" b="b"/>
              <a:pathLst>
                <a:path w="1291" h="2089" extrusionOk="0">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47839" y="1752943"/>
              <a:ext cx="48872" cy="79142"/>
            </a:xfrm>
            <a:custGeom>
              <a:avLst/>
              <a:gdLst/>
              <a:ahLst/>
              <a:cxnLst/>
              <a:rect l="l" t="t" r="r" b="b"/>
              <a:pathLst>
                <a:path w="1290" h="2089" extrusionOk="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5101690" y="1752943"/>
              <a:ext cx="49023" cy="79218"/>
            </a:xfrm>
            <a:custGeom>
              <a:avLst/>
              <a:gdLst/>
              <a:ahLst/>
              <a:cxnLst/>
              <a:rect l="l" t="t" r="r" b="b"/>
              <a:pathLst>
                <a:path w="1294" h="2091" extrusionOk="0">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4"/>
            <p:cNvSpPr/>
            <p:nvPr/>
          </p:nvSpPr>
          <p:spPr>
            <a:xfrm>
              <a:off x="5009819" y="1752678"/>
              <a:ext cx="79104" cy="79066"/>
            </a:xfrm>
            <a:custGeom>
              <a:avLst/>
              <a:gdLst/>
              <a:ahLst/>
              <a:cxnLst/>
              <a:rect l="l" t="t" r="r" b="b"/>
              <a:pathLst>
                <a:path w="2088" h="2087" extrusionOk="0">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4"/>
            <p:cNvSpPr/>
            <p:nvPr/>
          </p:nvSpPr>
          <p:spPr>
            <a:xfrm>
              <a:off x="4823652" y="1752943"/>
              <a:ext cx="40575" cy="78308"/>
            </a:xfrm>
            <a:custGeom>
              <a:avLst/>
              <a:gdLst/>
              <a:ahLst/>
              <a:cxnLst/>
              <a:rect l="l" t="t" r="r" b="b"/>
              <a:pathLst>
                <a:path w="1071" h="2067" extrusionOk="0">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4979662" y="1686417"/>
              <a:ext cx="15154" cy="14055"/>
            </a:xfrm>
            <a:custGeom>
              <a:avLst/>
              <a:gdLst/>
              <a:ahLst/>
              <a:cxnLst/>
              <a:rect l="l" t="t" r="r" b="b"/>
              <a:pathLst>
                <a:path w="400" h="371" extrusionOk="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4980041" y="1615459"/>
              <a:ext cx="13752" cy="61298"/>
            </a:xfrm>
            <a:custGeom>
              <a:avLst/>
              <a:gdLst/>
              <a:ahLst/>
              <a:cxnLst/>
              <a:rect l="l" t="t" r="r" b="b"/>
              <a:pathLst>
                <a:path w="363" h="1618" extrusionOk="0">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4903400" y="1580339"/>
              <a:ext cx="165141" cy="145365"/>
            </a:xfrm>
            <a:custGeom>
              <a:avLst/>
              <a:gdLst/>
              <a:ahLst/>
              <a:cxnLst/>
              <a:rect l="l" t="t" r="r" b="b"/>
              <a:pathLst>
                <a:path w="4359" h="3837" extrusionOk="0">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4749246" y="1463691"/>
              <a:ext cx="476669" cy="422077"/>
            </a:xfrm>
            <a:custGeom>
              <a:avLst/>
              <a:gdLst/>
              <a:ahLst/>
              <a:cxnLst/>
              <a:rect l="l" t="t" r="r" b="b"/>
              <a:pathLst>
                <a:path w="12582" h="11141" extrusionOk="0">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4797701" y="1491234"/>
              <a:ext cx="19624" cy="18753"/>
            </a:xfrm>
            <a:custGeom>
              <a:avLst/>
              <a:gdLst/>
              <a:ahLst/>
              <a:cxnLst/>
              <a:rect l="l" t="t" r="r" b="b"/>
              <a:pathLst>
                <a:path w="518" h="495" extrusionOk="0">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4833426" y="1491234"/>
              <a:ext cx="19662" cy="18753"/>
            </a:xfrm>
            <a:custGeom>
              <a:avLst/>
              <a:gdLst/>
              <a:ahLst/>
              <a:cxnLst/>
              <a:rect l="l" t="t" r="r" b="b"/>
              <a:pathLst>
                <a:path w="519" h="495" extrusionOk="0">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4868924" y="1491310"/>
              <a:ext cx="20079" cy="18715"/>
            </a:xfrm>
            <a:custGeom>
              <a:avLst/>
              <a:gdLst/>
              <a:ahLst/>
              <a:cxnLst/>
              <a:rect l="l" t="t" r="r" b="b"/>
              <a:pathLst>
                <a:path w="530" h="494" extrusionOk="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64"/>
          <p:cNvSpPr/>
          <p:nvPr/>
        </p:nvSpPr>
        <p:spPr>
          <a:xfrm>
            <a:off x="3266216" y="2627184"/>
            <a:ext cx="155905" cy="178709"/>
          </a:xfrm>
          <a:custGeom>
            <a:avLst/>
            <a:gdLst/>
            <a:ahLst/>
            <a:cxnLst/>
            <a:rect l="l" t="t" r="r" b="b"/>
            <a:pathLst>
              <a:path w="3938" h="4514" extrusionOk="0">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3095049" y="2588069"/>
            <a:ext cx="498240" cy="498042"/>
          </a:xfrm>
          <a:custGeom>
            <a:avLst/>
            <a:gdLst/>
            <a:ahLst/>
            <a:cxnLst/>
            <a:rect l="l" t="t" r="r" b="b"/>
            <a:pathLst>
              <a:path w="12585" h="12580" extrusionOk="0">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3196261" y="2866901"/>
            <a:ext cx="295816" cy="42916"/>
          </a:xfrm>
          <a:custGeom>
            <a:avLst/>
            <a:gdLst/>
            <a:ahLst/>
            <a:cxnLst/>
            <a:rect l="l" t="t" r="r" b="b"/>
            <a:pathLst>
              <a:path w="7472" h="1084" extrusionOk="0">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64"/>
          <p:cNvGrpSpPr/>
          <p:nvPr/>
        </p:nvGrpSpPr>
        <p:grpSpPr>
          <a:xfrm>
            <a:off x="3938357" y="2588024"/>
            <a:ext cx="368542" cy="498080"/>
            <a:chOff x="3965670" y="1436452"/>
            <a:chExt cx="352671" cy="476631"/>
          </a:xfrm>
        </p:grpSpPr>
        <p:sp>
          <p:nvSpPr>
            <p:cNvPr id="2855" name="Google Shape;2855;p64"/>
            <p:cNvSpPr/>
            <p:nvPr/>
          </p:nvSpPr>
          <p:spPr>
            <a:xfrm>
              <a:off x="4020755"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4109179"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4197602" y="1506160"/>
              <a:ext cx="64821" cy="64821"/>
            </a:xfrm>
            <a:custGeom>
              <a:avLst/>
              <a:gdLst/>
              <a:ahLst/>
              <a:cxnLst/>
              <a:rect l="l" t="t" r="r" b="b"/>
              <a:pathLst>
                <a:path w="1711" h="1711" extrusionOk="0">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4017156" y="1581703"/>
              <a:ext cx="71944" cy="13676"/>
            </a:xfrm>
            <a:custGeom>
              <a:avLst/>
              <a:gdLst/>
              <a:ahLst/>
              <a:cxnLst/>
              <a:rect l="l" t="t" r="r" b="b"/>
              <a:pathLst>
                <a:path w="1899" h="361" extrusionOk="0">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4031628" y="1606518"/>
              <a:ext cx="43113" cy="13676"/>
            </a:xfrm>
            <a:custGeom>
              <a:avLst/>
              <a:gdLst/>
              <a:ahLst/>
              <a:cxnLst/>
              <a:rect l="l" t="t" r="r" b="b"/>
              <a:pathLst>
                <a:path w="1138" h="361" extrusionOk="0">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4105617" y="1581703"/>
              <a:ext cx="71944" cy="13676"/>
            </a:xfrm>
            <a:custGeom>
              <a:avLst/>
              <a:gdLst/>
              <a:ahLst/>
              <a:cxnLst/>
              <a:rect l="l" t="t" r="r" b="b"/>
              <a:pathLst>
                <a:path w="1899" h="361" extrusionOk="0">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4120014" y="1606518"/>
              <a:ext cx="43189" cy="13676"/>
            </a:xfrm>
            <a:custGeom>
              <a:avLst/>
              <a:gdLst/>
              <a:ahLst/>
              <a:cxnLst/>
              <a:rect l="l" t="t" r="r" b="b"/>
              <a:pathLst>
                <a:path w="1140" h="361" extrusionOk="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4194003" y="1581703"/>
              <a:ext cx="71982" cy="13676"/>
            </a:xfrm>
            <a:custGeom>
              <a:avLst/>
              <a:gdLst/>
              <a:ahLst/>
              <a:cxnLst/>
              <a:rect l="l" t="t" r="r" b="b"/>
              <a:pathLst>
                <a:path w="1900" h="361" extrusionOk="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4"/>
            <p:cNvSpPr/>
            <p:nvPr/>
          </p:nvSpPr>
          <p:spPr>
            <a:xfrm>
              <a:off x="4208437" y="1606480"/>
              <a:ext cx="42848" cy="13676"/>
            </a:xfrm>
            <a:custGeom>
              <a:avLst/>
              <a:gdLst/>
              <a:ahLst/>
              <a:cxnLst/>
              <a:rect l="l" t="t" r="r" b="b"/>
              <a:pathLst>
                <a:path w="1131" h="361" extrusionOk="0">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4"/>
            <p:cNvSpPr/>
            <p:nvPr/>
          </p:nvSpPr>
          <p:spPr>
            <a:xfrm>
              <a:off x="3965670" y="1436452"/>
              <a:ext cx="352671" cy="476631"/>
            </a:xfrm>
            <a:custGeom>
              <a:avLst/>
              <a:gdLst/>
              <a:ahLst/>
              <a:cxnLst/>
              <a:rect l="l" t="t" r="r" b="b"/>
              <a:pathLst>
                <a:path w="9309" h="12581" extrusionOk="0">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4007836" y="1656147"/>
              <a:ext cx="121687" cy="83158"/>
            </a:xfrm>
            <a:custGeom>
              <a:avLst/>
              <a:gdLst/>
              <a:ahLst/>
              <a:cxnLst/>
              <a:rect l="l" t="t" r="r" b="b"/>
              <a:pathLst>
                <a:path w="3212" h="2195" extrusionOk="0">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4153125" y="1656147"/>
              <a:ext cx="121649" cy="83158"/>
            </a:xfrm>
            <a:custGeom>
              <a:avLst/>
              <a:gdLst/>
              <a:ahLst/>
              <a:cxnLst/>
              <a:rect l="l" t="t" r="r" b="b"/>
              <a:pathLst>
                <a:path w="3211" h="2195" extrusionOk="0">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4007609" y="1784009"/>
              <a:ext cx="267961" cy="13714"/>
            </a:xfrm>
            <a:custGeom>
              <a:avLst/>
              <a:gdLst/>
              <a:ahLst/>
              <a:cxnLst/>
              <a:rect l="l" t="t" r="r" b="b"/>
              <a:pathLst>
                <a:path w="7073" h="362" extrusionOk="0">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4135660" y="1811286"/>
              <a:ext cx="138508" cy="13676"/>
            </a:xfrm>
            <a:custGeom>
              <a:avLst/>
              <a:gdLst/>
              <a:ahLst/>
              <a:cxnLst/>
              <a:rect l="l" t="t" r="r" b="b"/>
              <a:pathLst>
                <a:path w="3656" h="361" extrusionOk="0">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4008632" y="1811362"/>
              <a:ext cx="104373" cy="13639"/>
            </a:xfrm>
            <a:custGeom>
              <a:avLst/>
              <a:gdLst/>
              <a:ahLst/>
              <a:cxnLst/>
              <a:rect l="l" t="t" r="r" b="b"/>
              <a:pathLst>
                <a:path w="2755" h="360" extrusionOk="0">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4007609" y="1839852"/>
              <a:ext cx="267961" cy="13676"/>
            </a:xfrm>
            <a:custGeom>
              <a:avLst/>
              <a:gdLst/>
              <a:ahLst/>
              <a:cxnLst/>
              <a:rect l="l" t="t" r="r" b="b"/>
              <a:pathLst>
                <a:path w="7073" h="361" extrusionOk="0">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4199837" y="1867167"/>
              <a:ext cx="74974" cy="13676"/>
            </a:xfrm>
            <a:custGeom>
              <a:avLst/>
              <a:gdLst/>
              <a:ahLst/>
              <a:cxnLst/>
              <a:rect l="l" t="t" r="r" b="b"/>
              <a:pathLst>
                <a:path w="1979" h="361" extrusionOk="0">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4009276" y="1867205"/>
              <a:ext cx="168740" cy="13676"/>
            </a:xfrm>
            <a:custGeom>
              <a:avLst/>
              <a:gdLst/>
              <a:ahLst/>
              <a:cxnLst/>
              <a:rect l="l" t="t" r="r" b="b"/>
              <a:pathLst>
                <a:path w="4454" h="361" extrusionOk="0">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4"/>
          <p:cNvGrpSpPr/>
          <p:nvPr/>
        </p:nvGrpSpPr>
        <p:grpSpPr>
          <a:xfrm>
            <a:off x="2241517" y="2588063"/>
            <a:ext cx="485213" cy="498159"/>
            <a:chOff x="2341881" y="1436490"/>
            <a:chExt cx="464319" cy="476707"/>
          </a:xfrm>
        </p:grpSpPr>
        <p:sp>
          <p:nvSpPr>
            <p:cNvPr id="2874" name="Google Shape;2874;p64"/>
            <p:cNvSpPr/>
            <p:nvPr/>
          </p:nvSpPr>
          <p:spPr>
            <a:xfrm>
              <a:off x="2582678" y="1523322"/>
              <a:ext cx="223522" cy="389875"/>
            </a:xfrm>
            <a:custGeom>
              <a:avLst/>
              <a:gdLst/>
              <a:ahLst/>
              <a:cxnLst/>
              <a:rect l="l" t="t" r="r" b="b"/>
              <a:pathLst>
                <a:path w="5900" h="10291" extrusionOk="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2681482" y="1867205"/>
              <a:ext cx="26747" cy="13676"/>
            </a:xfrm>
            <a:custGeom>
              <a:avLst/>
              <a:gdLst/>
              <a:ahLst/>
              <a:cxnLst/>
              <a:rect l="l" t="t" r="r" b="b"/>
              <a:pathLst>
                <a:path w="706" h="361" extrusionOk="0">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2419735" y="1436642"/>
              <a:ext cx="67890" cy="79104"/>
            </a:xfrm>
            <a:custGeom>
              <a:avLst/>
              <a:gdLst/>
              <a:ahLst/>
              <a:cxnLst/>
              <a:rect l="l" t="t" r="r" b="b"/>
              <a:pathLst>
                <a:path w="1792" h="2088" extrusionOk="0">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2668374" y="1436490"/>
              <a:ext cx="53986" cy="79407"/>
            </a:xfrm>
            <a:custGeom>
              <a:avLst/>
              <a:gdLst/>
              <a:ahLst/>
              <a:cxnLst/>
              <a:rect l="l" t="t" r="r" b="b"/>
              <a:pathLst>
                <a:path w="1425" h="2096" extrusionOk="0">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2633406" y="1624778"/>
              <a:ext cx="122937" cy="122937"/>
            </a:xfrm>
            <a:custGeom>
              <a:avLst/>
              <a:gdLst/>
              <a:ahLst/>
              <a:cxnLst/>
              <a:rect l="l" t="t" r="r" b="b"/>
              <a:pathLst>
                <a:path w="3245" h="3245" extrusionOk="0">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2667579" y="1663762"/>
              <a:ext cx="54744" cy="45879"/>
            </a:xfrm>
            <a:custGeom>
              <a:avLst/>
              <a:gdLst/>
              <a:ahLst/>
              <a:cxnLst/>
              <a:rect l="l" t="t" r="r" b="b"/>
              <a:pathLst>
                <a:path w="1445" h="1211" extrusionOk="0">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2341881" y="1523322"/>
              <a:ext cx="223522" cy="389875"/>
            </a:xfrm>
            <a:custGeom>
              <a:avLst/>
              <a:gdLst/>
              <a:ahLst/>
              <a:cxnLst/>
              <a:rect l="l" t="t" r="r" b="b"/>
              <a:pathLst>
                <a:path w="5900" h="10291" extrusionOk="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2439928" y="1867205"/>
              <a:ext cx="26785" cy="13676"/>
            </a:xfrm>
            <a:custGeom>
              <a:avLst/>
              <a:gdLst/>
              <a:ahLst/>
              <a:cxnLst/>
              <a:rect l="l" t="t" r="r" b="b"/>
              <a:pathLst>
                <a:path w="707" h="361" extrusionOk="0">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2391927" y="1624892"/>
              <a:ext cx="122937" cy="122861"/>
            </a:xfrm>
            <a:custGeom>
              <a:avLst/>
              <a:gdLst/>
              <a:ahLst/>
              <a:cxnLst/>
              <a:rect l="l" t="t" r="r" b="b"/>
              <a:pathLst>
                <a:path w="3245" h="3243" extrusionOk="0">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2431631" y="1664899"/>
              <a:ext cx="43416" cy="42848"/>
            </a:xfrm>
            <a:custGeom>
              <a:avLst/>
              <a:gdLst/>
              <a:ahLst/>
              <a:cxnLst/>
              <a:rect l="l" t="t" r="r" b="b"/>
              <a:pathLst>
                <a:path w="1146" h="1131" extrusionOk="0">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64"/>
          <p:cNvGrpSpPr/>
          <p:nvPr/>
        </p:nvGrpSpPr>
        <p:grpSpPr>
          <a:xfrm>
            <a:off x="1479631" y="2587984"/>
            <a:ext cx="384061" cy="498040"/>
            <a:chOff x="1612822" y="1436414"/>
            <a:chExt cx="367522" cy="476593"/>
          </a:xfrm>
        </p:grpSpPr>
        <p:sp>
          <p:nvSpPr>
            <p:cNvPr id="2885" name="Google Shape;2885;p64"/>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64"/>
          <p:cNvGrpSpPr/>
          <p:nvPr/>
        </p:nvGrpSpPr>
        <p:grpSpPr>
          <a:xfrm>
            <a:off x="569955" y="2588182"/>
            <a:ext cx="437230" cy="497802"/>
            <a:chOff x="742339" y="1436604"/>
            <a:chExt cx="418402" cy="476366"/>
          </a:xfrm>
        </p:grpSpPr>
        <p:sp>
          <p:nvSpPr>
            <p:cNvPr id="2890" name="Google Shape;2890;p64"/>
            <p:cNvSpPr/>
            <p:nvPr/>
          </p:nvSpPr>
          <p:spPr>
            <a:xfrm>
              <a:off x="836180" y="1697442"/>
              <a:ext cx="98615" cy="215528"/>
            </a:xfrm>
            <a:custGeom>
              <a:avLst/>
              <a:gdLst/>
              <a:ahLst/>
              <a:cxnLst/>
              <a:rect l="l" t="t" r="r" b="b"/>
              <a:pathLst>
                <a:path w="2603" h="5689" extrusionOk="0">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818487" y="1437664"/>
              <a:ext cx="25686" cy="55502"/>
            </a:xfrm>
            <a:custGeom>
              <a:avLst/>
              <a:gdLst/>
              <a:ahLst/>
              <a:cxnLst/>
              <a:rect l="l" t="t" r="r" b="b"/>
              <a:pathLst>
                <a:path w="678" h="1465" extrusionOk="0">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875807" y="1510934"/>
              <a:ext cx="22996" cy="55502"/>
            </a:xfrm>
            <a:custGeom>
              <a:avLst/>
              <a:gdLst/>
              <a:ahLst/>
              <a:cxnLst/>
              <a:rect l="l" t="t" r="r" b="b"/>
              <a:pathLst>
                <a:path w="607" h="1465" extrusionOk="0">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909108" y="1437664"/>
              <a:ext cx="25686" cy="55502"/>
            </a:xfrm>
            <a:custGeom>
              <a:avLst/>
              <a:gdLst/>
              <a:ahLst/>
              <a:cxnLst/>
              <a:rect l="l" t="t" r="r" b="b"/>
              <a:pathLst>
                <a:path w="678" h="1465" extrusionOk="0">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772116" y="1436604"/>
              <a:ext cx="38529" cy="58078"/>
            </a:xfrm>
            <a:custGeom>
              <a:avLst/>
              <a:gdLst/>
              <a:ahLst/>
              <a:cxnLst/>
              <a:rect l="l" t="t" r="r" b="b"/>
              <a:pathLst>
                <a:path w="1017" h="1533" extrusionOk="0">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772116" y="1510025"/>
              <a:ext cx="38529" cy="58078"/>
            </a:xfrm>
            <a:custGeom>
              <a:avLst/>
              <a:gdLst/>
              <a:ahLst/>
              <a:cxnLst/>
              <a:rect l="l" t="t" r="r" b="b"/>
              <a:pathLst>
                <a:path w="1017" h="1533" extrusionOk="0">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825496" y="1509987"/>
              <a:ext cx="38491" cy="58078"/>
            </a:xfrm>
            <a:custGeom>
              <a:avLst/>
              <a:gdLst/>
              <a:ahLst/>
              <a:cxnLst/>
              <a:rect l="l" t="t" r="r" b="b"/>
              <a:pathLst>
                <a:path w="1016" h="1533" extrusionOk="0">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913655" y="1509987"/>
              <a:ext cx="38529" cy="58078"/>
            </a:xfrm>
            <a:custGeom>
              <a:avLst/>
              <a:gdLst/>
              <a:ahLst/>
              <a:cxnLst/>
              <a:rect l="l" t="t" r="r" b="b"/>
              <a:pathLst>
                <a:path w="1017" h="1533" extrusionOk="0">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860275" y="1436604"/>
              <a:ext cx="38529" cy="58078"/>
            </a:xfrm>
            <a:custGeom>
              <a:avLst/>
              <a:gdLst/>
              <a:ahLst/>
              <a:cxnLst/>
              <a:rect l="l" t="t" r="r" b="b"/>
              <a:pathLst>
                <a:path w="1017" h="1533" extrusionOk="0">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954608" y="1436604"/>
              <a:ext cx="38529" cy="58078"/>
            </a:xfrm>
            <a:custGeom>
              <a:avLst/>
              <a:gdLst/>
              <a:ahLst/>
              <a:cxnLst/>
              <a:rect l="l" t="t" r="r" b="b"/>
              <a:pathLst>
                <a:path w="1017" h="1533" extrusionOk="0">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742339" y="1479944"/>
              <a:ext cx="418402" cy="352937"/>
            </a:xfrm>
            <a:custGeom>
              <a:avLst/>
              <a:gdLst/>
              <a:ahLst/>
              <a:cxnLst/>
              <a:rect l="l" t="t" r="r" b="b"/>
              <a:pathLst>
                <a:path w="11044" h="9316" extrusionOk="0">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1008367" y="1531051"/>
              <a:ext cx="105169" cy="101039"/>
            </a:xfrm>
            <a:custGeom>
              <a:avLst/>
              <a:gdLst/>
              <a:ahLst/>
              <a:cxnLst/>
              <a:rect l="l" t="t" r="r" b="b"/>
              <a:pathLst>
                <a:path w="2776" h="2667" extrusionOk="0">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8104829" y="1869904"/>
            <a:ext cx="498159" cy="422819"/>
            <a:chOff x="7952725" y="749256"/>
            <a:chExt cx="476707" cy="404612"/>
          </a:xfrm>
        </p:grpSpPr>
        <p:sp>
          <p:nvSpPr>
            <p:cNvPr id="2903" name="Google Shape;2903;p64"/>
            <p:cNvSpPr/>
            <p:nvPr/>
          </p:nvSpPr>
          <p:spPr>
            <a:xfrm>
              <a:off x="8164957" y="779147"/>
              <a:ext cx="52243" cy="21367"/>
            </a:xfrm>
            <a:custGeom>
              <a:avLst/>
              <a:gdLst/>
              <a:ahLst/>
              <a:cxnLst/>
              <a:rect l="l" t="t" r="r" b="b"/>
              <a:pathLst>
                <a:path w="1379" h="564" extrusionOk="0">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8144386" y="749256"/>
              <a:ext cx="93424" cy="29588"/>
            </a:xfrm>
            <a:custGeom>
              <a:avLst/>
              <a:gdLst/>
              <a:ahLst/>
              <a:cxnLst/>
              <a:rect l="l" t="t" r="r" b="b"/>
              <a:pathLst>
                <a:path w="2466" h="781" extrusionOk="0">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8006333" y="846052"/>
              <a:ext cx="368659" cy="229659"/>
            </a:xfrm>
            <a:custGeom>
              <a:avLst/>
              <a:gdLst/>
              <a:ahLst/>
              <a:cxnLst/>
              <a:rect l="l" t="t" r="r" b="b"/>
              <a:pathLst>
                <a:path w="9731" h="6062" extrusionOk="0">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952725" y="812524"/>
              <a:ext cx="476707" cy="341344"/>
            </a:xfrm>
            <a:custGeom>
              <a:avLst/>
              <a:gdLst/>
              <a:ahLst/>
              <a:cxnLst/>
              <a:rect l="l" t="t" r="r" b="b"/>
              <a:pathLst>
                <a:path w="12583" h="9010" extrusionOk="0">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8039747" y="885756"/>
              <a:ext cx="301716" cy="144266"/>
            </a:xfrm>
            <a:custGeom>
              <a:avLst/>
              <a:gdLst/>
              <a:ahLst/>
              <a:cxnLst/>
              <a:rect l="l" t="t" r="r" b="b"/>
              <a:pathLst>
                <a:path w="7964" h="3808" extrusionOk="0">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64"/>
          <p:cNvGrpSpPr/>
          <p:nvPr/>
        </p:nvGrpSpPr>
        <p:grpSpPr>
          <a:xfrm>
            <a:off x="7279619" y="1842033"/>
            <a:ext cx="498357" cy="478641"/>
            <a:chOff x="7163051" y="722585"/>
            <a:chExt cx="476896" cy="458030"/>
          </a:xfrm>
        </p:grpSpPr>
        <p:sp>
          <p:nvSpPr>
            <p:cNvPr id="2909" name="Google Shape;2909;p64"/>
            <p:cNvSpPr/>
            <p:nvPr/>
          </p:nvSpPr>
          <p:spPr>
            <a:xfrm>
              <a:off x="7163051" y="722585"/>
              <a:ext cx="476896" cy="458030"/>
            </a:xfrm>
            <a:custGeom>
              <a:avLst/>
              <a:gdLst/>
              <a:ahLst/>
              <a:cxnLst/>
              <a:rect l="l" t="t" r="r" b="b"/>
              <a:pathLst>
                <a:path w="12588" h="12090" extrusionOk="0">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93678" y="846961"/>
              <a:ext cx="119451" cy="135439"/>
            </a:xfrm>
            <a:custGeom>
              <a:avLst/>
              <a:gdLst/>
              <a:ahLst/>
              <a:cxnLst/>
              <a:rect l="l" t="t" r="r" b="b"/>
              <a:pathLst>
                <a:path w="3153" h="3575" extrusionOk="0">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414342" y="874428"/>
              <a:ext cx="95091" cy="107859"/>
            </a:xfrm>
            <a:custGeom>
              <a:avLst/>
              <a:gdLst/>
              <a:ahLst/>
              <a:cxnLst/>
              <a:rect l="l" t="t" r="r" b="b"/>
              <a:pathLst>
                <a:path w="2510" h="2847" extrusionOk="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45072" y="792937"/>
              <a:ext cx="311756" cy="242805"/>
            </a:xfrm>
            <a:custGeom>
              <a:avLst/>
              <a:gdLst/>
              <a:ahLst/>
              <a:cxnLst/>
              <a:rect l="l" t="t" r="r" b="b"/>
              <a:pathLst>
                <a:path w="8229" h="6409" extrusionOk="0">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64"/>
          <p:cNvGrpSpPr/>
          <p:nvPr/>
        </p:nvGrpSpPr>
        <p:grpSpPr>
          <a:xfrm>
            <a:off x="6445264" y="1860759"/>
            <a:ext cx="498357" cy="441110"/>
            <a:chOff x="6364624" y="740505"/>
            <a:chExt cx="476896" cy="422115"/>
          </a:xfrm>
        </p:grpSpPr>
        <p:sp>
          <p:nvSpPr>
            <p:cNvPr id="2914" name="Google Shape;2914;p64"/>
            <p:cNvSpPr/>
            <p:nvPr/>
          </p:nvSpPr>
          <p:spPr>
            <a:xfrm>
              <a:off x="6638230" y="799719"/>
              <a:ext cx="143622" cy="142410"/>
            </a:xfrm>
            <a:custGeom>
              <a:avLst/>
              <a:gdLst/>
              <a:ahLst/>
              <a:cxnLst/>
              <a:rect l="l" t="t" r="r" b="b"/>
              <a:pathLst>
                <a:path w="3791" h="3759" extrusionOk="0">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6693731" y="842529"/>
              <a:ext cx="32960" cy="56903"/>
            </a:xfrm>
            <a:custGeom>
              <a:avLst/>
              <a:gdLst/>
              <a:ahLst/>
              <a:cxnLst/>
              <a:rect l="l" t="t" r="r" b="b"/>
              <a:pathLst>
                <a:path w="870" h="1502" extrusionOk="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729078" y="844575"/>
              <a:ext cx="26785" cy="52736"/>
            </a:xfrm>
            <a:custGeom>
              <a:avLst/>
              <a:gdLst/>
              <a:ahLst/>
              <a:cxnLst/>
              <a:rect l="l" t="t" r="r" b="b"/>
              <a:pathLst>
                <a:path w="707" h="1392" extrusionOk="0">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663044" y="844575"/>
              <a:ext cx="26785" cy="52736"/>
            </a:xfrm>
            <a:custGeom>
              <a:avLst/>
              <a:gdLst/>
              <a:ahLst/>
              <a:cxnLst/>
              <a:rect l="l" t="t" r="r" b="b"/>
              <a:pathLst>
                <a:path w="707" h="1392" extrusionOk="0">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449487" y="767289"/>
              <a:ext cx="18677" cy="18677"/>
            </a:xfrm>
            <a:custGeom>
              <a:avLst/>
              <a:gdLst/>
              <a:ahLst/>
              <a:cxnLst/>
              <a:rect l="l" t="t" r="r" b="b"/>
              <a:pathLst>
                <a:path w="493" h="493" extrusionOk="0">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485212"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364624" y="740505"/>
              <a:ext cx="476896" cy="422115"/>
            </a:xfrm>
            <a:custGeom>
              <a:avLst/>
              <a:gdLst/>
              <a:ahLst/>
              <a:cxnLst/>
              <a:rect l="l" t="t" r="r" b="b"/>
              <a:pathLst>
                <a:path w="12588" h="11142" extrusionOk="0">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483886" y="931331"/>
              <a:ext cx="13714" cy="201927"/>
            </a:xfrm>
            <a:custGeom>
              <a:avLst/>
              <a:gdLst/>
              <a:ahLst/>
              <a:cxnLst/>
              <a:rect l="l" t="t" r="r" b="b"/>
              <a:pathLst>
                <a:path w="362" h="5330" extrusionOk="0">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410162" y="949062"/>
              <a:ext cx="51940" cy="13676"/>
            </a:xfrm>
            <a:custGeom>
              <a:avLst/>
              <a:gdLst/>
              <a:ahLst/>
              <a:cxnLst/>
              <a:rect l="l" t="t" r="r" b="b"/>
              <a:pathLst>
                <a:path w="1371" h="361" extrusionOk="0">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410162" y="980127"/>
              <a:ext cx="51940" cy="13676"/>
            </a:xfrm>
            <a:custGeom>
              <a:avLst/>
              <a:gdLst/>
              <a:ahLst/>
              <a:cxnLst/>
              <a:rect l="l" t="t" r="r" b="b"/>
              <a:pathLst>
                <a:path w="1371" h="361" extrusionOk="0">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410162" y="1009943"/>
              <a:ext cx="51902" cy="13676"/>
            </a:xfrm>
            <a:custGeom>
              <a:avLst/>
              <a:gdLst/>
              <a:ahLst/>
              <a:cxnLst/>
              <a:rect l="l" t="t" r="r" b="b"/>
              <a:pathLst>
                <a:path w="1370" h="361" extrusionOk="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410162" y="1040895"/>
              <a:ext cx="51940" cy="13714"/>
            </a:xfrm>
            <a:custGeom>
              <a:avLst/>
              <a:gdLst/>
              <a:ahLst/>
              <a:cxnLst/>
              <a:rect l="l" t="t" r="r" b="b"/>
              <a:pathLst>
                <a:path w="1371" h="362" extrusionOk="0">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410162" y="1070748"/>
              <a:ext cx="51940" cy="13639"/>
            </a:xfrm>
            <a:custGeom>
              <a:avLst/>
              <a:gdLst/>
              <a:ahLst/>
              <a:cxnLst/>
              <a:rect l="l" t="t" r="r" b="b"/>
              <a:pathLst>
                <a:path w="1371" h="360" extrusionOk="0">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410162" y="1101776"/>
              <a:ext cx="51902" cy="13714"/>
            </a:xfrm>
            <a:custGeom>
              <a:avLst/>
              <a:gdLst/>
              <a:ahLst/>
              <a:cxnLst/>
              <a:rect l="l" t="t" r="r" b="b"/>
              <a:pathLst>
                <a:path w="1370" h="362" extrusionOk="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64"/>
          <p:cNvGrpSpPr/>
          <p:nvPr/>
        </p:nvGrpSpPr>
        <p:grpSpPr>
          <a:xfrm>
            <a:off x="5598160" y="1860798"/>
            <a:ext cx="498198" cy="441070"/>
            <a:chOff x="5553999" y="740543"/>
            <a:chExt cx="476745" cy="422077"/>
          </a:xfrm>
        </p:grpSpPr>
        <p:sp>
          <p:nvSpPr>
            <p:cNvPr id="2929" name="Google Shape;2929;p64"/>
            <p:cNvSpPr/>
            <p:nvPr/>
          </p:nvSpPr>
          <p:spPr>
            <a:xfrm>
              <a:off x="5553999" y="740543"/>
              <a:ext cx="476745" cy="422077"/>
            </a:xfrm>
            <a:custGeom>
              <a:avLst/>
              <a:gdLst/>
              <a:ahLst/>
              <a:cxnLst/>
              <a:rect l="l" t="t" r="r" b="b"/>
              <a:pathLst>
                <a:path w="12584" h="11141" extrusionOk="0">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5603022" y="767289"/>
              <a:ext cx="18677" cy="18677"/>
            </a:xfrm>
            <a:custGeom>
              <a:avLst/>
              <a:gdLst/>
              <a:ahLst/>
              <a:cxnLst/>
              <a:rect l="l" t="t" r="r" b="b"/>
              <a:pathLst>
                <a:path w="493" h="493" extrusionOk="0">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5638710"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5674511" y="767289"/>
              <a:ext cx="18639" cy="18677"/>
            </a:xfrm>
            <a:custGeom>
              <a:avLst/>
              <a:gdLst/>
              <a:ahLst/>
              <a:cxnLst/>
              <a:rect l="l" t="t" r="r" b="b"/>
              <a:pathLst>
                <a:path w="492" h="493" extrusionOk="0">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5711866" y="985166"/>
              <a:ext cx="53077" cy="61146"/>
            </a:xfrm>
            <a:custGeom>
              <a:avLst/>
              <a:gdLst/>
              <a:ahLst/>
              <a:cxnLst/>
              <a:rect l="l" t="t" r="r" b="b"/>
              <a:pathLst>
                <a:path w="1401" h="1614" extrusionOk="0">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5861890" y="985810"/>
              <a:ext cx="45955" cy="60275"/>
            </a:xfrm>
            <a:custGeom>
              <a:avLst/>
              <a:gdLst/>
              <a:ahLst/>
              <a:cxnLst/>
              <a:rect l="l" t="t" r="r" b="b"/>
              <a:pathLst>
                <a:path w="1213" h="1591" extrusionOk="0">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5607417" y="986416"/>
              <a:ext cx="29891" cy="61109"/>
            </a:xfrm>
            <a:custGeom>
              <a:avLst/>
              <a:gdLst/>
              <a:ahLst/>
              <a:cxnLst/>
              <a:rect l="l" t="t" r="r" b="b"/>
              <a:pathLst>
                <a:path w="789" h="1613" extrusionOk="0">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5833325" y="987894"/>
              <a:ext cx="13714" cy="57661"/>
            </a:xfrm>
            <a:custGeom>
              <a:avLst/>
              <a:gdLst/>
              <a:ahLst/>
              <a:cxnLst/>
              <a:rect l="l" t="t" r="r" b="b"/>
              <a:pathLst>
                <a:path w="362" h="1522" extrusionOk="0">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5775020" y="987553"/>
              <a:ext cx="45348" cy="59669"/>
            </a:xfrm>
            <a:custGeom>
              <a:avLst/>
              <a:gdLst/>
              <a:ahLst/>
              <a:cxnLst/>
              <a:rect l="l" t="t" r="r" b="b"/>
              <a:pathLst>
                <a:path w="1197" h="1575" extrusionOk="0">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5909701" y="986795"/>
              <a:ext cx="66678" cy="59820"/>
            </a:xfrm>
            <a:custGeom>
              <a:avLst/>
              <a:gdLst/>
              <a:ahLst/>
              <a:cxnLst/>
              <a:rect l="l" t="t" r="r" b="b"/>
              <a:pathLst>
                <a:path w="1760" h="1579" extrusionOk="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5644771" y="985772"/>
              <a:ext cx="61109" cy="61146"/>
            </a:xfrm>
            <a:custGeom>
              <a:avLst/>
              <a:gdLst/>
              <a:ahLst/>
              <a:cxnLst/>
              <a:rect l="l" t="t" r="r" b="b"/>
              <a:pathLst>
                <a:path w="1613" h="1614" extrusionOk="0">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5607379" y="916746"/>
              <a:ext cx="369985" cy="47318"/>
            </a:xfrm>
            <a:custGeom>
              <a:avLst/>
              <a:gdLst/>
              <a:ahLst/>
              <a:cxnLst/>
              <a:rect l="l" t="t" r="r" b="b"/>
              <a:pathLst>
                <a:path w="9766" h="1249" extrusionOk="0">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4868520" y="1832294"/>
            <a:ext cx="275308" cy="498080"/>
            <a:chOff x="4855778" y="713265"/>
            <a:chExt cx="263452" cy="476631"/>
          </a:xfrm>
        </p:grpSpPr>
        <p:sp>
          <p:nvSpPr>
            <p:cNvPr id="2942" name="Google Shape;2942;p64"/>
            <p:cNvSpPr/>
            <p:nvPr/>
          </p:nvSpPr>
          <p:spPr>
            <a:xfrm>
              <a:off x="4973032" y="1139055"/>
              <a:ext cx="29361" cy="13676"/>
            </a:xfrm>
            <a:custGeom>
              <a:avLst/>
              <a:gdLst/>
              <a:ahLst/>
              <a:cxnLst/>
              <a:rect l="l" t="t" r="r" b="b"/>
              <a:pathLst>
                <a:path w="775" h="361" extrusionOk="0">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4855968" y="893712"/>
              <a:ext cx="263149" cy="296185"/>
            </a:xfrm>
            <a:custGeom>
              <a:avLst/>
              <a:gdLst/>
              <a:ahLst/>
              <a:cxnLst/>
              <a:rect l="l" t="t" r="r" b="b"/>
              <a:pathLst>
                <a:path w="6946" h="7818" extrusionOk="0">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4855778" y="713265"/>
              <a:ext cx="263452" cy="335775"/>
            </a:xfrm>
            <a:custGeom>
              <a:avLst/>
              <a:gdLst/>
              <a:ahLst/>
              <a:cxnLst/>
              <a:rect l="l" t="t" r="r" b="b"/>
              <a:pathLst>
                <a:path w="6954" h="8863" extrusionOk="0">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4888208" y="750468"/>
              <a:ext cx="199919" cy="105585"/>
            </a:xfrm>
            <a:custGeom>
              <a:avLst/>
              <a:gdLst/>
              <a:ahLst/>
              <a:cxnLst/>
              <a:rect l="l" t="t" r="r" b="b"/>
              <a:pathLst>
                <a:path w="5277" h="2787" extrusionOk="0">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4888018" y="875640"/>
              <a:ext cx="64821" cy="75315"/>
            </a:xfrm>
            <a:custGeom>
              <a:avLst/>
              <a:gdLst/>
              <a:ahLst/>
              <a:cxnLst/>
              <a:rect l="l" t="t" r="r" b="b"/>
              <a:pathLst>
                <a:path w="1711" h="1988" extrusionOk="0">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4962728" y="936673"/>
              <a:ext cx="124035" cy="13714"/>
            </a:xfrm>
            <a:custGeom>
              <a:avLst/>
              <a:gdLst/>
              <a:ahLst/>
              <a:cxnLst/>
              <a:rect l="l" t="t" r="r" b="b"/>
              <a:pathLst>
                <a:path w="3274" h="362" extrusionOk="0">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4989096" y="968989"/>
              <a:ext cx="97857" cy="13639"/>
            </a:xfrm>
            <a:custGeom>
              <a:avLst/>
              <a:gdLst/>
              <a:ahLst/>
              <a:cxnLst/>
              <a:rect l="l" t="t" r="r" b="b"/>
              <a:pathLst>
                <a:path w="2583" h="360" extrusionOk="0">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4888359" y="968989"/>
              <a:ext cx="82097" cy="13639"/>
            </a:xfrm>
            <a:custGeom>
              <a:avLst/>
              <a:gdLst/>
              <a:ahLst/>
              <a:cxnLst/>
              <a:rect l="l" t="t" r="r" b="b"/>
              <a:pathLst>
                <a:path w="2167" h="360" extrusionOk="0">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4889231" y="1000017"/>
              <a:ext cx="196926" cy="13676"/>
            </a:xfrm>
            <a:custGeom>
              <a:avLst/>
              <a:gdLst/>
              <a:ahLst/>
              <a:cxnLst/>
              <a:rect l="l" t="t" r="r" b="b"/>
              <a:pathLst>
                <a:path w="5198" h="361" extrusionOk="0">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5059562" y="1032257"/>
              <a:ext cx="27959" cy="13676"/>
            </a:xfrm>
            <a:custGeom>
              <a:avLst/>
              <a:gdLst/>
              <a:ahLst/>
              <a:cxnLst/>
              <a:rect l="l" t="t" r="r" b="b"/>
              <a:pathLst>
                <a:path w="738" h="361" extrusionOk="0">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4"/>
            <p:cNvSpPr/>
            <p:nvPr/>
          </p:nvSpPr>
          <p:spPr>
            <a:xfrm>
              <a:off x="4888928" y="1032257"/>
              <a:ext cx="152373" cy="13676"/>
            </a:xfrm>
            <a:custGeom>
              <a:avLst/>
              <a:gdLst/>
              <a:ahLst/>
              <a:cxnLst/>
              <a:rect l="l" t="t" r="r" b="b"/>
              <a:pathLst>
                <a:path w="4022" h="361" extrusionOk="0">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4"/>
            <p:cNvSpPr/>
            <p:nvPr/>
          </p:nvSpPr>
          <p:spPr>
            <a:xfrm>
              <a:off x="4889231" y="1063285"/>
              <a:ext cx="196926" cy="13714"/>
            </a:xfrm>
            <a:custGeom>
              <a:avLst/>
              <a:gdLst/>
              <a:ahLst/>
              <a:cxnLst/>
              <a:rect l="l" t="t" r="r" b="b"/>
              <a:pathLst>
                <a:path w="5198" h="362" extrusionOk="0">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4"/>
          <p:cNvGrpSpPr/>
          <p:nvPr/>
        </p:nvGrpSpPr>
        <p:grpSpPr>
          <a:xfrm>
            <a:off x="3876715" y="1832214"/>
            <a:ext cx="491666" cy="498040"/>
            <a:chOff x="3906683" y="713190"/>
            <a:chExt cx="470494" cy="476593"/>
          </a:xfrm>
        </p:grpSpPr>
        <p:sp>
          <p:nvSpPr>
            <p:cNvPr id="2955" name="Google Shape;2955;p64"/>
            <p:cNvSpPr/>
            <p:nvPr/>
          </p:nvSpPr>
          <p:spPr>
            <a:xfrm>
              <a:off x="4044016" y="1026044"/>
              <a:ext cx="150100" cy="13676"/>
            </a:xfrm>
            <a:custGeom>
              <a:avLst/>
              <a:gdLst/>
              <a:ahLst/>
              <a:cxnLst/>
              <a:rect l="l" t="t" r="r" b="b"/>
              <a:pathLst>
                <a:path w="3962" h="361" extrusionOk="0">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4"/>
            <p:cNvSpPr/>
            <p:nvPr/>
          </p:nvSpPr>
          <p:spPr>
            <a:xfrm>
              <a:off x="3971391" y="1026044"/>
              <a:ext cx="52774" cy="13676"/>
            </a:xfrm>
            <a:custGeom>
              <a:avLst/>
              <a:gdLst/>
              <a:ahLst/>
              <a:cxnLst/>
              <a:rect l="l" t="t" r="r" b="b"/>
              <a:pathLst>
                <a:path w="1393" h="361" extrusionOk="0">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4"/>
            <p:cNvSpPr/>
            <p:nvPr/>
          </p:nvSpPr>
          <p:spPr>
            <a:xfrm>
              <a:off x="3970785" y="1052147"/>
              <a:ext cx="225075" cy="13676"/>
            </a:xfrm>
            <a:custGeom>
              <a:avLst/>
              <a:gdLst/>
              <a:ahLst/>
              <a:cxnLst/>
              <a:rect l="l" t="t" r="r" b="b"/>
              <a:pathLst>
                <a:path w="5941" h="361" extrusionOk="0">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4132213" y="1076961"/>
              <a:ext cx="62927" cy="13676"/>
            </a:xfrm>
            <a:custGeom>
              <a:avLst/>
              <a:gdLst/>
              <a:ahLst/>
              <a:cxnLst/>
              <a:rect l="l" t="t" r="r" b="b"/>
              <a:pathLst>
                <a:path w="1661" h="361" extrusionOk="0">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4"/>
            <p:cNvSpPr/>
            <p:nvPr/>
          </p:nvSpPr>
          <p:spPr>
            <a:xfrm>
              <a:off x="3972376" y="1076923"/>
              <a:ext cx="139530" cy="13714"/>
            </a:xfrm>
            <a:custGeom>
              <a:avLst/>
              <a:gdLst/>
              <a:ahLst/>
              <a:cxnLst/>
              <a:rect l="l" t="t" r="r" b="b"/>
              <a:pathLst>
                <a:path w="3683" h="362" extrusionOk="0">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4"/>
            <p:cNvSpPr/>
            <p:nvPr/>
          </p:nvSpPr>
          <p:spPr>
            <a:xfrm>
              <a:off x="3971239" y="891969"/>
              <a:ext cx="124187" cy="95622"/>
            </a:xfrm>
            <a:custGeom>
              <a:avLst/>
              <a:gdLst/>
              <a:ahLst/>
              <a:cxnLst/>
              <a:rect l="l" t="t" r="r" b="b"/>
              <a:pathLst>
                <a:path w="3278" h="2524" extrusionOk="0">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971239" y="788960"/>
              <a:ext cx="273189" cy="63382"/>
            </a:xfrm>
            <a:custGeom>
              <a:avLst/>
              <a:gdLst/>
              <a:ahLst/>
              <a:cxnLst/>
              <a:rect l="l" t="t" r="r" b="b"/>
              <a:pathLst>
                <a:path w="7211" h="1673" extrusionOk="0">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4"/>
            <p:cNvSpPr/>
            <p:nvPr/>
          </p:nvSpPr>
          <p:spPr>
            <a:xfrm>
              <a:off x="4238101" y="930498"/>
              <a:ext cx="116762" cy="42204"/>
            </a:xfrm>
            <a:custGeom>
              <a:avLst/>
              <a:gdLst/>
              <a:ahLst/>
              <a:cxnLst/>
              <a:rect l="l" t="t" r="r" b="b"/>
              <a:pathLst>
                <a:path w="3082" h="1114" extrusionOk="0">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4"/>
            <p:cNvSpPr/>
            <p:nvPr/>
          </p:nvSpPr>
          <p:spPr>
            <a:xfrm>
              <a:off x="3906683" y="713190"/>
              <a:ext cx="470494" cy="476593"/>
            </a:xfrm>
            <a:custGeom>
              <a:avLst/>
              <a:gdLst/>
              <a:ahLst/>
              <a:cxnLst/>
              <a:rect l="l" t="t" r="r" b="b"/>
              <a:pathLst>
                <a:path w="12419" h="12580" extrusionOk="0">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4"/>
            <p:cNvSpPr/>
            <p:nvPr/>
          </p:nvSpPr>
          <p:spPr>
            <a:xfrm>
              <a:off x="4288526" y="1086849"/>
              <a:ext cx="65579" cy="13714"/>
            </a:xfrm>
            <a:custGeom>
              <a:avLst/>
              <a:gdLst/>
              <a:ahLst/>
              <a:cxnLst/>
              <a:rect l="l" t="t" r="r" b="b"/>
              <a:pathLst>
                <a:path w="1731" h="362" extrusionOk="0">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4"/>
            <p:cNvSpPr/>
            <p:nvPr/>
          </p:nvSpPr>
          <p:spPr>
            <a:xfrm>
              <a:off x="4237647" y="1086849"/>
              <a:ext cx="32846" cy="13714"/>
            </a:xfrm>
            <a:custGeom>
              <a:avLst/>
              <a:gdLst/>
              <a:ahLst/>
              <a:cxnLst/>
              <a:rect l="l" t="t" r="r" b="b"/>
              <a:pathLst>
                <a:path w="867" h="362" extrusionOk="0">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4"/>
            <p:cNvSpPr/>
            <p:nvPr/>
          </p:nvSpPr>
          <p:spPr>
            <a:xfrm>
              <a:off x="4238594" y="1109239"/>
              <a:ext cx="114981" cy="13639"/>
            </a:xfrm>
            <a:custGeom>
              <a:avLst/>
              <a:gdLst/>
              <a:ahLst/>
              <a:cxnLst/>
              <a:rect l="l" t="t" r="r" b="b"/>
              <a:pathLst>
                <a:path w="3035" h="360" extrusionOk="0">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4"/>
            <p:cNvSpPr/>
            <p:nvPr/>
          </p:nvSpPr>
          <p:spPr>
            <a:xfrm>
              <a:off x="4238139" y="1002442"/>
              <a:ext cx="54668" cy="49743"/>
            </a:xfrm>
            <a:custGeom>
              <a:avLst/>
              <a:gdLst/>
              <a:ahLst/>
              <a:cxnLst/>
              <a:rect l="l" t="t" r="r" b="b"/>
              <a:pathLst>
                <a:path w="1443" h="1313" extrusionOk="0">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4"/>
            <p:cNvSpPr/>
            <p:nvPr/>
          </p:nvSpPr>
          <p:spPr>
            <a:xfrm>
              <a:off x="4300157" y="1002404"/>
              <a:ext cx="54706" cy="49743"/>
            </a:xfrm>
            <a:custGeom>
              <a:avLst/>
              <a:gdLst/>
              <a:ahLst/>
              <a:cxnLst/>
              <a:rect l="l" t="t" r="r" b="b"/>
              <a:pathLst>
                <a:path w="1444" h="1313" extrusionOk="0">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4"/>
          <p:cNvGrpSpPr/>
          <p:nvPr/>
        </p:nvGrpSpPr>
        <p:grpSpPr>
          <a:xfrm>
            <a:off x="3136584" y="1832333"/>
            <a:ext cx="415139" cy="498040"/>
            <a:chOff x="3198385" y="713303"/>
            <a:chExt cx="397262" cy="476593"/>
          </a:xfrm>
        </p:grpSpPr>
        <p:sp>
          <p:nvSpPr>
            <p:cNvPr id="2970" name="Google Shape;2970;p64"/>
            <p:cNvSpPr/>
            <p:nvPr/>
          </p:nvSpPr>
          <p:spPr>
            <a:xfrm>
              <a:off x="3198385" y="713303"/>
              <a:ext cx="397262" cy="476593"/>
            </a:xfrm>
            <a:custGeom>
              <a:avLst/>
              <a:gdLst/>
              <a:ahLst/>
              <a:cxnLst/>
              <a:rect l="l" t="t" r="r" b="b"/>
              <a:pathLst>
                <a:path w="10486" h="12580" extrusionOk="0">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4"/>
            <p:cNvSpPr/>
            <p:nvPr/>
          </p:nvSpPr>
          <p:spPr>
            <a:xfrm>
              <a:off x="3252674" y="1008882"/>
              <a:ext cx="56562" cy="60995"/>
            </a:xfrm>
            <a:custGeom>
              <a:avLst/>
              <a:gdLst/>
              <a:ahLst/>
              <a:cxnLst/>
              <a:rect l="l" t="t" r="r" b="b"/>
              <a:pathLst>
                <a:path w="1493" h="1610" extrusionOk="0">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4"/>
            <p:cNvSpPr/>
            <p:nvPr/>
          </p:nvSpPr>
          <p:spPr>
            <a:xfrm>
              <a:off x="3329467" y="1008920"/>
              <a:ext cx="56676" cy="60957"/>
            </a:xfrm>
            <a:custGeom>
              <a:avLst/>
              <a:gdLst/>
              <a:ahLst/>
              <a:cxnLst/>
              <a:rect l="l" t="t" r="r" b="b"/>
              <a:pathLst>
                <a:path w="1496" h="1609" extrusionOk="0">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4"/>
            <p:cNvSpPr/>
            <p:nvPr/>
          </p:nvSpPr>
          <p:spPr>
            <a:xfrm>
              <a:off x="3407814"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4"/>
            <p:cNvSpPr/>
            <p:nvPr/>
          </p:nvSpPr>
          <p:spPr>
            <a:xfrm>
              <a:off x="3484796"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4"/>
            <p:cNvSpPr/>
            <p:nvPr/>
          </p:nvSpPr>
          <p:spPr>
            <a:xfrm>
              <a:off x="3342424" y="807220"/>
              <a:ext cx="109260" cy="154343"/>
            </a:xfrm>
            <a:custGeom>
              <a:avLst/>
              <a:gdLst/>
              <a:ahLst/>
              <a:cxnLst/>
              <a:rect l="l" t="t" r="r" b="b"/>
              <a:pathLst>
                <a:path w="2884" h="4074" extrusionOk="0">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4"/>
            <p:cNvSpPr/>
            <p:nvPr/>
          </p:nvSpPr>
          <p:spPr>
            <a:xfrm>
              <a:off x="3387735" y="903637"/>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4"/>
          <p:cNvGrpSpPr/>
          <p:nvPr/>
        </p:nvGrpSpPr>
        <p:grpSpPr>
          <a:xfrm>
            <a:off x="2234727" y="1869073"/>
            <a:ext cx="498792" cy="424680"/>
            <a:chOff x="2335403" y="748460"/>
            <a:chExt cx="477313" cy="406392"/>
          </a:xfrm>
        </p:grpSpPr>
        <p:sp>
          <p:nvSpPr>
            <p:cNvPr id="2978" name="Google Shape;2978;p64"/>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4"/>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4"/>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4"/>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4"/>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4"/>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4"/>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4"/>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4"/>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4"/>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4"/>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4"/>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4"/>
          <p:cNvGrpSpPr/>
          <p:nvPr/>
        </p:nvGrpSpPr>
        <p:grpSpPr>
          <a:xfrm>
            <a:off x="1423235" y="1832333"/>
            <a:ext cx="496852" cy="498080"/>
            <a:chOff x="1558836" y="713303"/>
            <a:chExt cx="475457" cy="476631"/>
          </a:xfrm>
        </p:grpSpPr>
        <p:sp>
          <p:nvSpPr>
            <p:cNvPr id="2991" name="Google Shape;2991;p64"/>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4"/>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4"/>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4"/>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4"/>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4"/>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4"/>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4"/>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4"/>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4"/>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4"/>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4"/>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4"/>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4"/>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4"/>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4"/>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3010"/>
        <p:cNvGrpSpPr/>
        <p:nvPr/>
      </p:nvGrpSpPr>
      <p:grpSpPr>
        <a:xfrm>
          <a:off x="0" y="0"/>
          <a:ext cx="0" cy="0"/>
          <a:chOff x="0" y="0"/>
          <a:chExt cx="0" cy="0"/>
        </a:xfrm>
      </p:grpSpPr>
      <p:sp>
        <p:nvSpPr>
          <p:cNvPr id="3011" name="Google Shape;3011;p6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3012" name="Google Shape;3012;p65"/>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p:txBody>
      </p:sp>
      <p:grpSp>
        <p:nvGrpSpPr>
          <p:cNvPr id="3013" name="Google Shape;3013;p65"/>
          <p:cNvGrpSpPr/>
          <p:nvPr/>
        </p:nvGrpSpPr>
        <p:grpSpPr>
          <a:xfrm>
            <a:off x="2268498" y="3370983"/>
            <a:ext cx="876721" cy="1462861"/>
            <a:chOff x="4849314" y="2333683"/>
            <a:chExt cx="876721" cy="1462861"/>
          </a:xfrm>
        </p:grpSpPr>
        <p:grpSp>
          <p:nvGrpSpPr>
            <p:cNvPr id="3014" name="Google Shape;3014;p65"/>
            <p:cNvGrpSpPr/>
            <p:nvPr/>
          </p:nvGrpSpPr>
          <p:grpSpPr>
            <a:xfrm>
              <a:off x="4849314" y="2333683"/>
              <a:ext cx="876721" cy="589313"/>
              <a:chOff x="3772339" y="3287983"/>
              <a:chExt cx="876721" cy="589313"/>
            </a:xfrm>
          </p:grpSpPr>
          <p:grpSp>
            <p:nvGrpSpPr>
              <p:cNvPr id="3015" name="Google Shape;3015;p65"/>
              <p:cNvGrpSpPr/>
              <p:nvPr/>
            </p:nvGrpSpPr>
            <p:grpSpPr>
              <a:xfrm>
                <a:off x="3772339" y="3287983"/>
                <a:ext cx="237498" cy="589194"/>
                <a:chOff x="3772375" y="3304350"/>
                <a:chExt cx="237498" cy="572700"/>
              </a:xfrm>
            </p:grpSpPr>
            <p:cxnSp>
              <p:nvCxnSpPr>
                <p:cNvPr id="3016" name="Google Shape;301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7" name="Google Shape;301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8" name="Google Shape;301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9" name="Google Shape;301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20" name="Google Shape;3020;p65"/>
              <p:cNvGrpSpPr/>
              <p:nvPr/>
            </p:nvGrpSpPr>
            <p:grpSpPr>
              <a:xfrm>
                <a:off x="4089039" y="3596196"/>
                <a:ext cx="237498" cy="281100"/>
                <a:chOff x="4089039" y="3596196"/>
                <a:chExt cx="237498" cy="281100"/>
              </a:xfrm>
            </p:grpSpPr>
            <p:cxnSp>
              <p:nvCxnSpPr>
                <p:cNvPr id="3021" name="Google Shape;302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2" name="Google Shape;302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3" name="Google Shape;302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4" name="Google Shape;302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25" name="Google Shape;3025;p65"/>
              <p:cNvGrpSpPr/>
              <p:nvPr/>
            </p:nvGrpSpPr>
            <p:grpSpPr>
              <a:xfrm>
                <a:off x="4405702" y="3596196"/>
                <a:ext cx="237498" cy="281100"/>
                <a:chOff x="4405702" y="3596196"/>
                <a:chExt cx="237498" cy="281100"/>
              </a:xfrm>
            </p:grpSpPr>
            <p:cxnSp>
              <p:nvCxnSpPr>
                <p:cNvPr id="3026" name="Google Shape;302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7" name="Google Shape;302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8" name="Google Shape;302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9" name="Google Shape;302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30" name="Google Shape;3030;p65"/>
              <p:cNvGrpSpPr/>
              <p:nvPr/>
            </p:nvGrpSpPr>
            <p:grpSpPr>
              <a:xfrm rot="5400000">
                <a:off x="4239406" y="3115771"/>
                <a:ext cx="237403" cy="581905"/>
                <a:chOff x="4089039" y="3596196"/>
                <a:chExt cx="237498" cy="281100"/>
              </a:xfrm>
            </p:grpSpPr>
            <p:cxnSp>
              <p:nvCxnSpPr>
                <p:cNvPr id="3031" name="Google Shape;303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2" name="Google Shape;303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3" name="Google Shape;303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4" name="Google Shape;303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35" name="Google Shape;3035;p65"/>
            <p:cNvGrpSpPr/>
            <p:nvPr/>
          </p:nvGrpSpPr>
          <p:grpSpPr>
            <a:xfrm>
              <a:off x="4849423" y="2961468"/>
              <a:ext cx="237498" cy="834997"/>
              <a:chOff x="3772375" y="3304350"/>
              <a:chExt cx="237498" cy="572700"/>
            </a:xfrm>
          </p:grpSpPr>
          <p:cxnSp>
            <p:nvCxnSpPr>
              <p:cNvPr id="3036" name="Google Shape;303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7" name="Google Shape;303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8" name="Google Shape;303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9" name="Google Shape;303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40" name="Google Shape;3040;p65"/>
            <p:cNvGrpSpPr/>
            <p:nvPr/>
          </p:nvGrpSpPr>
          <p:grpSpPr>
            <a:xfrm>
              <a:off x="5166209" y="3265405"/>
              <a:ext cx="237498" cy="531138"/>
              <a:chOff x="4089039" y="3596196"/>
              <a:chExt cx="237498" cy="281100"/>
            </a:xfrm>
          </p:grpSpPr>
          <p:cxnSp>
            <p:nvCxnSpPr>
              <p:cNvPr id="3041" name="Google Shape;304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2" name="Google Shape;304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3" name="Google Shape;304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4" name="Google Shape;304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45" name="Google Shape;3045;p65"/>
            <p:cNvGrpSpPr/>
            <p:nvPr/>
          </p:nvGrpSpPr>
          <p:grpSpPr>
            <a:xfrm>
              <a:off x="5482872" y="3265405"/>
              <a:ext cx="237498" cy="531138"/>
              <a:chOff x="4405702" y="3596196"/>
              <a:chExt cx="237498" cy="281100"/>
            </a:xfrm>
          </p:grpSpPr>
          <p:cxnSp>
            <p:nvCxnSpPr>
              <p:cNvPr id="3046" name="Google Shape;304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7" name="Google Shape;304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8" name="Google Shape;304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9" name="Google Shape;304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50" name="Google Shape;3050;p65"/>
            <p:cNvGrpSpPr/>
            <p:nvPr/>
          </p:nvGrpSpPr>
          <p:grpSpPr>
            <a:xfrm rot="5400000">
              <a:off x="5316381" y="2789246"/>
              <a:ext cx="237403" cy="581905"/>
              <a:chOff x="4089039" y="3596196"/>
              <a:chExt cx="237498" cy="281100"/>
            </a:xfrm>
          </p:grpSpPr>
          <p:cxnSp>
            <p:nvCxnSpPr>
              <p:cNvPr id="3051" name="Google Shape;305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2" name="Google Shape;305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3" name="Google Shape;305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4" name="Google Shape;305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55" name="Google Shape;3055;p65"/>
          <p:cNvGrpSpPr/>
          <p:nvPr/>
        </p:nvGrpSpPr>
        <p:grpSpPr>
          <a:xfrm>
            <a:off x="3692822" y="3360037"/>
            <a:ext cx="989838" cy="1484757"/>
            <a:chOff x="5713925" y="2311950"/>
            <a:chExt cx="1039200" cy="1558800"/>
          </a:xfrm>
        </p:grpSpPr>
        <p:sp>
          <p:nvSpPr>
            <p:cNvPr id="3056" name="Google Shape;3056;p65"/>
            <p:cNvSpPr/>
            <p:nvPr/>
          </p:nvSpPr>
          <p:spPr>
            <a:xfrm>
              <a:off x="57139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2335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57139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2335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57139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62335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90734" y="2885421"/>
            <a:ext cx="1892093" cy="1948807"/>
            <a:chOff x="229175" y="1404950"/>
            <a:chExt cx="1576350" cy="1623600"/>
          </a:xfrm>
        </p:grpSpPr>
        <p:sp>
          <p:nvSpPr>
            <p:cNvPr id="3063" name="Google Shape;3063;p65"/>
            <p:cNvSpPr/>
            <p:nvPr/>
          </p:nvSpPr>
          <p:spPr>
            <a:xfrm rot="10800000">
              <a:off x="713225" y="19461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rot="10800000">
              <a:off x="551875" y="1751325"/>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rot="10800000">
              <a:off x="390525" y="15835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rot="10800000">
              <a:off x="229175" y="14049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5"/>
          <p:cNvGrpSpPr/>
          <p:nvPr/>
        </p:nvGrpSpPr>
        <p:grpSpPr>
          <a:xfrm>
            <a:off x="5116995" y="3381881"/>
            <a:ext cx="1095921" cy="1462828"/>
            <a:chOff x="379925" y="2141500"/>
            <a:chExt cx="948275" cy="2315700"/>
          </a:xfrm>
        </p:grpSpPr>
        <p:sp>
          <p:nvSpPr>
            <p:cNvPr id="3068" name="Google Shape;3068;p65"/>
            <p:cNvSpPr/>
            <p:nvPr/>
          </p:nvSpPr>
          <p:spPr>
            <a:xfrm>
              <a:off x="379925"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552417"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724908"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897400"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5"/>
          <p:cNvGrpSpPr/>
          <p:nvPr/>
        </p:nvGrpSpPr>
        <p:grpSpPr>
          <a:xfrm flipH="1">
            <a:off x="6427859" y="3381863"/>
            <a:ext cx="2806875" cy="2625875"/>
            <a:chOff x="-943975" y="2874825"/>
            <a:chExt cx="2806875" cy="2625875"/>
          </a:xfrm>
        </p:grpSpPr>
        <p:sp>
          <p:nvSpPr>
            <p:cNvPr id="3073" name="Google Shape;3073;p65"/>
            <p:cNvSpPr/>
            <p:nvPr/>
          </p:nvSpPr>
          <p:spPr>
            <a:xfrm>
              <a:off x="-272200" y="2874825"/>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440144" y="2997519"/>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608087" y="3120213"/>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776031" y="3242906"/>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943975" y="3365600"/>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7"/>
        <p:cNvGrpSpPr/>
        <p:nvPr/>
      </p:nvGrpSpPr>
      <p:grpSpPr>
        <a:xfrm>
          <a:off x="0" y="0"/>
          <a:ext cx="0" cy="0"/>
          <a:chOff x="0" y="0"/>
          <a:chExt cx="0" cy="0"/>
        </a:xfrm>
      </p:grpSpPr>
      <p:sp>
        <p:nvSpPr>
          <p:cNvPr id="3138" name="Google Shape;3138;p71"/>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3139" name="Google Shape;3139;p71"/>
          <p:cNvSpPr txBox="1"/>
          <p:nvPr/>
        </p:nvSpPr>
        <p:spPr>
          <a:xfrm>
            <a:off x="1048350" y="187417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Don’t forget to group the resource again when you’re done.</a:t>
            </a:r>
            <a:endParaRPr sz="1100">
              <a:solidFill>
                <a:srgbClr val="FFFFFF"/>
              </a:solidFill>
            </a:endParaRPr>
          </a:p>
        </p:txBody>
      </p:sp>
      <p:grpSp>
        <p:nvGrpSpPr>
          <p:cNvPr id="3140" name="Google Shape;3140;p71"/>
          <p:cNvGrpSpPr/>
          <p:nvPr/>
        </p:nvGrpSpPr>
        <p:grpSpPr>
          <a:xfrm>
            <a:off x="4315076" y="2848418"/>
            <a:ext cx="603827" cy="532593"/>
            <a:chOff x="3161917" y="2170682"/>
            <a:chExt cx="458870" cy="404737"/>
          </a:xfrm>
        </p:grpSpPr>
        <p:sp>
          <p:nvSpPr>
            <p:cNvPr id="3141" name="Google Shape;3141;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71"/>
          <p:cNvGrpSpPr/>
          <p:nvPr/>
        </p:nvGrpSpPr>
        <p:grpSpPr>
          <a:xfrm>
            <a:off x="4337584" y="3631451"/>
            <a:ext cx="556463" cy="532823"/>
            <a:chOff x="3179914" y="2889488"/>
            <a:chExt cx="422876" cy="404911"/>
          </a:xfrm>
        </p:grpSpPr>
        <p:sp>
          <p:nvSpPr>
            <p:cNvPr id="3145" name="Google Shape;3145;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71"/>
          <p:cNvGrpSpPr/>
          <p:nvPr/>
        </p:nvGrpSpPr>
        <p:grpSpPr>
          <a:xfrm>
            <a:off x="2534470" y="3955678"/>
            <a:ext cx="993048" cy="138477"/>
            <a:chOff x="4411970" y="2962952"/>
            <a:chExt cx="706544" cy="104212"/>
          </a:xfrm>
        </p:grpSpPr>
        <p:sp>
          <p:nvSpPr>
            <p:cNvPr id="3152" name="Google Shape;31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1"/>
          <p:cNvGrpSpPr/>
          <p:nvPr/>
        </p:nvGrpSpPr>
        <p:grpSpPr>
          <a:xfrm>
            <a:off x="2534752" y="3530677"/>
            <a:ext cx="987747" cy="297480"/>
            <a:chOff x="4411970" y="2726085"/>
            <a:chExt cx="643107" cy="193659"/>
          </a:xfrm>
        </p:grpSpPr>
        <p:sp>
          <p:nvSpPr>
            <p:cNvPr id="3157" name="Google Shape;31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71"/>
          <p:cNvGrpSpPr/>
          <p:nvPr/>
        </p:nvGrpSpPr>
        <p:grpSpPr>
          <a:xfrm>
            <a:off x="1514217" y="3808038"/>
            <a:ext cx="834732" cy="259840"/>
            <a:chOff x="4411970" y="4340222"/>
            <a:chExt cx="779467" cy="242683"/>
          </a:xfrm>
        </p:grpSpPr>
        <p:sp>
          <p:nvSpPr>
            <p:cNvPr id="3161" name="Google Shape;31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 name="Google Shape;3164;p71"/>
          <p:cNvGrpSpPr/>
          <p:nvPr/>
        </p:nvGrpSpPr>
        <p:grpSpPr>
          <a:xfrm>
            <a:off x="2534676" y="3180714"/>
            <a:ext cx="992886" cy="222441"/>
            <a:chOff x="4411970" y="2468674"/>
            <a:chExt cx="747317" cy="167425"/>
          </a:xfrm>
        </p:grpSpPr>
        <p:sp>
          <p:nvSpPr>
            <p:cNvPr id="3165" name="Google Shape;31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7" name="Google Shape;3167;p71"/>
          <p:cNvSpPr/>
          <p:nvPr/>
        </p:nvSpPr>
        <p:spPr>
          <a:xfrm>
            <a:off x="1512765" y="3516641"/>
            <a:ext cx="833889" cy="19852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71"/>
          <p:cNvGrpSpPr/>
          <p:nvPr/>
        </p:nvGrpSpPr>
        <p:grpSpPr>
          <a:xfrm>
            <a:off x="1513549" y="2838436"/>
            <a:ext cx="2015241" cy="214756"/>
            <a:chOff x="6336019" y="3733725"/>
            <a:chExt cx="2566206" cy="351310"/>
          </a:xfrm>
        </p:grpSpPr>
        <p:sp>
          <p:nvSpPr>
            <p:cNvPr id="3169" name="Google Shape;31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1"/>
          <p:cNvGrpSpPr/>
          <p:nvPr/>
        </p:nvGrpSpPr>
        <p:grpSpPr>
          <a:xfrm>
            <a:off x="2534433" y="4492316"/>
            <a:ext cx="973700" cy="157595"/>
            <a:chOff x="4404545" y="3301592"/>
            <a:chExt cx="782403" cy="129272"/>
          </a:xfrm>
        </p:grpSpPr>
        <p:sp>
          <p:nvSpPr>
            <p:cNvPr id="3174" name="Google Shape;31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2534666" y="4221676"/>
            <a:ext cx="989896" cy="143118"/>
            <a:chOff x="4411970" y="3131459"/>
            <a:chExt cx="710520" cy="117397"/>
          </a:xfrm>
        </p:grpSpPr>
        <p:sp>
          <p:nvSpPr>
            <p:cNvPr id="3177" name="Google Shape;31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1" descr="Timeline background shape"/>
          <p:cNvSpPr/>
          <p:nvPr/>
        </p:nvSpPr>
        <p:spPr>
          <a:xfrm>
            <a:off x="2534524" y="4777432"/>
            <a:ext cx="987900" cy="1575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71"/>
          <p:cNvGrpSpPr/>
          <p:nvPr/>
        </p:nvGrpSpPr>
        <p:grpSpPr>
          <a:xfrm>
            <a:off x="1506033" y="4160752"/>
            <a:ext cx="847492" cy="472166"/>
            <a:chOff x="4411970" y="1801825"/>
            <a:chExt cx="734586" cy="409262"/>
          </a:xfrm>
        </p:grpSpPr>
        <p:sp>
          <p:nvSpPr>
            <p:cNvPr id="3181" name="Google Shape;31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3671502" y="2846464"/>
            <a:ext cx="536502" cy="536502"/>
            <a:chOff x="5681300" y="2527788"/>
            <a:chExt cx="805800" cy="805800"/>
          </a:xfrm>
        </p:grpSpPr>
        <p:sp>
          <p:nvSpPr>
            <p:cNvPr id="3184" name="Google Shape;31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3665387" y="3623701"/>
            <a:ext cx="548322" cy="548322"/>
            <a:chOff x="4049800" y="640400"/>
            <a:chExt cx="858900" cy="858900"/>
          </a:xfrm>
        </p:grpSpPr>
        <p:sp>
          <p:nvSpPr>
            <p:cNvPr id="3187" name="Google Shape;31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71"/>
          <p:cNvGrpSpPr/>
          <p:nvPr/>
        </p:nvGrpSpPr>
        <p:grpSpPr>
          <a:xfrm>
            <a:off x="3588445" y="4317739"/>
            <a:ext cx="701580" cy="701580"/>
            <a:chOff x="5080188" y="927900"/>
            <a:chExt cx="961200" cy="961200"/>
          </a:xfrm>
        </p:grpSpPr>
        <p:sp>
          <p:nvSpPr>
            <p:cNvPr id="3190" name="Google Shape;31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1"/>
          <p:cNvGrpSpPr/>
          <p:nvPr/>
        </p:nvGrpSpPr>
        <p:grpSpPr>
          <a:xfrm>
            <a:off x="4391129" y="4407244"/>
            <a:ext cx="522740" cy="522568"/>
            <a:chOff x="1897577" y="2802432"/>
            <a:chExt cx="492176" cy="492014"/>
          </a:xfrm>
        </p:grpSpPr>
        <p:sp>
          <p:nvSpPr>
            <p:cNvPr id="3199" name="Google Shape;3199;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1513457" y="4725792"/>
            <a:ext cx="832461" cy="206609"/>
            <a:chOff x="2013045" y="4813233"/>
            <a:chExt cx="921986" cy="228854"/>
          </a:xfrm>
        </p:grpSpPr>
        <p:sp>
          <p:nvSpPr>
            <p:cNvPr id="3212" name="Google Shape;3212;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1"/>
          <p:cNvGrpSpPr/>
          <p:nvPr/>
        </p:nvGrpSpPr>
        <p:grpSpPr>
          <a:xfrm>
            <a:off x="1522185" y="3146066"/>
            <a:ext cx="815202" cy="277701"/>
            <a:chOff x="1046767" y="4756633"/>
            <a:chExt cx="859646" cy="292841"/>
          </a:xfrm>
        </p:grpSpPr>
        <p:sp>
          <p:nvSpPr>
            <p:cNvPr id="3215" name="Google Shape;3215;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5693359" y="3614304"/>
            <a:ext cx="487903" cy="567117"/>
            <a:chOff x="4727025" y="1332775"/>
            <a:chExt cx="59900" cy="69625"/>
          </a:xfrm>
        </p:grpSpPr>
        <p:sp>
          <p:nvSpPr>
            <p:cNvPr id="3219" name="Google Shape;321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1"/>
          <p:cNvGrpSpPr/>
          <p:nvPr/>
        </p:nvGrpSpPr>
        <p:grpSpPr>
          <a:xfrm>
            <a:off x="6356965" y="2828204"/>
            <a:ext cx="571596" cy="573022"/>
            <a:chOff x="4820425" y="1329900"/>
            <a:chExt cx="70175" cy="70350"/>
          </a:xfrm>
        </p:grpSpPr>
        <p:sp>
          <p:nvSpPr>
            <p:cNvPr id="3222" name="Google Shape;322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7035633" y="2840116"/>
            <a:ext cx="599290" cy="549197"/>
            <a:chOff x="4903200" y="1331525"/>
            <a:chExt cx="73575" cy="67425"/>
          </a:xfrm>
        </p:grpSpPr>
        <p:sp>
          <p:nvSpPr>
            <p:cNvPr id="3227" name="Google Shape;322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71"/>
          <p:cNvGrpSpPr/>
          <p:nvPr/>
        </p:nvGrpSpPr>
        <p:grpSpPr>
          <a:xfrm>
            <a:off x="6305138" y="3607075"/>
            <a:ext cx="600716" cy="581574"/>
            <a:chOff x="4815575" y="1416800"/>
            <a:chExt cx="73750" cy="71400"/>
          </a:xfrm>
        </p:grpSpPr>
        <p:sp>
          <p:nvSpPr>
            <p:cNvPr id="3230" name="Google Shape;323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1"/>
          <p:cNvGrpSpPr/>
          <p:nvPr/>
        </p:nvGrpSpPr>
        <p:grpSpPr>
          <a:xfrm>
            <a:off x="7029728" y="3638129"/>
            <a:ext cx="606825" cy="519467"/>
            <a:chOff x="4902475" y="1418875"/>
            <a:chExt cx="74500" cy="63775"/>
          </a:xfrm>
        </p:grpSpPr>
        <p:sp>
          <p:nvSpPr>
            <p:cNvPr id="3234" name="Google Shape;323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71"/>
          <p:cNvGrpSpPr/>
          <p:nvPr/>
        </p:nvGrpSpPr>
        <p:grpSpPr>
          <a:xfrm>
            <a:off x="6383703" y="4376825"/>
            <a:ext cx="580149" cy="583407"/>
            <a:chOff x="4818100" y="1507675"/>
            <a:chExt cx="71225" cy="71625"/>
          </a:xfrm>
        </p:grpSpPr>
        <p:sp>
          <p:nvSpPr>
            <p:cNvPr id="3237" name="Google Shape;323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1"/>
          <p:cNvGrpSpPr/>
          <p:nvPr/>
        </p:nvGrpSpPr>
        <p:grpSpPr>
          <a:xfrm>
            <a:off x="5636268" y="4365829"/>
            <a:ext cx="646330" cy="605399"/>
            <a:chOff x="4721450" y="1509475"/>
            <a:chExt cx="79350" cy="74325"/>
          </a:xfrm>
        </p:grpSpPr>
        <p:sp>
          <p:nvSpPr>
            <p:cNvPr id="3242" name="Google Shape;324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71"/>
          <p:cNvGrpSpPr/>
          <p:nvPr/>
        </p:nvGrpSpPr>
        <p:grpSpPr>
          <a:xfrm>
            <a:off x="7064957" y="4379065"/>
            <a:ext cx="573022" cy="578927"/>
            <a:chOff x="4906800" y="1507500"/>
            <a:chExt cx="70350" cy="71075"/>
          </a:xfrm>
        </p:grpSpPr>
        <p:sp>
          <p:nvSpPr>
            <p:cNvPr id="3247" name="Google Shape;324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71"/>
          <p:cNvGrpSpPr/>
          <p:nvPr/>
        </p:nvGrpSpPr>
        <p:grpSpPr>
          <a:xfrm>
            <a:off x="5025975" y="2848318"/>
            <a:ext cx="532793" cy="532793"/>
            <a:chOff x="3736598" y="2170606"/>
            <a:chExt cx="404889" cy="404889"/>
          </a:xfrm>
        </p:grpSpPr>
        <p:sp>
          <p:nvSpPr>
            <p:cNvPr id="3253" name="Google Shape;325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71"/>
          <p:cNvGrpSpPr/>
          <p:nvPr/>
        </p:nvGrpSpPr>
        <p:grpSpPr>
          <a:xfrm>
            <a:off x="5017921" y="3631407"/>
            <a:ext cx="551563" cy="532910"/>
            <a:chOff x="3729467" y="2889422"/>
            <a:chExt cx="419153" cy="404977"/>
          </a:xfrm>
        </p:grpSpPr>
        <p:sp>
          <p:nvSpPr>
            <p:cNvPr id="3258" name="Google Shape;3258;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1"/>
          <p:cNvGrpSpPr/>
          <p:nvPr/>
        </p:nvGrpSpPr>
        <p:grpSpPr>
          <a:xfrm>
            <a:off x="5014975" y="4409279"/>
            <a:ext cx="520189" cy="518499"/>
            <a:chOff x="6039282" y="1042577"/>
            <a:chExt cx="734315" cy="731929"/>
          </a:xfrm>
        </p:grpSpPr>
        <p:sp>
          <p:nvSpPr>
            <p:cNvPr id="3266" name="Google Shape;3266;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71"/>
          <p:cNvGrpSpPr/>
          <p:nvPr/>
        </p:nvGrpSpPr>
        <p:grpSpPr>
          <a:xfrm>
            <a:off x="5665841" y="2804984"/>
            <a:ext cx="584052" cy="619461"/>
            <a:chOff x="1825800" y="1651625"/>
            <a:chExt cx="539989" cy="571775"/>
          </a:xfrm>
        </p:grpSpPr>
        <p:sp>
          <p:nvSpPr>
            <p:cNvPr id="3288" name="Google Shape;3288;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2" name="Google Shape;3292;p71"/>
          <p:cNvSpPr/>
          <p:nvPr/>
        </p:nvSpPr>
        <p:spPr>
          <a:xfrm>
            <a:off x="2081491" y="5210141"/>
            <a:ext cx="233925" cy="1186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06022" y="5187941"/>
            <a:ext cx="216716" cy="16300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2674169" y="5195776"/>
            <a:ext cx="211723" cy="147336"/>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3244646" y="5187941"/>
            <a:ext cx="206729" cy="16300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6" name="Google Shape;3296;p71"/>
          <p:cNvGrpSpPr/>
          <p:nvPr/>
        </p:nvGrpSpPr>
        <p:grpSpPr>
          <a:xfrm>
            <a:off x="1509170" y="5569548"/>
            <a:ext cx="210033" cy="178524"/>
            <a:chOff x="4660325" y="1866850"/>
            <a:chExt cx="68350" cy="58100"/>
          </a:xfrm>
        </p:grpSpPr>
        <p:sp>
          <p:nvSpPr>
            <p:cNvPr id="3297" name="Google Shape;3297;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1"/>
          <p:cNvGrpSpPr/>
          <p:nvPr/>
        </p:nvGrpSpPr>
        <p:grpSpPr>
          <a:xfrm>
            <a:off x="2083369" y="5602004"/>
            <a:ext cx="205039" cy="113613"/>
            <a:chOff x="4791775" y="1877500"/>
            <a:chExt cx="66725" cy="36975"/>
          </a:xfrm>
        </p:grpSpPr>
        <p:sp>
          <p:nvSpPr>
            <p:cNvPr id="3300" name="Google Shape;3300;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1"/>
          <p:cNvGrpSpPr/>
          <p:nvPr/>
        </p:nvGrpSpPr>
        <p:grpSpPr>
          <a:xfrm>
            <a:off x="2652575" y="5602004"/>
            <a:ext cx="182914" cy="113613"/>
            <a:chOff x="4923925" y="1877500"/>
            <a:chExt cx="59525" cy="36975"/>
          </a:xfrm>
        </p:grpSpPr>
        <p:sp>
          <p:nvSpPr>
            <p:cNvPr id="3303" name="Google Shape;3303;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1"/>
          <p:cNvGrpSpPr/>
          <p:nvPr/>
        </p:nvGrpSpPr>
        <p:grpSpPr>
          <a:xfrm>
            <a:off x="3199655" y="5579534"/>
            <a:ext cx="178459" cy="158551"/>
            <a:chOff x="5058450" y="1870100"/>
            <a:chExt cx="58075" cy="51600"/>
          </a:xfrm>
        </p:grpSpPr>
        <p:sp>
          <p:nvSpPr>
            <p:cNvPr id="3306" name="Google Shape;3306;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1"/>
          <p:cNvGrpSpPr/>
          <p:nvPr/>
        </p:nvGrpSpPr>
        <p:grpSpPr>
          <a:xfrm>
            <a:off x="4397275" y="5201537"/>
            <a:ext cx="127525" cy="135813"/>
            <a:chOff x="4811425" y="2065025"/>
            <a:chExt cx="41500" cy="44200"/>
          </a:xfrm>
        </p:grpSpPr>
        <p:sp>
          <p:nvSpPr>
            <p:cNvPr id="3309" name="Google Shape;3309;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1"/>
          <p:cNvGrpSpPr/>
          <p:nvPr/>
        </p:nvGrpSpPr>
        <p:grpSpPr>
          <a:xfrm>
            <a:off x="4883554" y="5201806"/>
            <a:ext cx="152493" cy="135276"/>
            <a:chOff x="4929875" y="2065025"/>
            <a:chExt cx="49625" cy="44025"/>
          </a:xfrm>
        </p:grpSpPr>
        <p:sp>
          <p:nvSpPr>
            <p:cNvPr id="3312" name="Google Shape;3312;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1"/>
          <p:cNvGrpSpPr/>
          <p:nvPr/>
        </p:nvGrpSpPr>
        <p:grpSpPr>
          <a:xfrm>
            <a:off x="5394800" y="5205609"/>
            <a:ext cx="88576" cy="127671"/>
            <a:chOff x="5083925" y="2066350"/>
            <a:chExt cx="28825" cy="41550"/>
          </a:xfrm>
        </p:grpSpPr>
        <p:sp>
          <p:nvSpPr>
            <p:cNvPr id="3315" name="Google Shape;3315;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1"/>
          <p:cNvGrpSpPr/>
          <p:nvPr/>
        </p:nvGrpSpPr>
        <p:grpSpPr>
          <a:xfrm>
            <a:off x="3810129" y="5225351"/>
            <a:ext cx="228393" cy="88186"/>
            <a:chOff x="4659775" y="2072775"/>
            <a:chExt cx="74325" cy="28700"/>
          </a:xfrm>
        </p:grpSpPr>
        <p:sp>
          <p:nvSpPr>
            <p:cNvPr id="3318" name="Google Shape;3318;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1"/>
          <p:cNvGrpSpPr/>
          <p:nvPr/>
        </p:nvGrpSpPr>
        <p:grpSpPr>
          <a:xfrm>
            <a:off x="3082023" y="5991772"/>
            <a:ext cx="211185" cy="112538"/>
            <a:chOff x="4662475" y="1976500"/>
            <a:chExt cx="68725" cy="36625"/>
          </a:xfrm>
        </p:grpSpPr>
        <p:sp>
          <p:nvSpPr>
            <p:cNvPr id="3322" name="Google Shape;3322;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5" name="Google Shape;3325;p71"/>
          <p:cNvGrpSpPr/>
          <p:nvPr/>
        </p:nvGrpSpPr>
        <p:grpSpPr>
          <a:xfrm>
            <a:off x="2526974" y="5996112"/>
            <a:ext cx="210570" cy="103857"/>
            <a:chOff x="4920150" y="1977875"/>
            <a:chExt cx="68525" cy="33800"/>
          </a:xfrm>
        </p:grpSpPr>
        <p:sp>
          <p:nvSpPr>
            <p:cNvPr id="3326" name="Google Shape;3326;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71"/>
          <p:cNvGrpSpPr/>
          <p:nvPr/>
        </p:nvGrpSpPr>
        <p:grpSpPr>
          <a:xfrm>
            <a:off x="3742280" y="5578152"/>
            <a:ext cx="157947" cy="161317"/>
            <a:chOff x="4676550" y="2160575"/>
            <a:chExt cx="51400" cy="52500"/>
          </a:xfrm>
        </p:grpSpPr>
        <p:sp>
          <p:nvSpPr>
            <p:cNvPr id="3330" name="Google Shape;3330;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4264394" y="5587024"/>
            <a:ext cx="183452" cy="143572"/>
            <a:chOff x="4768325" y="2163475"/>
            <a:chExt cx="59700" cy="46725"/>
          </a:xfrm>
        </p:grpSpPr>
        <p:sp>
          <p:nvSpPr>
            <p:cNvPr id="3334" name="Google Shape;3334;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6" name="Google Shape;3336;p71"/>
          <p:cNvSpPr/>
          <p:nvPr/>
        </p:nvSpPr>
        <p:spPr>
          <a:xfrm>
            <a:off x="4812012" y="5576308"/>
            <a:ext cx="108704" cy="165004"/>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7420177" y="5945220"/>
            <a:ext cx="186832" cy="205640"/>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3637687" y="5944952"/>
            <a:ext cx="150265" cy="206178"/>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5715475" y="5965193"/>
            <a:ext cx="231082" cy="16569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5842130" y="5198465"/>
            <a:ext cx="187370" cy="14195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6965301" y="5175650"/>
            <a:ext cx="126680" cy="18758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71"/>
          <p:cNvGrpSpPr/>
          <p:nvPr/>
        </p:nvGrpSpPr>
        <p:grpSpPr>
          <a:xfrm>
            <a:off x="4132431" y="5980633"/>
            <a:ext cx="142275" cy="134815"/>
            <a:chOff x="4768575" y="2253950"/>
            <a:chExt cx="46300" cy="43875"/>
          </a:xfrm>
        </p:grpSpPr>
        <p:sp>
          <p:nvSpPr>
            <p:cNvPr id="3343" name="Google Shape;3343;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6883411" y="5566552"/>
            <a:ext cx="149112" cy="184516"/>
            <a:chOff x="4960900" y="2433225"/>
            <a:chExt cx="48525" cy="60050"/>
          </a:xfrm>
        </p:grpSpPr>
        <p:sp>
          <p:nvSpPr>
            <p:cNvPr id="3346" name="Google Shape;3346;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1"/>
          <p:cNvGrpSpPr/>
          <p:nvPr/>
        </p:nvGrpSpPr>
        <p:grpSpPr>
          <a:xfrm>
            <a:off x="6291036" y="5957319"/>
            <a:ext cx="172082" cy="181443"/>
            <a:chOff x="4854075" y="2527625"/>
            <a:chExt cx="56000" cy="59050"/>
          </a:xfrm>
        </p:grpSpPr>
        <p:sp>
          <p:nvSpPr>
            <p:cNvPr id="3349" name="Google Shape;3349;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71"/>
          <p:cNvSpPr/>
          <p:nvPr/>
        </p:nvSpPr>
        <p:spPr>
          <a:xfrm>
            <a:off x="6385651" y="5575117"/>
            <a:ext cx="133594" cy="167385"/>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5284882" y="5575117"/>
            <a:ext cx="201736" cy="167385"/>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5850785" y="5575117"/>
            <a:ext cx="170700" cy="167385"/>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71"/>
          <p:cNvGrpSpPr/>
          <p:nvPr/>
        </p:nvGrpSpPr>
        <p:grpSpPr>
          <a:xfrm>
            <a:off x="7450734" y="5168007"/>
            <a:ext cx="125297" cy="202875"/>
            <a:chOff x="5059700" y="2334775"/>
            <a:chExt cx="40775" cy="66025"/>
          </a:xfrm>
        </p:grpSpPr>
        <p:sp>
          <p:nvSpPr>
            <p:cNvPr id="3355" name="Google Shape;3355;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71"/>
          <p:cNvGrpSpPr/>
          <p:nvPr/>
        </p:nvGrpSpPr>
        <p:grpSpPr>
          <a:xfrm>
            <a:off x="7396690" y="5557641"/>
            <a:ext cx="233387" cy="202337"/>
            <a:chOff x="5037700" y="2430325"/>
            <a:chExt cx="75950" cy="65850"/>
          </a:xfrm>
        </p:grpSpPr>
        <p:sp>
          <p:nvSpPr>
            <p:cNvPr id="3365" name="Google Shape;3365;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1"/>
          <p:cNvGrpSpPr/>
          <p:nvPr/>
        </p:nvGrpSpPr>
        <p:grpSpPr>
          <a:xfrm>
            <a:off x="6388254" y="5207853"/>
            <a:ext cx="218293" cy="123182"/>
            <a:chOff x="4756975" y="2341800"/>
            <a:chExt cx="91975" cy="51925"/>
          </a:xfrm>
        </p:grpSpPr>
        <p:sp>
          <p:nvSpPr>
            <p:cNvPr id="3368" name="Google Shape;3368;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71"/>
          <p:cNvGrpSpPr/>
          <p:nvPr/>
        </p:nvGrpSpPr>
        <p:grpSpPr>
          <a:xfrm>
            <a:off x="6807598" y="5937157"/>
            <a:ext cx="268100" cy="221766"/>
            <a:chOff x="4943575" y="2516350"/>
            <a:chExt cx="98675" cy="81700"/>
          </a:xfrm>
        </p:grpSpPr>
        <p:sp>
          <p:nvSpPr>
            <p:cNvPr id="3389" name="Google Shape;3389;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1"/>
          <p:cNvSpPr/>
          <p:nvPr/>
        </p:nvSpPr>
        <p:spPr>
          <a:xfrm>
            <a:off x="4619185" y="5937975"/>
            <a:ext cx="220132" cy="22013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83797" y="5974391"/>
            <a:ext cx="187200" cy="1473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1539816"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flipH="1">
            <a:off x="2033395"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4"/>
        <p:cNvGrpSpPr/>
        <p:nvPr/>
      </p:nvGrpSpPr>
      <p:grpSpPr>
        <a:xfrm>
          <a:off x="0" y="0"/>
          <a:ext cx="0" cy="0"/>
          <a:chOff x="0" y="0"/>
          <a:chExt cx="0" cy="0"/>
        </a:xfrm>
      </p:grpSpPr>
      <p:grpSp>
        <p:nvGrpSpPr>
          <p:cNvPr id="3475" name="Google Shape;3475;p72"/>
          <p:cNvGrpSpPr/>
          <p:nvPr/>
        </p:nvGrpSpPr>
        <p:grpSpPr>
          <a:xfrm>
            <a:off x="1705492" y="2690624"/>
            <a:ext cx="2622876" cy="1333540"/>
            <a:chOff x="238125" y="1038125"/>
            <a:chExt cx="7146800" cy="3633625"/>
          </a:xfrm>
        </p:grpSpPr>
        <p:sp>
          <p:nvSpPr>
            <p:cNvPr id="3476" name="Google Shape;347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2"/>
          <p:cNvGrpSpPr/>
          <p:nvPr/>
        </p:nvGrpSpPr>
        <p:grpSpPr>
          <a:xfrm>
            <a:off x="1684411" y="815696"/>
            <a:ext cx="2665073" cy="1317140"/>
            <a:chOff x="793334" y="1192826"/>
            <a:chExt cx="2665073" cy="1317140"/>
          </a:xfrm>
        </p:grpSpPr>
        <p:sp>
          <p:nvSpPr>
            <p:cNvPr id="5049" name="Google Shape;504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72"/>
          <p:cNvGrpSpPr/>
          <p:nvPr/>
        </p:nvGrpSpPr>
        <p:grpSpPr>
          <a:xfrm>
            <a:off x="1861756" y="4581945"/>
            <a:ext cx="2310381" cy="1488888"/>
            <a:chOff x="229225" y="549050"/>
            <a:chExt cx="7161750" cy="4615275"/>
          </a:xfrm>
        </p:grpSpPr>
        <p:sp>
          <p:nvSpPr>
            <p:cNvPr id="9017" name="Google Shape;901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2"/>
          <p:cNvGrpSpPr/>
          <p:nvPr/>
        </p:nvGrpSpPr>
        <p:grpSpPr>
          <a:xfrm>
            <a:off x="5086474" y="787167"/>
            <a:ext cx="2310282" cy="1374222"/>
            <a:chOff x="238125" y="732525"/>
            <a:chExt cx="7130500" cy="4241425"/>
          </a:xfrm>
        </p:grpSpPr>
        <p:sp>
          <p:nvSpPr>
            <p:cNvPr id="9135" name="Google Shape;913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72"/>
          <p:cNvGrpSpPr/>
          <p:nvPr/>
        </p:nvGrpSpPr>
        <p:grpSpPr>
          <a:xfrm>
            <a:off x="5701776" y="5388950"/>
            <a:ext cx="560636" cy="516497"/>
            <a:chOff x="6652051" y="3714143"/>
            <a:chExt cx="560636" cy="516497"/>
          </a:xfrm>
        </p:grpSpPr>
        <p:grpSp>
          <p:nvGrpSpPr>
            <p:cNvPr id="9250" name="Google Shape;9250;p72"/>
            <p:cNvGrpSpPr/>
            <p:nvPr/>
          </p:nvGrpSpPr>
          <p:grpSpPr>
            <a:xfrm>
              <a:off x="6669657" y="3716715"/>
              <a:ext cx="466768" cy="464314"/>
              <a:chOff x="3139766" y="765669"/>
              <a:chExt cx="886380" cy="881888"/>
            </a:xfrm>
          </p:grpSpPr>
          <p:grpSp>
            <p:nvGrpSpPr>
              <p:cNvPr id="9251" name="Google Shape;9251;p72"/>
              <p:cNvGrpSpPr/>
              <p:nvPr/>
            </p:nvGrpSpPr>
            <p:grpSpPr>
              <a:xfrm>
                <a:off x="3139766" y="765669"/>
                <a:ext cx="886380" cy="881888"/>
                <a:chOff x="3139766" y="765669"/>
                <a:chExt cx="886380" cy="881888"/>
              </a:xfrm>
            </p:grpSpPr>
            <p:sp>
              <p:nvSpPr>
                <p:cNvPr id="9252" name="Google Shape;925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1" name="Google Shape;926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5" name="Google Shape;926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72"/>
          <p:cNvGrpSpPr/>
          <p:nvPr/>
        </p:nvGrpSpPr>
        <p:grpSpPr>
          <a:xfrm>
            <a:off x="6700485" y="4869533"/>
            <a:ext cx="104231" cy="320340"/>
            <a:chOff x="7564426" y="3224343"/>
            <a:chExt cx="119985" cy="368801"/>
          </a:xfrm>
        </p:grpSpPr>
        <p:sp>
          <p:nvSpPr>
            <p:cNvPr id="9267" name="Google Shape;926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2"/>
          <p:cNvGrpSpPr/>
          <p:nvPr/>
        </p:nvGrpSpPr>
        <p:grpSpPr>
          <a:xfrm>
            <a:off x="6399974" y="4863635"/>
            <a:ext cx="189489" cy="332132"/>
            <a:chOff x="8370831" y="3202002"/>
            <a:chExt cx="218129" cy="382376"/>
          </a:xfrm>
        </p:grpSpPr>
        <p:sp>
          <p:nvSpPr>
            <p:cNvPr id="9270" name="Google Shape;927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72"/>
          <p:cNvGrpSpPr/>
          <p:nvPr/>
        </p:nvGrpSpPr>
        <p:grpSpPr>
          <a:xfrm>
            <a:off x="7123363" y="5274766"/>
            <a:ext cx="309429" cy="267000"/>
            <a:chOff x="6742064" y="3750480"/>
            <a:chExt cx="399315" cy="344560"/>
          </a:xfrm>
        </p:grpSpPr>
        <p:sp>
          <p:nvSpPr>
            <p:cNvPr id="9273" name="Google Shape;927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72"/>
          <p:cNvGrpSpPr/>
          <p:nvPr/>
        </p:nvGrpSpPr>
        <p:grpSpPr>
          <a:xfrm>
            <a:off x="6662382" y="5625814"/>
            <a:ext cx="180437" cy="281608"/>
            <a:chOff x="7248525" y="3739696"/>
            <a:chExt cx="230531" cy="359790"/>
          </a:xfrm>
        </p:grpSpPr>
        <p:sp>
          <p:nvSpPr>
            <p:cNvPr id="9276" name="Google Shape;927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72"/>
          <p:cNvGrpSpPr/>
          <p:nvPr/>
        </p:nvGrpSpPr>
        <p:grpSpPr>
          <a:xfrm>
            <a:off x="6908302" y="5269038"/>
            <a:ext cx="162896" cy="278710"/>
            <a:chOff x="7601242" y="3729267"/>
            <a:chExt cx="222566" cy="380803"/>
          </a:xfrm>
        </p:grpSpPr>
        <p:sp>
          <p:nvSpPr>
            <p:cNvPr id="9279" name="Google Shape;927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72"/>
          <p:cNvSpPr/>
          <p:nvPr/>
        </p:nvSpPr>
        <p:spPr>
          <a:xfrm>
            <a:off x="6874328" y="488139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72"/>
          <p:cNvGrpSpPr/>
          <p:nvPr/>
        </p:nvGrpSpPr>
        <p:grpSpPr>
          <a:xfrm>
            <a:off x="6397947" y="5270179"/>
            <a:ext cx="193543" cy="275990"/>
            <a:chOff x="8304647" y="3738687"/>
            <a:chExt cx="225076" cy="320956"/>
          </a:xfrm>
        </p:grpSpPr>
        <p:sp>
          <p:nvSpPr>
            <p:cNvPr id="9283" name="Google Shape;928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2"/>
          <p:cNvGrpSpPr/>
          <p:nvPr/>
        </p:nvGrpSpPr>
        <p:grpSpPr>
          <a:xfrm>
            <a:off x="6670440" y="5270179"/>
            <a:ext cx="178492" cy="275990"/>
            <a:chOff x="8615101" y="3738687"/>
            <a:chExt cx="207573" cy="320956"/>
          </a:xfrm>
        </p:grpSpPr>
        <p:sp>
          <p:nvSpPr>
            <p:cNvPr id="9287" name="Google Shape;928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0" name="Google Shape;9290;p72"/>
          <p:cNvSpPr/>
          <p:nvPr/>
        </p:nvSpPr>
        <p:spPr>
          <a:xfrm>
            <a:off x="7166879" y="4860062"/>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1" name="Google Shape;9291;p72"/>
          <p:cNvGrpSpPr/>
          <p:nvPr/>
        </p:nvGrpSpPr>
        <p:grpSpPr>
          <a:xfrm>
            <a:off x="6895971" y="5672839"/>
            <a:ext cx="187557" cy="187557"/>
            <a:chOff x="8565775" y="671075"/>
            <a:chExt cx="441000" cy="441000"/>
          </a:xfrm>
        </p:grpSpPr>
        <p:sp>
          <p:nvSpPr>
            <p:cNvPr id="9292" name="Google Shape;929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4" name="Google Shape;9294;p72"/>
          <p:cNvSpPr/>
          <p:nvPr/>
        </p:nvSpPr>
        <p:spPr>
          <a:xfrm>
            <a:off x="7181237" y="5668760"/>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flipH="1">
            <a:off x="6405424" y="563521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2"/>
          <p:cNvGrpSpPr/>
          <p:nvPr/>
        </p:nvGrpSpPr>
        <p:grpSpPr>
          <a:xfrm>
            <a:off x="5050443" y="4745365"/>
            <a:ext cx="587865" cy="517731"/>
            <a:chOff x="6000718" y="3070557"/>
            <a:chExt cx="587865" cy="517731"/>
          </a:xfrm>
        </p:grpSpPr>
        <p:sp>
          <p:nvSpPr>
            <p:cNvPr id="9297" name="Google Shape;929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72"/>
          <p:cNvGrpSpPr/>
          <p:nvPr/>
        </p:nvGrpSpPr>
        <p:grpSpPr>
          <a:xfrm>
            <a:off x="5065248" y="5389025"/>
            <a:ext cx="557665" cy="516387"/>
            <a:chOff x="6015523" y="3714217"/>
            <a:chExt cx="557665" cy="516387"/>
          </a:xfrm>
        </p:grpSpPr>
        <p:grpSp>
          <p:nvGrpSpPr>
            <p:cNvPr id="9308" name="Google Shape;9308;p72"/>
            <p:cNvGrpSpPr/>
            <p:nvPr/>
          </p:nvGrpSpPr>
          <p:grpSpPr>
            <a:xfrm>
              <a:off x="6036094" y="3716980"/>
              <a:ext cx="529822" cy="510480"/>
              <a:chOff x="3148311" y="-545634"/>
              <a:chExt cx="1006118" cy="969572"/>
            </a:xfrm>
          </p:grpSpPr>
          <p:sp>
            <p:nvSpPr>
              <p:cNvPr id="9309" name="Google Shape;930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9" name="Google Shape;931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72"/>
          <p:cNvGrpSpPr/>
          <p:nvPr/>
        </p:nvGrpSpPr>
        <p:grpSpPr>
          <a:xfrm>
            <a:off x="5694030" y="4748436"/>
            <a:ext cx="576302" cy="511871"/>
            <a:chOff x="6644304" y="3073628"/>
            <a:chExt cx="576302" cy="511871"/>
          </a:xfrm>
        </p:grpSpPr>
        <p:grpSp>
          <p:nvGrpSpPr>
            <p:cNvPr id="9321" name="Google Shape;9321;p72"/>
            <p:cNvGrpSpPr/>
            <p:nvPr/>
          </p:nvGrpSpPr>
          <p:grpSpPr>
            <a:xfrm>
              <a:off x="6712169" y="3073651"/>
              <a:ext cx="481611" cy="506713"/>
              <a:chOff x="1833536" y="-546641"/>
              <a:chExt cx="914567" cy="962419"/>
            </a:xfrm>
          </p:grpSpPr>
          <p:grpSp>
            <p:nvGrpSpPr>
              <p:cNvPr id="9322" name="Google Shape;9322;p72"/>
              <p:cNvGrpSpPr/>
              <p:nvPr/>
            </p:nvGrpSpPr>
            <p:grpSpPr>
              <a:xfrm>
                <a:off x="1833536" y="-524249"/>
                <a:ext cx="914567" cy="940027"/>
                <a:chOff x="1833536" y="-524249"/>
                <a:chExt cx="914567" cy="940027"/>
              </a:xfrm>
            </p:grpSpPr>
            <p:sp>
              <p:nvSpPr>
                <p:cNvPr id="9323" name="Google Shape;932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72"/>
          <p:cNvGrpSpPr/>
          <p:nvPr/>
        </p:nvGrpSpPr>
        <p:grpSpPr>
          <a:xfrm>
            <a:off x="5023629" y="2617893"/>
            <a:ext cx="2435960" cy="1297725"/>
            <a:chOff x="233350" y="949250"/>
            <a:chExt cx="7137300" cy="3802300"/>
          </a:xfrm>
        </p:grpSpPr>
        <p:sp>
          <p:nvSpPr>
            <p:cNvPr id="9334" name="Google Shape;9334;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73"/>
          <p:cNvGrpSpPr/>
          <p:nvPr/>
        </p:nvGrpSpPr>
        <p:grpSpPr>
          <a:xfrm>
            <a:off x="2190459" y="4805400"/>
            <a:ext cx="1063684" cy="733308"/>
            <a:chOff x="4967783" y="2151471"/>
            <a:chExt cx="3920692" cy="2702940"/>
          </a:xfrm>
        </p:grpSpPr>
        <p:grpSp>
          <p:nvGrpSpPr>
            <p:cNvPr id="9390" name="Google Shape;9390;p73"/>
            <p:cNvGrpSpPr/>
            <p:nvPr/>
          </p:nvGrpSpPr>
          <p:grpSpPr>
            <a:xfrm>
              <a:off x="5045709" y="2252109"/>
              <a:ext cx="3761071" cy="2501708"/>
              <a:chOff x="2691784" y="1805334"/>
              <a:chExt cx="3761071" cy="2501708"/>
            </a:xfrm>
          </p:grpSpPr>
          <p:sp>
            <p:nvSpPr>
              <p:cNvPr id="9391" name="Google Shape;9391;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3"/>
            <p:cNvGrpSpPr/>
            <p:nvPr/>
          </p:nvGrpSpPr>
          <p:grpSpPr>
            <a:xfrm>
              <a:off x="4967783" y="2151471"/>
              <a:ext cx="3920692" cy="2702940"/>
              <a:chOff x="2613858" y="1704696"/>
              <a:chExt cx="3920692" cy="2702940"/>
            </a:xfrm>
          </p:grpSpPr>
          <p:sp>
            <p:nvSpPr>
              <p:cNvPr id="9399" name="Google Shape;9399;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73"/>
          <p:cNvGrpSpPr/>
          <p:nvPr/>
        </p:nvGrpSpPr>
        <p:grpSpPr>
          <a:xfrm>
            <a:off x="3544647" y="1854478"/>
            <a:ext cx="1506463" cy="683426"/>
            <a:chOff x="3530532" y="1496185"/>
            <a:chExt cx="1561911" cy="708580"/>
          </a:xfrm>
        </p:grpSpPr>
        <p:grpSp>
          <p:nvGrpSpPr>
            <p:cNvPr id="9405" name="Google Shape;9405;p73"/>
            <p:cNvGrpSpPr/>
            <p:nvPr/>
          </p:nvGrpSpPr>
          <p:grpSpPr>
            <a:xfrm>
              <a:off x="3720318" y="1857562"/>
              <a:ext cx="1372125" cy="54"/>
              <a:chOff x="3720318" y="1857562"/>
              <a:chExt cx="1372125" cy="54"/>
            </a:xfrm>
          </p:grpSpPr>
          <p:cxnSp>
            <p:nvCxnSpPr>
              <p:cNvPr id="9406" name="Google Shape;9406;p73"/>
              <p:cNvCxnSpPr>
                <a:endCxn id="940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8" name="Google Shape;9408;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9" name="Google Shape;9409;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10" name="Google Shape;9410;p73"/>
              <p:cNvCxnSpPr>
                <a:stCxn id="940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11" name="Google Shape;9411;p73"/>
            <p:cNvGrpSpPr/>
            <p:nvPr/>
          </p:nvGrpSpPr>
          <p:grpSpPr>
            <a:xfrm>
              <a:off x="3567462" y="1496185"/>
              <a:ext cx="286500" cy="272914"/>
              <a:chOff x="3567462" y="1496185"/>
              <a:chExt cx="286500" cy="272914"/>
            </a:xfrm>
          </p:grpSpPr>
          <p:cxnSp>
            <p:nvCxnSpPr>
              <p:cNvPr id="9412" name="Google Shape;9412;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13" name="Google Shape;9413;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6" name="Google Shape;9416;p73"/>
            <p:cNvGrpSpPr/>
            <p:nvPr/>
          </p:nvGrpSpPr>
          <p:grpSpPr>
            <a:xfrm>
              <a:off x="3929014" y="1960574"/>
              <a:ext cx="286500" cy="242342"/>
              <a:chOff x="3929014" y="1960574"/>
              <a:chExt cx="286500" cy="242342"/>
            </a:xfrm>
          </p:grpSpPr>
          <p:cxnSp>
            <p:nvCxnSpPr>
              <p:cNvPr id="9417" name="Google Shape;9417;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18" name="Google Shape;9418;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73"/>
            <p:cNvGrpSpPr/>
            <p:nvPr/>
          </p:nvGrpSpPr>
          <p:grpSpPr>
            <a:xfrm>
              <a:off x="4290828" y="1496185"/>
              <a:ext cx="286500" cy="272914"/>
              <a:chOff x="4290828" y="1496185"/>
              <a:chExt cx="286500" cy="272914"/>
            </a:xfrm>
          </p:grpSpPr>
          <p:cxnSp>
            <p:nvCxnSpPr>
              <p:cNvPr id="9420" name="Google Shape;9420;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21" name="Google Shape;9421;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3" name="Google Shape;9423;p73"/>
            <p:cNvGrpSpPr/>
            <p:nvPr/>
          </p:nvGrpSpPr>
          <p:grpSpPr>
            <a:xfrm>
              <a:off x="4657726" y="1959674"/>
              <a:ext cx="286500" cy="245092"/>
              <a:chOff x="4657726" y="1959674"/>
              <a:chExt cx="286500" cy="245092"/>
            </a:xfrm>
          </p:grpSpPr>
          <p:cxnSp>
            <p:nvCxnSpPr>
              <p:cNvPr id="9424" name="Google Shape;9424;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25" name="Google Shape;9425;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6" name="Google Shape;9426;p73"/>
          <p:cNvGrpSpPr/>
          <p:nvPr/>
        </p:nvGrpSpPr>
        <p:grpSpPr>
          <a:xfrm>
            <a:off x="3527305" y="2914570"/>
            <a:ext cx="1540338" cy="365207"/>
            <a:chOff x="3512551" y="2358282"/>
            <a:chExt cx="1597032" cy="378649"/>
          </a:xfrm>
        </p:grpSpPr>
        <p:grpSp>
          <p:nvGrpSpPr>
            <p:cNvPr id="9427" name="Google Shape;9427;p73"/>
            <p:cNvGrpSpPr/>
            <p:nvPr/>
          </p:nvGrpSpPr>
          <p:grpSpPr>
            <a:xfrm>
              <a:off x="3738198" y="2553002"/>
              <a:ext cx="1145834" cy="117"/>
              <a:chOff x="3738198" y="2553002"/>
              <a:chExt cx="1145834" cy="117"/>
            </a:xfrm>
          </p:grpSpPr>
          <p:cxnSp>
            <p:nvCxnSpPr>
              <p:cNvPr id="9428" name="Google Shape;9428;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29" name="Google Shape;9429;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30" name="Google Shape;9430;p73"/>
              <p:cNvCxnSpPr>
                <a:stCxn id="9431" idx="6"/>
                <a:endCxn id="943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33" name="Google Shape;9433;p73"/>
            <p:cNvGrpSpPr/>
            <p:nvPr/>
          </p:nvGrpSpPr>
          <p:grpSpPr>
            <a:xfrm>
              <a:off x="3969644" y="2440153"/>
              <a:ext cx="225900" cy="296779"/>
              <a:chOff x="3969644" y="2440153"/>
              <a:chExt cx="225900" cy="296779"/>
            </a:xfrm>
          </p:grpSpPr>
          <p:cxnSp>
            <p:nvCxnSpPr>
              <p:cNvPr id="9434" name="Google Shape;9434;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32" name="Google Shape;9432;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3"/>
            <p:cNvGrpSpPr/>
            <p:nvPr/>
          </p:nvGrpSpPr>
          <p:grpSpPr>
            <a:xfrm>
              <a:off x="4426818" y="2358282"/>
              <a:ext cx="225600" cy="307471"/>
              <a:chOff x="4426818" y="2358282"/>
              <a:chExt cx="225600" cy="307471"/>
            </a:xfrm>
          </p:grpSpPr>
          <p:cxnSp>
            <p:nvCxnSpPr>
              <p:cNvPr id="9437" name="Google Shape;9437;p73"/>
              <p:cNvCxnSpPr>
                <a:stCxn id="943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39" name="Google Shape;9439;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73"/>
            <p:cNvGrpSpPr/>
            <p:nvPr/>
          </p:nvGrpSpPr>
          <p:grpSpPr>
            <a:xfrm>
              <a:off x="4883984" y="2440153"/>
              <a:ext cx="225600" cy="296479"/>
              <a:chOff x="4883984" y="2440153"/>
              <a:chExt cx="225600" cy="296479"/>
            </a:xfrm>
          </p:grpSpPr>
          <p:cxnSp>
            <p:nvCxnSpPr>
              <p:cNvPr id="9441" name="Google Shape;9441;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42" name="Google Shape;9442;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73"/>
            <p:cNvGrpSpPr/>
            <p:nvPr/>
          </p:nvGrpSpPr>
          <p:grpSpPr>
            <a:xfrm>
              <a:off x="3512551" y="2358356"/>
              <a:ext cx="225647" cy="307629"/>
              <a:chOff x="2182679" y="2005014"/>
              <a:chExt cx="792300" cy="1080158"/>
            </a:xfrm>
          </p:grpSpPr>
          <p:cxnSp>
            <p:nvCxnSpPr>
              <p:cNvPr id="9445" name="Google Shape;9445;p73"/>
              <p:cNvCxnSpPr>
                <a:stCxn id="944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31" name="Google Shape;9431;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7" name="Google Shape;9447;p73"/>
          <p:cNvGrpSpPr/>
          <p:nvPr/>
        </p:nvGrpSpPr>
        <p:grpSpPr>
          <a:xfrm>
            <a:off x="3540482" y="3657776"/>
            <a:ext cx="1514892" cy="283669"/>
            <a:chOff x="998425" y="1182125"/>
            <a:chExt cx="1065400" cy="199500"/>
          </a:xfrm>
        </p:grpSpPr>
        <p:sp>
          <p:nvSpPr>
            <p:cNvPr id="9448" name="Google Shape;9448;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73"/>
          <p:cNvGrpSpPr/>
          <p:nvPr/>
        </p:nvGrpSpPr>
        <p:grpSpPr>
          <a:xfrm>
            <a:off x="3522193" y="1326512"/>
            <a:ext cx="1579621" cy="149423"/>
            <a:chOff x="238125" y="2506075"/>
            <a:chExt cx="7115411" cy="673075"/>
          </a:xfrm>
        </p:grpSpPr>
        <p:sp>
          <p:nvSpPr>
            <p:cNvPr id="9454" name="Google Shape;9454;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3"/>
          <p:cNvGrpSpPr/>
          <p:nvPr/>
        </p:nvGrpSpPr>
        <p:grpSpPr>
          <a:xfrm>
            <a:off x="859065" y="1865293"/>
            <a:ext cx="2388542" cy="88475"/>
            <a:chOff x="1464850" y="436376"/>
            <a:chExt cx="6001362" cy="222300"/>
          </a:xfrm>
        </p:grpSpPr>
        <p:sp>
          <p:nvSpPr>
            <p:cNvPr id="9460" name="Google Shape;9460;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5" name="Google Shape;9465;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6" name="Google Shape;9466;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7" name="Google Shape;9467;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8" name="Google Shape;9468;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469" name="Google Shape;9469;p73"/>
          <p:cNvGrpSpPr/>
          <p:nvPr/>
        </p:nvGrpSpPr>
        <p:grpSpPr>
          <a:xfrm>
            <a:off x="845768" y="3513747"/>
            <a:ext cx="1400893" cy="628669"/>
            <a:chOff x="803162" y="2667727"/>
            <a:chExt cx="1411906" cy="633611"/>
          </a:xfrm>
        </p:grpSpPr>
        <p:cxnSp>
          <p:nvCxnSpPr>
            <p:cNvPr id="9470" name="Google Shape;9470;p73"/>
            <p:cNvCxnSpPr>
              <a:stCxn id="9471" idx="2"/>
              <a:endCxn id="9472" idx="0"/>
            </p:cNvCxnSpPr>
            <p:nvPr/>
          </p:nvCxnSpPr>
          <p:spPr>
            <a:xfrm rot="-5400000" flipH="1">
              <a:off x="1629114" y="2672827"/>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3" name="Google Shape;9473;p73"/>
            <p:cNvCxnSpPr>
              <a:stCxn id="9474" idx="0"/>
              <a:endCxn id="9471" idx="2"/>
            </p:cNvCxnSpPr>
            <p:nvPr/>
          </p:nvCxnSpPr>
          <p:spPr>
            <a:xfrm rot="-5400000">
              <a:off x="1259830" y="2672682"/>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5" name="Google Shape;9475;p73"/>
            <p:cNvCxnSpPr>
              <a:stCxn id="9474" idx="2"/>
              <a:endCxn id="9476" idx="0"/>
            </p:cNvCxnSpPr>
            <p:nvPr/>
          </p:nvCxnSpPr>
          <p:spPr>
            <a:xfrm rot="-5400000" flipH="1">
              <a:off x="1163380"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7" name="Google Shape;9477;p73"/>
            <p:cNvCxnSpPr>
              <a:stCxn id="9478" idx="0"/>
              <a:endCxn id="9474" idx="2"/>
            </p:cNvCxnSpPr>
            <p:nvPr/>
          </p:nvCxnSpPr>
          <p:spPr>
            <a:xfrm rot="-5400000">
              <a:off x="987062"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9" name="Google Shape;9479;p73"/>
            <p:cNvCxnSpPr>
              <a:stCxn id="9472" idx="2"/>
              <a:endCxn id="9480" idx="0"/>
            </p:cNvCxnSpPr>
            <p:nvPr/>
          </p:nvCxnSpPr>
          <p:spPr>
            <a:xfrm rot="-5400000" flipH="1">
              <a:off x="1901948"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81" name="Google Shape;9481;p73"/>
            <p:cNvCxnSpPr>
              <a:stCxn id="9482" idx="0"/>
              <a:endCxn id="9472" idx="2"/>
            </p:cNvCxnSpPr>
            <p:nvPr/>
          </p:nvCxnSpPr>
          <p:spPr>
            <a:xfrm rot="-5400000">
              <a:off x="1725631"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sp>
          <p:nvSpPr>
            <p:cNvPr id="9478" name="Google Shape;9478;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6" name="Google Shape;9476;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2" name="Google Shape;9482;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0" name="Google Shape;9480;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2" name="Google Shape;9472;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4" name="Google Shape;9474;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1" name="Google Shape;9471;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483" name="Google Shape;9483;p73"/>
          <p:cNvGrpSpPr/>
          <p:nvPr/>
        </p:nvGrpSpPr>
        <p:grpSpPr>
          <a:xfrm>
            <a:off x="845770" y="1319292"/>
            <a:ext cx="2428707" cy="201843"/>
            <a:chOff x="803163" y="1111966"/>
            <a:chExt cx="2447800" cy="203430"/>
          </a:xfrm>
        </p:grpSpPr>
        <p:grpSp>
          <p:nvGrpSpPr>
            <p:cNvPr id="9484" name="Google Shape;9484;p73"/>
            <p:cNvGrpSpPr/>
            <p:nvPr/>
          </p:nvGrpSpPr>
          <p:grpSpPr>
            <a:xfrm>
              <a:off x="1958180" y="1111966"/>
              <a:ext cx="588019" cy="121396"/>
              <a:chOff x="4808316" y="2800065"/>
              <a:chExt cx="1999386" cy="412910"/>
            </a:xfrm>
          </p:grpSpPr>
          <p:sp>
            <p:nvSpPr>
              <p:cNvPr id="9485" name="Google Shape;9485;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3"/>
              <p:cNvGrpSpPr/>
              <p:nvPr/>
            </p:nvGrpSpPr>
            <p:grpSpPr>
              <a:xfrm>
                <a:off x="4808316" y="2800065"/>
                <a:ext cx="92400" cy="411825"/>
                <a:chOff x="845575" y="2563700"/>
                <a:chExt cx="92400" cy="411825"/>
              </a:xfrm>
            </p:grpSpPr>
            <p:cxnSp>
              <p:nvCxnSpPr>
                <p:cNvPr id="9487" name="Google Shape;948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88" name="Google Shape;948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489" name="Google Shape;9489;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490" name="Google Shape;9490;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73"/>
            <p:cNvGrpSpPr/>
            <p:nvPr/>
          </p:nvGrpSpPr>
          <p:grpSpPr>
            <a:xfrm>
              <a:off x="803163" y="1111974"/>
              <a:ext cx="591158" cy="121545"/>
              <a:chOff x="803163" y="1111974"/>
              <a:chExt cx="591158" cy="121545"/>
            </a:xfrm>
          </p:grpSpPr>
          <p:grpSp>
            <p:nvGrpSpPr>
              <p:cNvPr id="9492" name="Google Shape;9492;p73"/>
              <p:cNvGrpSpPr/>
              <p:nvPr/>
            </p:nvGrpSpPr>
            <p:grpSpPr>
              <a:xfrm>
                <a:off x="803163" y="1111974"/>
                <a:ext cx="27175" cy="121077"/>
                <a:chOff x="845575" y="2563700"/>
                <a:chExt cx="92400" cy="411825"/>
              </a:xfrm>
            </p:grpSpPr>
            <p:cxnSp>
              <p:nvCxnSpPr>
                <p:cNvPr id="9493" name="Google Shape;9493;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4" name="Google Shape;9494;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73"/>
            <p:cNvGrpSpPr/>
            <p:nvPr/>
          </p:nvGrpSpPr>
          <p:grpSpPr>
            <a:xfrm>
              <a:off x="1381910" y="1194219"/>
              <a:ext cx="588341" cy="121177"/>
              <a:chOff x="1381910" y="1194219"/>
              <a:chExt cx="588341" cy="121177"/>
            </a:xfrm>
          </p:grpSpPr>
          <p:grpSp>
            <p:nvGrpSpPr>
              <p:cNvPr id="9497" name="Google Shape;9497;p73"/>
              <p:cNvGrpSpPr/>
              <p:nvPr/>
            </p:nvGrpSpPr>
            <p:grpSpPr>
              <a:xfrm rot="10800000">
                <a:off x="1381910" y="1194319"/>
                <a:ext cx="27175" cy="121077"/>
                <a:chOff x="2070100" y="2563700"/>
                <a:chExt cx="92400" cy="411825"/>
              </a:xfrm>
            </p:grpSpPr>
            <p:cxnSp>
              <p:nvCxnSpPr>
                <p:cNvPr id="9498" name="Google Shape;9498;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9" name="Google Shape;9499;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73"/>
            <p:cNvGrpSpPr/>
            <p:nvPr/>
          </p:nvGrpSpPr>
          <p:grpSpPr>
            <a:xfrm>
              <a:off x="2532079" y="1194219"/>
              <a:ext cx="704927" cy="121177"/>
              <a:chOff x="2532079" y="1194219"/>
              <a:chExt cx="704927" cy="121177"/>
            </a:xfrm>
          </p:grpSpPr>
          <p:grpSp>
            <p:nvGrpSpPr>
              <p:cNvPr id="9502" name="Google Shape;9502;p73"/>
              <p:cNvGrpSpPr/>
              <p:nvPr/>
            </p:nvGrpSpPr>
            <p:grpSpPr>
              <a:xfrm rot="10800000">
                <a:off x="2532079" y="1194319"/>
                <a:ext cx="27175" cy="121077"/>
                <a:chOff x="2070100" y="2563700"/>
                <a:chExt cx="92400" cy="411825"/>
              </a:xfrm>
            </p:grpSpPr>
            <p:cxnSp>
              <p:nvCxnSpPr>
                <p:cNvPr id="9503" name="Google Shape;9503;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04" name="Google Shape;9504;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5" name="Google Shape;9505;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6" name="Google Shape;9506;p73"/>
          <p:cNvGrpSpPr/>
          <p:nvPr/>
        </p:nvGrpSpPr>
        <p:grpSpPr>
          <a:xfrm>
            <a:off x="3539588" y="5063170"/>
            <a:ext cx="1512055" cy="474202"/>
            <a:chOff x="5194708" y="3484366"/>
            <a:chExt cx="3148148" cy="987304"/>
          </a:xfrm>
        </p:grpSpPr>
        <p:grpSp>
          <p:nvGrpSpPr>
            <p:cNvPr id="9507" name="Google Shape;9507;p73"/>
            <p:cNvGrpSpPr/>
            <p:nvPr/>
          </p:nvGrpSpPr>
          <p:grpSpPr>
            <a:xfrm>
              <a:off x="7531521" y="3484366"/>
              <a:ext cx="811335" cy="987304"/>
              <a:chOff x="3379425" y="1617275"/>
              <a:chExt cx="1090650" cy="1327200"/>
            </a:xfrm>
          </p:grpSpPr>
          <p:sp>
            <p:nvSpPr>
              <p:cNvPr id="9508" name="Google Shape;9508;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73"/>
            <p:cNvGrpSpPr/>
            <p:nvPr/>
          </p:nvGrpSpPr>
          <p:grpSpPr>
            <a:xfrm>
              <a:off x="6752546" y="3484366"/>
              <a:ext cx="811428" cy="987304"/>
              <a:chOff x="2332275" y="1617275"/>
              <a:chExt cx="1090775" cy="1327200"/>
            </a:xfrm>
          </p:grpSpPr>
          <p:sp>
            <p:nvSpPr>
              <p:cNvPr id="9512" name="Google Shape;9512;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73"/>
            <p:cNvGrpSpPr/>
            <p:nvPr/>
          </p:nvGrpSpPr>
          <p:grpSpPr>
            <a:xfrm>
              <a:off x="5973664" y="3484366"/>
              <a:ext cx="811335" cy="987304"/>
              <a:chOff x="1285250" y="1617275"/>
              <a:chExt cx="1090650" cy="1327200"/>
            </a:xfrm>
          </p:grpSpPr>
          <p:sp>
            <p:nvSpPr>
              <p:cNvPr id="9516" name="Google Shape;9516;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3"/>
            <p:cNvGrpSpPr/>
            <p:nvPr/>
          </p:nvGrpSpPr>
          <p:grpSpPr>
            <a:xfrm>
              <a:off x="5194708" y="3484366"/>
              <a:ext cx="811409" cy="987304"/>
              <a:chOff x="238125" y="1617275"/>
              <a:chExt cx="1090750" cy="1327200"/>
            </a:xfrm>
          </p:grpSpPr>
          <p:sp>
            <p:nvSpPr>
              <p:cNvPr id="9520" name="Google Shape;9520;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3" name="Google Shape;9523;p73"/>
          <p:cNvGrpSpPr/>
          <p:nvPr/>
        </p:nvGrpSpPr>
        <p:grpSpPr>
          <a:xfrm>
            <a:off x="3501463" y="4333253"/>
            <a:ext cx="1559324" cy="333912"/>
            <a:chOff x="1808063" y="4294338"/>
            <a:chExt cx="3370782" cy="721817"/>
          </a:xfrm>
        </p:grpSpPr>
        <p:sp>
          <p:nvSpPr>
            <p:cNvPr id="9524" name="Google Shape;9524;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73"/>
          <p:cNvGrpSpPr/>
          <p:nvPr/>
        </p:nvGrpSpPr>
        <p:grpSpPr>
          <a:xfrm>
            <a:off x="876466" y="4837493"/>
            <a:ext cx="1249659" cy="623524"/>
            <a:chOff x="834100" y="3642869"/>
            <a:chExt cx="1259483" cy="628426"/>
          </a:xfrm>
        </p:grpSpPr>
        <p:sp>
          <p:nvSpPr>
            <p:cNvPr id="9535" name="Google Shape;9535;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0" name="Google Shape;9560;p73"/>
            <p:cNvGrpSpPr/>
            <p:nvPr/>
          </p:nvGrpSpPr>
          <p:grpSpPr>
            <a:xfrm>
              <a:off x="1360364" y="3847835"/>
              <a:ext cx="208119" cy="224359"/>
              <a:chOff x="1360769" y="3847100"/>
              <a:chExt cx="208119" cy="224359"/>
            </a:xfrm>
          </p:grpSpPr>
          <p:sp>
            <p:nvSpPr>
              <p:cNvPr id="9561" name="Google Shape;9561;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1" name="Google Shape;9581;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3"/>
          <p:cNvGrpSpPr/>
          <p:nvPr/>
        </p:nvGrpSpPr>
        <p:grpSpPr>
          <a:xfrm>
            <a:off x="2113636" y="2393617"/>
            <a:ext cx="1140105" cy="638413"/>
            <a:chOff x="2029517" y="1732295"/>
            <a:chExt cx="1149068" cy="643432"/>
          </a:xfrm>
        </p:grpSpPr>
        <p:grpSp>
          <p:nvGrpSpPr>
            <p:cNvPr id="9596" name="Google Shape;9596;p73"/>
            <p:cNvGrpSpPr/>
            <p:nvPr/>
          </p:nvGrpSpPr>
          <p:grpSpPr>
            <a:xfrm>
              <a:off x="2708660" y="1746937"/>
              <a:ext cx="455427" cy="244429"/>
              <a:chOff x="2700693" y="1746937"/>
              <a:chExt cx="455427" cy="244429"/>
            </a:xfrm>
          </p:grpSpPr>
          <p:grpSp>
            <p:nvGrpSpPr>
              <p:cNvPr id="9597" name="Google Shape;9597;p73"/>
              <p:cNvGrpSpPr/>
              <p:nvPr/>
            </p:nvGrpSpPr>
            <p:grpSpPr>
              <a:xfrm>
                <a:off x="2905682" y="1782817"/>
                <a:ext cx="250438" cy="208549"/>
                <a:chOff x="2905682" y="1782817"/>
                <a:chExt cx="250438" cy="208549"/>
              </a:xfrm>
            </p:grpSpPr>
            <p:cxnSp>
              <p:nvCxnSpPr>
                <p:cNvPr id="9598" name="Google Shape;959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599" name="Google Shape;959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73"/>
              <p:cNvGrpSpPr/>
              <p:nvPr/>
            </p:nvGrpSpPr>
            <p:grpSpPr>
              <a:xfrm>
                <a:off x="2700693" y="1746937"/>
                <a:ext cx="449967" cy="72374"/>
                <a:chOff x="2700693" y="1746937"/>
                <a:chExt cx="449967" cy="72374"/>
              </a:xfrm>
            </p:grpSpPr>
            <p:cxnSp>
              <p:nvCxnSpPr>
                <p:cNvPr id="9601" name="Google Shape;960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2" name="Google Shape;960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3" name="Google Shape;9603;p73"/>
            <p:cNvGrpSpPr/>
            <p:nvPr/>
          </p:nvGrpSpPr>
          <p:grpSpPr>
            <a:xfrm>
              <a:off x="2029517" y="1732295"/>
              <a:ext cx="1149068" cy="643432"/>
              <a:chOff x="2029517" y="1732295"/>
              <a:chExt cx="1149068" cy="643432"/>
            </a:xfrm>
          </p:grpSpPr>
          <p:grpSp>
            <p:nvGrpSpPr>
              <p:cNvPr id="9604" name="Google Shape;9604;p73"/>
              <p:cNvGrpSpPr/>
              <p:nvPr/>
            </p:nvGrpSpPr>
            <p:grpSpPr>
              <a:xfrm>
                <a:off x="2703618" y="2103152"/>
                <a:ext cx="474966" cy="260017"/>
                <a:chOff x="2703618" y="2103152"/>
                <a:chExt cx="474966" cy="260017"/>
              </a:xfrm>
            </p:grpSpPr>
            <p:grpSp>
              <p:nvGrpSpPr>
                <p:cNvPr id="9605" name="Google Shape;9605;p73"/>
                <p:cNvGrpSpPr/>
                <p:nvPr/>
              </p:nvGrpSpPr>
              <p:grpSpPr>
                <a:xfrm>
                  <a:off x="2703618" y="2290640"/>
                  <a:ext cx="450291" cy="72529"/>
                  <a:chOff x="2703618" y="2290640"/>
                  <a:chExt cx="450291" cy="72529"/>
                </a:xfrm>
              </p:grpSpPr>
              <p:cxnSp>
                <p:nvCxnSpPr>
                  <p:cNvPr id="9606" name="Google Shape;960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7" name="Google Shape;960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73"/>
                <p:cNvGrpSpPr/>
                <p:nvPr/>
              </p:nvGrpSpPr>
              <p:grpSpPr>
                <a:xfrm>
                  <a:off x="2908607" y="2103152"/>
                  <a:ext cx="269977" cy="223538"/>
                  <a:chOff x="2908607" y="2103152"/>
                  <a:chExt cx="269977" cy="223538"/>
                </a:xfrm>
              </p:grpSpPr>
              <p:cxnSp>
                <p:nvCxnSpPr>
                  <p:cNvPr id="9609" name="Google Shape;960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10" name="Google Shape;961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1" name="Google Shape;9611;p73"/>
              <p:cNvGrpSpPr/>
              <p:nvPr/>
            </p:nvGrpSpPr>
            <p:grpSpPr>
              <a:xfrm>
                <a:off x="2029517" y="1732295"/>
                <a:ext cx="685827" cy="643432"/>
                <a:chOff x="2029517" y="1732295"/>
                <a:chExt cx="685827" cy="643432"/>
              </a:xfrm>
            </p:grpSpPr>
            <p:sp>
              <p:nvSpPr>
                <p:cNvPr id="9612" name="Google Shape;961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3" name="Google Shape;9613;p73"/>
                <p:cNvGrpSpPr/>
                <p:nvPr/>
              </p:nvGrpSpPr>
              <p:grpSpPr>
                <a:xfrm>
                  <a:off x="2158948" y="1732295"/>
                  <a:ext cx="556396" cy="333108"/>
                  <a:chOff x="2158948" y="1732295"/>
                  <a:chExt cx="556396" cy="333108"/>
                </a:xfrm>
              </p:grpSpPr>
              <p:cxnSp>
                <p:nvCxnSpPr>
                  <p:cNvPr id="9614" name="Google Shape;961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5" name="Google Shape;961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73"/>
                <p:cNvGrpSpPr/>
                <p:nvPr/>
              </p:nvGrpSpPr>
              <p:grpSpPr>
                <a:xfrm>
                  <a:off x="2159908" y="2065057"/>
                  <a:ext cx="550884" cy="310670"/>
                  <a:chOff x="2159908" y="2065057"/>
                  <a:chExt cx="550884" cy="310670"/>
                </a:xfrm>
              </p:grpSpPr>
              <p:cxnSp>
                <p:nvCxnSpPr>
                  <p:cNvPr id="9617" name="Google Shape;961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8" name="Google Shape;961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619" name="Google Shape;9619;p73"/>
          <p:cNvGrpSpPr/>
          <p:nvPr/>
        </p:nvGrpSpPr>
        <p:grpSpPr>
          <a:xfrm>
            <a:off x="845909" y="2343394"/>
            <a:ext cx="928476" cy="781301"/>
            <a:chOff x="732462" y="1766083"/>
            <a:chExt cx="962651" cy="810058"/>
          </a:xfrm>
        </p:grpSpPr>
        <p:grpSp>
          <p:nvGrpSpPr>
            <p:cNvPr id="9620" name="Google Shape;9620;p73"/>
            <p:cNvGrpSpPr/>
            <p:nvPr/>
          </p:nvGrpSpPr>
          <p:grpSpPr>
            <a:xfrm>
              <a:off x="732462" y="1908333"/>
              <a:ext cx="339369" cy="524756"/>
              <a:chOff x="844912" y="1819635"/>
              <a:chExt cx="329836" cy="510016"/>
            </a:xfrm>
          </p:grpSpPr>
          <p:sp>
            <p:nvSpPr>
              <p:cNvPr id="9621" name="Google Shape;962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73"/>
            <p:cNvGrpSpPr/>
            <p:nvPr/>
          </p:nvGrpSpPr>
          <p:grpSpPr>
            <a:xfrm>
              <a:off x="1184858" y="2256650"/>
              <a:ext cx="510255" cy="319491"/>
              <a:chOff x="1284601" y="2158168"/>
              <a:chExt cx="495923" cy="310517"/>
            </a:xfrm>
          </p:grpSpPr>
          <p:sp>
            <p:nvSpPr>
              <p:cNvPr id="9628" name="Google Shape;962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9" name="Google Shape;9629;p73"/>
              <p:cNvGrpSpPr/>
              <p:nvPr/>
            </p:nvGrpSpPr>
            <p:grpSpPr>
              <a:xfrm>
                <a:off x="1507666" y="2158168"/>
                <a:ext cx="272858" cy="310517"/>
                <a:chOff x="1507666" y="2158168"/>
                <a:chExt cx="272858" cy="310517"/>
              </a:xfrm>
            </p:grpSpPr>
            <p:grpSp>
              <p:nvGrpSpPr>
                <p:cNvPr id="9630" name="Google Shape;9630;p73"/>
                <p:cNvGrpSpPr/>
                <p:nvPr/>
              </p:nvGrpSpPr>
              <p:grpSpPr>
                <a:xfrm>
                  <a:off x="1507666" y="2176104"/>
                  <a:ext cx="166395" cy="273149"/>
                  <a:chOff x="1507666" y="2176104"/>
                  <a:chExt cx="166395" cy="273149"/>
                </a:xfrm>
              </p:grpSpPr>
              <p:sp>
                <p:nvSpPr>
                  <p:cNvPr id="9631" name="Google Shape;963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8" name="Google Shape;963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0" name="Google Shape;9640;p73"/>
            <p:cNvGrpSpPr/>
            <p:nvPr/>
          </p:nvGrpSpPr>
          <p:grpSpPr>
            <a:xfrm>
              <a:off x="1184858" y="1766083"/>
              <a:ext cx="510255" cy="319491"/>
              <a:chOff x="1284601" y="1681380"/>
              <a:chExt cx="495923" cy="310517"/>
            </a:xfrm>
          </p:grpSpPr>
          <p:sp>
            <p:nvSpPr>
              <p:cNvPr id="9641" name="Google Shape;964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73"/>
              <p:cNvGrpSpPr/>
              <p:nvPr/>
            </p:nvGrpSpPr>
            <p:grpSpPr>
              <a:xfrm>
                <a:off x="1507666" y="1681380"/>
                <a:ext cx="272858" cy="310517"/>
                <a:chOff x="1507666" y="1681380"/>
                <a:chExt cx="272858" cy="310517"/>
              </a:xfrm>
            </p:grpSpPr>
            <p:grpSp>
              <p:nvGrpSpPr>
                <p:cNvPr id="9643" name="Google Shape;9643;p73"/>
                <p:cNvGrpSpPr/>
                <p:nvPr/>
              </p:nvGrpSpPr>
              <p:grpSpPr>
                <a:xfrm>
                  <a:off x="1507666" y="1700120"/>
                  <a:ext cx="166395" cy="272984"/>
                  <a:chOff x="1507666" y="1700120"/>
                  <a:chExt cx="166395" cy="272984"/>
                </a:xfrm>
              </p:grpSpPr>
              <p:sp>
                <p:nvSpPr>
                  <p:cNvPr id="9644" name="Google Shape;964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53" name="Google Shape;9653;p73"/>
          <p:cNvGrpSpPr/>
          <p:nvPr/>
        </p:nvGrpSpPr>
        <p:grpSpPr>
          <a:xfrm>
            <a:off x="2419633" y="3442322"/>
            <a:ext cx="806457" cy="795119"/>
            <a:chOff x="2389399" y="2595741"/>
            <a:chExt cx="812796" cy="801369"/>
          </a:xfrm>
        </p:grpSpPr>
        <p:grpSp>
          <p:nvGrpSpPr>
            <p:cNvPr id="9654" name="Google Shape;9654;p73"/>
            <p:cNvGrpSpPr/>
            <p:nvPr/>
          </p:nvGrpSpPr>
          <p:grpSpPr>
            <a:xfrm>
              <a:off x="2492145" y="2881565"/>
              <a:ext cx="607300" cy="229751"/>
              <a:chOff x="2492145" y="2881565"/>
              <a:chExt cx="607300" cy="229751"/>
            </a:xfrm>
          </p:grpSpPr>
          <p:sp>
            <p:nvSpPr>
              <p:cNvPr id="9655" name="Google Shape;965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73"/>
            <p:cNvGrpSpPr/>
            <p:nvPr/>
          </p:nvGrpSpPr>
          <p:grpSpPr>
            <a:xfrm>
              <a:off x="2389399" y="2595741"/>
              <a:ext cx="812796" cy="296825"/>
              <a:chOff x="2389399" y="2595741"/>
              <a:chExt cx="812796" cy="296825"/>
            </a:xfrm>
          </p:grpSpPr>
          <p:grpSp>
            <p:nvGrpSpPr>
              <p:cNvPr id="9659" name="Google Shape;9659;p73"/>
              <p:cNvGrpSpPr/>
              <p:nvPr/>
            </p:nvGrpSpPr>
            <p:grpSpPr>
              <a:xfrm>
                <a:off x="2389399" y="2595741"/>
                <a:ext cx="363638" cy="296825"/>
                <a:chOff x="2389399" y="2595741"/>
                <a:chExt cx="363638" cy="296825"/>
              </a:xfrm>
            </p:grpSpPr>
            <p:grpSp>
              <p:nvGrpSpPr>
                <p:cNvPr id="9660" name="Google Shape;9660;p73"/>
                <p:cNvGrpSpPr/>
                <p:nvPr/>
              </p:nvGrpSpPr>
              <p:grpSpPr>
                <a:xfrm>
                  <a:off x="2493852" y="2794333"/>
                  <a:ext cx="259185" cy="98232"/>
                  <a:chOff x="2493852" y="2794333"/>
                  <a:chExt cx="259185" cy="98232"/>
                </a:xfrm>
              </p:grpSpPr>
              <p:sp>
                <p:nvSpPr>
                  <p:cNvPr id="9661" name="Google Shape;966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73"/>
                <p:cNvGrpSpPr/>
                <p:nvPr/>
              </p:nvGrpSpPr>
              <p:grpSpPr>
                <a:xfrm>
                  <a:off x="2389399" y="2595741"/>
                  <a:ext cx="224343" cy="182054"/>
                  <a:chOff x="2389399" y="2595741"/>
                  <a:chExt cx="224343" cy="182054"/>
                </a:xfrm>
              </p:grpSpPr>
              <p:sp>
                <p:nvSpPr>
                  <p:cNvPr id="9665" name="Google Shape;966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7" name="Google Shape;9667;p73"/>
              <p:cNvGrpSpPr/>
              <p:nvPr/>
            </p:nvGrpSpPr>
            <p:grpSpPr>
              <a:xfrm>
                <a:off x="2683630" y="2595741"/>
                <a:ext cx="224334" cy="296825"/>
                <a:chOff x="2683630" y="2595741"/>
                <a:chExt cx="224334" cy="296825"/>
              </a:xfrm>
            </p:grpSpPr>
            <p:grpSp>
              <p:nvGrpSpPr>
                <p:cNvPr id="9668" name="Google Shape;9668;p73"/>
                <p:cNvGrpSpPr/>
                <p:nvPr/>
              </p:nvGrpSpPr>
              <p:grpSpPr>
                <a:xfrm>
                  <a:off x="2788083" y="2794333"/>
                  <a:ext cx="15356" cy="98232"/>
                  <a:chOff x="2788083" y="2794333"/>
                  <a:chExt cx="15356" cy="98232"/>
                </a:xfrm>
              </p:grpSpPr>
              <p:sp>
                <p:nvSpPr>
                  <p:cNvPr id="9669" name="Google Shape;966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73"/>
                <p:cNvGrpSpPr/>
                <p:nvPr/>
              </p:nvGrpSpPr>
              <p:grpSpPr>
                <a:xfrm>
                  <a:off x="2683630" y="2595741"/>
                  <a:ext cx="224334" cy="182054"/>
                  <a:chOff x="2683630" y="2595741"/>
                  <a:chExt cx="224334" cy="182054"/>
                </a:xfrm>
              </p:grpSpPr>
              <p:sp>
                <p:nvSpPr>
                  <p:cNvPr id="9673" name="Google Shape;967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5" name="Google Shape;9675;p73"/>
              <p:cNvGrpSpPr/>
              <p:nvPr/>
            </p:nvGrpSpPr>
            <p:grpSpPr>
              <a:xfrm>
                <a:off x="2838475" y="2595741"/>
                <a:ext cx="363719" cy="296825"/>
                <a:chOff x="2838475" y="2595741"/>
                <a:chExt cx="363719" cy="296825"/>
              </a:xfrm>
            </p:grpSpPr>
            <p:grpSp>
              <p:nvGrpSpPr>
                <p:cNvPr id="9676" name="Google Shape;9676;p73"/>
                <p:cNvGrpSpPr/>
                <p:nvPr/>
              </p:nvGrpSpPr>
              <p:grpSpPr>
                <a:xfrm>
                  <a:off x="2838475" y="2794333"/>
                  <a:ext cx="259185" cy="98232"/>
                  <a:chOff x="2838475" y="2794333"/>
                  <a:chExt cx="259185" cy="98232"/>
                </a:xfrm>
              </p:grpSpPr>
              <p:sp>
                <p:nvSpPr>
                  <p:cNvPr id="9677" name="Google Shape;967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73"/>
                <p:cNvGrpSpPr/>
                <p:nvPr/>
              </p:nvGrpSpPr>
              <p:grpSpPr>
                <a:xfrm>
                  <a:off x="2977852" y="2595741"/>
                  <a:ext cx="224343" cy="182054"/>
                  <a:chOff x="2977852" y="2595741"/>
                  <a:chExt cx="224343" cy="182054"/>
                </a:xfrm>
              </p:grpSpPr>
              <p:sp>
                <p:nvSpPr>
                  <p:cNvPr id="9681" name="Google Shape;968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3" name="Google Shape;9683;p73"/>
            <p:cNvGrpSpPr/>
            <p:nvPr/>
          </p:nvGrpSpPr>
          <p:grpSpPr>
            <a:xfrm>
              <a:off x="2389399" y="3100241"/>
              <a:ext cx="812796" cy="296869"/>
              <a:chOff x="2389399" y="3100241"/>
              <a:chExt cx="812796" cy="296869"/>
            </a:xfrm>
          </p:grpSpPr>
          <p:grpSp>
            <p:nvGrpSpPr>
              <p:cNvPr id="9684" name="Google Shape;9684;p73"/>
              <p:cNvGrpSpPr/>
              <p:nvPr/>
            </p:nvGrpSpPr>
            <p:grpSpPr>
              <a:xfrm>
                <a:off x="2683630" y="3100241"/>
                <a:ext cx="224334" cy="296869"/>
                <a:chOff x="2683630" y="3100241"/>
                <a:chExt cx="224334" cy="296869"/>
              </a:xfrm>
            </p:grpSpPr>
            <p:grpSp>
              <p:nvGrpSpPr>
                <p:cNvPr id="9685" name="Google Shape;9685;p73"/>
                <p:cNvGrpSpPr/>
                <p:nvPr/>
              </p:nvGrpSpPr>
              <p:grpSpPr>
                <a:xfrm>
                  <a:off x="2788083" y="3100241"/>
                  <a:ext cx="15356" cy="98237"/>
                  <a:chOff x="2788083" y="3100241"/>
                  <a:chExt cx="15356" cy="98237"/>
                </a:xfrm>
              </p:grpSpPr>
              <p:sp>
                <p:nvSpPr>
                  <p:cNvPr id="9686" name="Google Shape;968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73"/>
                <p:cNvGrpSpPr/>
                <p:nvPr/>
              </p:nvGrpSpPr>
              <p:grpSpPr>
                <a:xfrm>
                  <a:off x="2683630" y="3215065"/>
                  <a:ext cx="224334" cy="182045"/>
                  <a:chOff x="2683630" y="3215065"/>
                  <a:chExt cx="224334" cy="182045"/>
                </a:xfrm>
              </p:grpSpPr>
              <p:sp>
                <p:nvSpPr>
                  <p:cNvPr id="9690" name="Google Shape;969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92" name="Google Shape;9692;p73"/>
              <p:cNvGrpSpPr/>
              <p:nvPr/>
            </p:nvGrpSpPr>
            <p:grpSpPr>
              <a:xfrm>
                <a:off x="2389399" y="3100241"/>
                <a:ext cx="363638" cy="296869"/>
                <a:chOff x="2389399" y="3100241"/>
                <a:chExt cx="363638" cy="296869"/>
              </a:xfrm>
            </p:grpSpPr>
            <p:grpSp>
              <p:nvGrpSpPr>
                <p:cNvPr id="9693" name="Google Shape;9693;p73"/>
                <p:cNvGrpSpPr/>
                <p:nvPr/>
              </p:nvGrpSpPr>
              <p:grpSpPr>
                <a:xfrm>
                  <a:off x="2493852" y="3100241"/>
                  <a:ext cx="259185" cy="98237"/>
                  <a:chOff x="2493852" y="3100241"/>
                  <a:chExt cx="259185" cy="98237"/>
                </a:xfrm>
              </p:grpSpPr>
              <p:sp>
                <p:nvSpPr>
                  <p:cNvPr id="9694" name="Google Shape;969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73"/>
                <p:cNvGrpSpPr/>
                <p:nvPr/>
              </p:nvGrpSpPr>
              <p:grpSpPr>
                <a:xfrm>
                  <a:off x="2389399" y="3215065"/>
                  <a:ext cx="224343" cy="182045"/>
                  <a:chOff x="2389399" y="3215065"/>
                  <a:chExt cx="224343" cy="182045"/>
                </a:xfrm>
              </p:grpSpPr>
              <p:sp>
                <p:nvSpPr>
                  <p:cNvPr id="9698" name="Google Shape;969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0" name="Google Shape;9700;p73"/>
              <p:cNvGrpSpPr/>
              <p:nvPr/>
            </p:nvGrpSpPr>
            <p:grpSpPr>
              <a:xfrm>
                <a:off x="2838475" y="3100241"/>
                <a:ext cx="363719" cy="296869"/>
                <a:chOff x="2838475" y="3100241"/>
                <a:chExt cx="363719" cy="296869"/>
              </a:xfrm>
            </p:grpSpPr>
            <p:grpSp>
              <p:nvGrpSpPr>
                <p:cNvPr id="9701" name="Google Shape;9701;p73"/>
                <p:cNvGrpSpPr/>
                <p:nvPr/>
              </p:nvGrpSpPr>
              <p:grpSpPr>
                <a:xfrm>
                  <a:off x="2838475" y="3100241"/>
                  <a:ext cx="259185" cy="98237"/>
                  <a:chOff x="2838475" y="3100241"/>
                  <a:chExt cx="259185" cy="98237"/>
                </a:xfrm>
              </p:grpSpPr>
              <p:sp>
                <p:nvSpPr>
                  <p:cNvPr id="9702" name="Google Shape;970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73"/>
                <p:cNvGrpSpPr/>
                <p:nvPr/>
              </p:nvGrpSpPr>
              <p:grpSpPr>
                <a:xfrm>
                  <a:off x="2977852" y="3215065"/>
                  <a:ext cx="224343" cy="182045"/>
                  <a:chOff x="2977852" y="3215065"/>
                  <a:chExt cx="224343" cy="182045"/>
                </a:xfrm>
              </p:grpSpPr>
              <p:sp>
                <p:nvSpPr>
                  <p:cNvPr id="9706" name="Google Shape;970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08" name="Google Shape;9708;p73"/>
          <p:cNvGrpSpPr/>
          <p:nvPr/>
        </p:nvGrpSpPr>
        <p:grpSpPr>
          <a:xfrm>
            <a:off x="6770638" y="1321739"/>
            <a:ext cx="1497794" cy="693880"/>
            <a:chOff x="634175" y="2986275"/>
            <a:chExt cx="3147949" cy="1458344"/>
          </a:xfrm>
        </p:grpSpPr>
        <p:cxnSp>
          <p:nvCxnSpPr>
            <p:cNvPr id="9709" name="Google Shape;9709;p73"/>
            <p:cNvCxnSpPr>
              <a:stCxn id="9710" idx="4"/>
              <a:endCxn id="971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712" name="Google Shape;9712;p73"/>
            <p:cNvCxnSpPr>
              <a:stCxn id="9711" idx="0"/>
              <a:endCxn id="971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4" name="Google Shape;9714;p73"/>
            <p:cNvCxnSpPr>
              <a:stCxn id="9713" idx="4"/>
              <a:endCxn id="971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6" name="Google Shape;9716;p73"/>
            <p:cNvCxnSpPr>
              <a:stCxn id="9715" idx="0"/>
              <a:endCxn id="971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717" name="Google Shape;9717;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3" name="Google Shape;9713;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0" name="Google Shape;9710;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5" name="Google Shape;9715;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1" name="Google Shape;9711;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718" name="Google Shape;9718;p73"/>
          <p:cNvGrpSpPr/>
          <p:nvPr/>
        </p:nvGrpSpPr>
        <p:grpSpPr>
          <a:xfrm>
            <a:off x="6767879" y="2344871"/>
            <a:ext cx="1503886" cy="352247"/>
            <a:chOff x="1247650" y="2075423"/>
            <a:chExt cx="6648477" cy="1557238"/>
          </a:xfrm>
        </p:grpSpPr>
        <p:sp>
          <p:nvSpPr>
            <p:cNvPr id="9719" name="Google Shape;9719;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6753377" y="3905307"/>
            <a:ext cx="1533641" cy="637095"/>
            <a:chOff x="6796238" y="3158297"/>
            <a:chExt cx="1630319" cy="677257"/>
          </a:xfrm>
        </p:grpSpPr>
        <p:cxnSp>
          <p:nvCxnSpPr>
            <p:cNvPr id="9726" name="Google Shape;9726;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7" name="Google Shape;9727;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8" name="Google Shape;9728;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729" name="Google Shape;9729;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730" name="Google Shape;9730;p73"/>
            <p:cNvGrpSpPr/>
            <p:nvPr/>
          </p:nvGrpSpPr>
          <p:grpSpPr>
            <a:xfrm>
              <a:off x="6796238" y="3311904"/>
              <a:ext cx="1630319" cy="377697"/>
              <a:chOff x="6796238" y="3311904"/>
              <a:chExt cx="1630319" cy="377697"/>
            </a:xfrm>
          </p:grpSpPr>
          <p:sp>
            <p:nvSpPr>
              <p:cNvPr id="9731" name="Google Shape;9731;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4" name="Google Shape;9734;p73"/>
          <p:cNvGrpSpPr/>
          <p:nvPr/>
        </p:nvGrpSpPr>
        <p:grpSpPr>
          <a:xfrm>
            <a:off x="5332738" y="1319368"/>
            <a:ext cx="1314131" cy="1530366"/>
            <a:chOff x="1839112" y="2209163"/>
            <a:chExt cx="1918159" cy="2233784"/>
          </a:xfrm>
        </p:grpSpPr>
        <p:sp>
          <p:nvSpPr>
            <p:cNvPr id="9735" name="Google Shape;9735;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38" name="Google Shape;9738;p73"/>
            <p:cNvCxnSpPr>
              <a:stCxn id="9735" idx="6"/>
              <a:endCxn id="9736" idx="2"/>
            </p:cNvCxnSpPr>
            <p:nvPr/>
          </p:nvCxnSpPr>
          <p:spPr>
            <a:xfrm>
              <a:off x="2414212" y="2496713"/>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39" name="Google Shape;9739;p73"/>
            <p:cNvCxnSpPr>
              <a:stCxn id="9736" idx="4"/>
              <a:endCxn id="974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741" name="Google Shape;9741;p73"/>
            <p:cNvCxnSpPr>
              <a:stCxn id="9740" idx="6"/>
              <a:endCxn id="9737" idx="2"/>
            </p:cNvCxnSpPr>
            <p:nvPr/>
          </p:nvCxnSpPr>
          <p:spPr>
            <a:xfrm>
              <a:off x="2414212" y="3328316"/>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42" name="Google Shape;9742;p73"/>
            <p:cNvCxnSpPr>
              <a:stCxn id="9737" idx="4"/>
              <a:endCxn id="974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740" name="Google Shape;9740;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45" name="Google Shape;9745;p73"/>
            <p:cNvCxnSpPr>
              <a:endCxn id="974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746" name="Google Shape;9746;p73"/>
          <p:cNvGrpSpPr/>
          <p:nvPr/>
        </p:nvGrpSpPr>
        <p:grpSpPr>
          <a:xfrm rot="5400000">
            <a:off x="5911154" y="4630803"/>
            <a:ext cx="157532" cy="1358556"/>
            <a:chOff x="4428249" y="1369375"/>
            <a:chExt cx="36905" cy="429569"/>
          </a:xfrm>
        </p:grpSpPr>
        <p:sp>
          <p:nvSpPr>
            <p:cNvPr id="9747" name="Google Shape;9747;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73"/>
          <p:cNvGrpSpPr/>
          <p:nvPr/>
        </p:nvGrpSpPr>
        <p:grpSpPr>
          <a:xfrm rot="10800000" flipH="1">
            <a:off x="5308451" y="3549713"/>
            <a:ext cx="1363024" cy="23826"/>
            <a:chOff x="219558" y="4738465"/>
            <a:chExt cx="5852400" cy="102300"/>
          </a:xfrm>
        </p:grpSpPr>
        <p:cxnSp>
          <p:nvCxnSpPr>
            <p:cNvPr id="9780" name="Google Shape;9780;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81" name="Google Shape;9781;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3"/>
          <p:cNvGrpSpPr/>
          <p:nvPr/>
        </p:nvGrpSpPr>
        <p:grpSpPr>
          <a:xfrm>
            <a:off x="5319351" y="4136821"/>
            <a:ext cx="1340986" cy="369692"/>
            <a:chOff x="5286284" y="2966544"/>
            <a:chExt cx="1396570" cy="385016"/>
          </a:xfrm>
        </p:grpSpPr>
        <p:cxnSp>
          <p:nvCxnSpPr>
            <p:cNvPr id="9787" name="Google Shape;9787;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88" name="Google Shape;9788;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89" name="Google Shape;9789;p73"/>
            <p:cNvGrpSpPr/>
            <p:nvPr/>
          </p:nvGrpSpPr>
          <p:grpSpPr>
            <a:xfrm>
              <a:off x="5287688" y="3173364"/>
              <a:ext cx="1395166" cy="74100"/>
              <a:chOff x="5287688" y="3173364"/>
              <a:chExt cx="1395166" cy="74100"/>
            </a:xfrm>
          </p:grpSpPr>
          <p:cxnSp>
            <p:nvCxnSpPr>
              <p:cNvPr id="9790" name="Google Shape;9790;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91" name="Google Shape;9791;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92" name="Google Shape;9792;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3" name="Google Shape;9793;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4" name="Google Shape;9794;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5" name="Google Shape;9795;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6" name="Google Shape;9796;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7" name="Google Shape;9797;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98" name="Google Shape;9798;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99" name="Google Shape;9799;p73"/>
          <p:cNvGrpSpPr/>
          <p:nvPr/>
        </p:nvGrpSpPr>
        <p:grpSpPr>
          <a:xfrm>
            <a:off x="6740558" y="3076470"/>
            <a:ext cx="1557673" cy="530446"/>
            <a:chOff x="6894650" y="2574740"/>
            <a:chExt cx="1445100" cy="492111"/>
          </a:xfrm>
        </p:grpSpPr>
        <p:sp>
          <p:nvSpPr>
            <p:cNvPr id="9800" name="Google Shape;9800;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05" name="Google Shape;9805;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06" name="Google Shape;9806;p73"/>
          <p:cNvGrpSpPr/>
          <p:nvPr/>
        </p:nvGrpSpPr>
        <p:grpSpPr>
          <a:xfrm>
            <a:off x="6759120" y="5081879"/>
            <a:ext cx="1520126" cy="456772"/>
            <a:chOff x="6953919" y="3907920"/>
            <a:chExt cx="1377300" cy="475705"/>
          </a:xfrm>
        </p:grpSpPr>
        <p:cxnSp>
          <p:nvCxnSpPr>
            <p:cNvPr id="9807" name="Google Shape;9807;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08" name="Google Shape;9808;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09" name="Google Shape;9809;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10" name="Google Shape;9810;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11" name="Google Shape;9811;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15"/>
        <p:cNvGrpSpPr/>
        <p:nvPr/>
      </p:nvGrpSpPr>
      <p:grpSpPr>
        <a:xfrm>
          <a:off x="0" y="0"/>
          <a:ext cx="0" cy="0"/>
          <a:chOff x="0" y="0"/>
          <a:chExt cx="0" cy="0"/>
        </a:xfrm>
      </p:grpSpPr>
      <p:grpSp>
        <p:nvGrpSpPr>
          <p:cNvPr id="9816" name="Google Shape;9816;p74"/>
          <p:cNvGrpSpPr/>
          <p:nvPr/>
        </p:nvGrpSpPr>
        <p:grpSpPr>
          <a:xfrm>
            <a:off x="378322" y="1462459"/>
            <a:ext cx="2439431" cy="1197386"/>
            <a:chOff x="749309" y="1112739"/>
            <a:chExt cx="2371603" cy="976502"/>
          </a:xfrm>
        </p:grpSpPr>
        <p:grpSp>
          <p:nvGrpSpPr>
            <p:cNvPr id="9817" name="Google Shape;9817;p74"/>
            <p:cNvGrpSpPr/>
            <p:nvPr/>
          </p:nvGrpSpPr>
          <p:grpSpPr>
            <a:xfrm>
              <a:off x="1092126" y="1112739"/>
              <a:ext cx="2028786" cy="975464"/>
              <a:chOff x="1092126" y="1112739"/>
              <a:chExt cx="2028786" cy="975464"/>
            </a:xfrm>
          </p:grpSpPr>
          <p:sp>
            <p:nvSpPr>
              <p:cNvPr id="9818" name="Google Shape;9818;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74"/>
            <p:cNvGrpSpPr/>
            <p:nvPr/>
          </p:nvGrpSpPr>
          <p:grpSpPr>
            <a:xfrm>
              <a:off x="749309" y="1112739"/>
              <a:ext cx="314700" cy="975464"/>
              <a:chOff x="749309" y="1112739"/>
              <a:chExt cx="314700" cy="975464"/>
            </a:xfrm>
          </p:grpSpPr>
          <p:sp>
            <p:nvSpPr>
              <p:cNvPr id="9843" name="Google Shape;9843;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851" name="Google Shape;9851;p74"/>
          <p:cNvGraphicFramePr/>
          <p:nvPr/>
        </p:nvGraphicFramePr>
        <p:xfrm>
          <a:off x="378457" y="2949556"/>
          <a:ext cx="2439400" cy="889350"/>
        </p:xfrm>
        <a:graphic>
          <a:graphicData uri="http://schemas.openxmlformats.org/drawingml/2006/table">
            <a:tbl>
              <a:tblPr>
                <a:noFill/>
                <a:tableStyleId>{B9B832DE-76B6-4B34-B3CA-37E8069A2435}</a:tableStyleId>
              </a:tblPr>
              <a:tblGrid>
                <a:gridCol w="490075">
                  <a:extLst>
                    <a:ext uri="{9D8B030D-6E8A-4147-A177-3AD203B41FA5}">
                      <a16:colId xmlns:a16="http://schemas.microsoft.com/office/drawing/2014/main" val="20000"/>
                    </a:ext>
                  </a:extLst>
                </a:gridCol>
                <a:gridCol w="490075">
                  <a:extLst>
                    <a:ext uri="{9D8B030D-6E8A-4147-A177-3AD203B41FA5}">
                      <a16:colId xmlns:a16="http://schemas.microsoft.com/office/drawing/2014/main" val="20001"/>
                    </a:ext>
                  </a:extLst>
                </a:gridCol>
                <a:gridCol w="490075">
                  <a:extLst>
                    <a:ext uri="{9D8B030D-6E8A-4147-A177-3AD203B41FA5}">
                      <a16:colId xmlns:a16="http://schemas.microsoft.com/office/drawing/2014/main" val="20002"/>
                    </a:ext>
                  </a:extLst>
                </a:gridCol>
                <a:gridCol w="969175">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2" name="Google Shape;9852;p74"/>
          <p:cNvGraphicFramePr/>
          <p:nvPr/>
        </p:nvGraphicFramePr>
        <p:xfrm>
          <a:off x="6091278" y="2959918"/>
          <a:ext cx="2674400" cy="86860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aphicFrame>
        <p:nvGraphicFramePr>
          <p:cNvPr id="9853" name="Google Shape;9853;p74"/>
          <p:cNvGraphicFramePr/>
          <p:nvPr/>
        </p:nvGraphicFramePr>
        <p:xfrm>
          <a:off x="6091278" y="1462468"/>
          <a:ext cx="2674400" cy="118695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5359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4" name="Google Shape;9854;p74"/>
          <p:cNvGraphicFramePr/>
          <p:nvPr/>
        </p:nvGraphicFramePr>
        <p:xfrm>
          <a:off x="3117363" y="2959943"/>
          <a:ext cx="2674175" cy="868575"/>
        </p:xfrm>
        <a:graphic>
          <a:graphicData uri="http://schemas.openxmlformats.org/drawingml/2006/table">
            <a:tbl>
              <a:tblPr>
                <a:noFill/>
                <a:tableStyleId>{B9B832DE-76B6-4B34-B3CA-37E8069A2435}</a:tableStyleId>
              </a:tblPr>
              <a:tblGrid>
                <a:gridCol w="510275">
                  <a:extLst>
                    <a:ext uri="{9D8B030D-6E8A-4147-A177-3AD203B41FA5}">
                      <a16:colId xmlns:a16="http://schemas.microsoft.com/office/drawing/2014/main" val="20000"/>
                    </a:ext>
                  </a:extLst>
                </a:gridCol>
                <a:gridCol w="510275">
                  <a:extLst>
                    <a:ext uri="{9D8B030D-6E8A-4147-A177-3AD203B41FA5}">
                      <a16:colId xmlns:a16="http://schemas.microsoft.com/office/drawing/2014/main" val="20001"/>
                    </a:ext>
                  </a:extLst>
                </a:gridCol>
                <a:gridCol w="510275">
                  <a:extLst>
                    <a:ext uri="{9D8B030D-6E8A-4147-A177-3AD203B41FA5}">
                      <a16:colId xmlns:a16="http://schemas.microsoft.com/office/drawing/2014/main" val="20002"/>
                    </a:ext>
                  </a:extLst>
                </a:gridCol>
                <a:gridCol w="11433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855" name="Google Shape;9855;p74"/>
          <p:cNvGrpSpPr/>
          <p:nvPr/>
        </p:nvGrpSpPr>
        <p:grpSpPr>
          <a:xfrm>
            <a:off x="3117357" y="4128530"/>
            <a:ext cx="2674161" cy="1256580"/>
            <a:chOff x="3358399" y="3285485"/>
            <a:chExt cx="2363377" cy="1047062"/>
          </a:xfrm>
        </p:grpSpPr>
        <p:grpSp>
          <p:nvGrpSpPr>
            <p:cNvPr id="9856" name="Google Shape;9856;p74"/>
            <p:cNvGrpSpPr/>
            <p:nvPr/>
          </p:nvGrpSpPr>
          <p:grpSpPr>
            <a:xfrm>
              <a:off x="3358412" y="3285485"/>
              <a:ext cx="2363244" cy="139500"/>
              <a:chOff x="3358412" y="3285485"/>
              <a:chExt cx="2363244" cy="139500"/>
            </a:xfrm>
          </p:grpSpPr>
          <p:sp>
            <p:nvSpPr>
              <p:cNvPr id="9857" name="Google Shape;9857;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74"/>
            <p:cNvGrpSpPr/>
            <p:nvPr/>
          </p:nvGrpSpPr>
          <p:grpSpPr>
            <a:xfrm>
              <a:off x="3358412" y="3466996"/>
              <a:ext cx="2363244" cy="139500"/>
              <a:chOff x="3358412" y="3466996"/>
              <a:chExt cx="2363244" cy="139500"/>
            </a:xfrm>
          </p:grpSpPr>
          <p:sp>
            <p:nvSpPr>
              <p:cNvPr id="9863" name="Google Shape;9863;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74"/>
            <p:cNvGrpSpPr/>
            <p:nvPr/>
          </p:nvGrpSpPr>
          <p:grpSpPr>
            <a:xfrm>
              <a:off x="3358412" y="3648507"/>
              <a:ext cx="2363244" cy="139500"/>
              <a:chOff x="3358412" y="3648507"/>
              <a:chExt cx="2363244" cy="139500"/>
            </a:xfrm>
          </p:grpSpPr>
          <p:sp>
            <p:nvSpPr>
              <p:cNvPr id="9869" name="Google Shape;9869;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74"/>
            <p:cNvGrpSpPr/>
            <p:nvPr/>
          </p:nvGrpSpPr>
          <p:grpSpPr>
            <a:xfrm>
              <a:off x="3358412" y="3830018"/>
              <a:ext cx="2363244" cy="139500"/>
              <a:chOff x="3358412" y="3830018"/>
              <a:chExt cx="2363244" cy="139500"/>
            </a:xfrm>
          </p:grpSpPr>
          <p:sp>
            <p:nvSpPr>
              <p:cNvPr id="9875" name="Google Shape;9875;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74"/>
            <p:cNvGrpSpPr/>
            <p:nvPr/>
          </p:nvGrpSpPr>
          <p:grpSpPr>
            <a:xfrm>
              <a:off x="3358399" y="4011514"/>
              <a:ext cx="2363377" cy="139537"/>
              <a:chOff x="3294800" y="4134603"/>
              <a:chExt cx="2638876" cy="152400"/>
            </a:xfrm>
          </p:grpSpPr>
          <p:sp>
            <p:nvSpPr>
              <p:cNvPr id="9881" name="Google Shape;988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4"/>
            <p:cNvGrpSpPr/>
            <p:nvPr/>
          </p:nvGrpSpPr>
          <p:grpSpPr>
            <a:xfrm>
              <a:off x="3358399" y="4193010"/>
              <a:ext cx="2363377" cy="139537"/>
              <a:chOff x="3294800" y="4134603"/>
              <a:chExt cx="2638876" cy="152400"/>
            </a:xfrm>
          </p:grpSpPr>
          <p:sp>
            <p:nvSpPr>
              <p:cNvPr id="9887" name="Google Shape;988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2" name="Google Shape;9892;p74"/>
          <p:cNvGrpSpPr/>
          <p:nvPr/>
        </p:nvGrpSpPr>
        <p:grpSpPr>
          <a:xfrm>
            <a:off x="3955865" y="3363758"/>
            <a:ext cx="1302095" cy="60959"/>
            <a:chOff x="3558802" y="4011427"/>
            <a:chExt cx="1866000" cy="111300"/>
          </a:xfrm>
        </p:grpSpPr>
        <p:sp>
          <p:nvSpPr>
            <p:cNvPr id="9893" name="Google Shape;989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74"/>
          <p:cNvGrpSpPr/>
          <p:nvPr/>
        </p:nvGrpSpPr>
        <p:grpSpPr>
          <a:xfrm>
            <a:off x="3825059" y="3645916"/>
            <a:ext cx="1563708" cy="60959"/>
            <a:chOff x="3558802" y="4011427"/>
            <a:chExt cx="1866000" cy="111300"/>
          </a:xfrm>
        </p:grpSpPr>
        <p:sp>
          <p:nvSpPr>
            <p:cNvPr id="9896" name="Google Shape;989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74"/>
          <p:cNvGrpSpPr/>
          <p:nvPr/>
        </p:nvGrpSpPr>
        <p:grpSpPr>
          <a:xfrm>
            <a:off x="6091256" y="4138969"/>
            <a:ext cx="2674394" cy="1256581"/>
            <a:chOff x="1906114" y="789980"/>
            <a:chExt cx="1487676" cy="606868"/>
          </a:xfrm>
        </p:grpSpPr>
        <p:cxnSp>
          <p:nvCxnSpPr>
            <p:cNvPr id="9899" name="Google Shape;989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0" name="Google Shape;990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1" name="Google Shape;990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02" name="Google Shape;9902;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03" name="Google Shape;9903;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04" name="Google Shape;9904;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05" name="Google Shape;9905;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06" name="Google Shape;990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13" name="Google Shape;9913;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14" name="Google Shape;9914;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15" name="Google Shape;991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74"/>
          <p:cNvGrpSpPr/>
          <p:nvPr/>
        </p:nvGrpSpPr>
        <p:grpSpPr>
          <a:xfrm>
            <a:off x="3117381" y="1462450"/>
            <a:ext cx="2674345" cy="1197356"/>
            <a:chOff x="3292400" y="1193188"/>
            <a:chExt cx="2615240" cy="1131075"/>
          </a:xfrm>
        </p:grpSpPr>
        <p:sp>
          <p:nvSpPr>
            <p:cNvPr id="9917" name="Google Shape;991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8" name="Google Shape;991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9" name="Google Shape;991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JANUARY</a:t>
              </a:r>
              <a:endParaRPr sz="500">
                <a:solidFill>
                  <a:srgbClr val="FFFFFF"/>
                </a:solidFill>
              </a:endParaRPr>
            </a:p>
          </p:txBody>
        </p:sp>
        <p:sp>
          <p:nvSpPr>
            <p:cNvPr id="9920" name="Google Shape;992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FEBRUARY</a:t>
              </a:r>
              <a:endParaRPr sz="500">
                <a:solidFill>
                  <a:srgbClr val="FFFFFF"/>
                </a:solidFill>
              </a:endParaRPr>
            </a:p>
          </p:txBody>
        </p:sp>
        <p:sp>
          <p:nvSpPr>
            <p:cNvPr id="9921" name="Google Shape;992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MARCH</a:t>
              </a:r>
              <a:endParaRPr sz="500">
                <a:solidFill>
                  <a:srgbClr val="FFFFFF"/>
                </a:solidFill>
              </a:endParaRPr>
            </a:p>
          </p:txBody>
        </p:sp>
        <p:sp>
          <p:nvSpPr>
            <p:cNvPr id="9922" name="Google Shape;992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APRIL</a:t>
              </a:r>
              <a:endParaRPr sz="500">
                <a:solidFill>
                  <a:srgbClr val="FFFFFF"/>
                </a:solidFill>
              </a:endParaRPr>
            </a:p>
          </p:txBody>
        </p:sp>
        <p:sp>
          <p:nvSpPr>
            <p:cNvPr id="9923" name="Google Shape;992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MAY</a:t>
              </a:r>
              <a:endParaRPr sz="500">
                <a:solidFill>
                  <a:srgbClr val="FFFFFF"/>
                </a:solidFill>
              </a:endParaRPr>
            </a:p>
          </p:txBody>
        </p:sp>
        <p:sp>
          <p:nvSpPr>
            <p:cNvPr id="9924" name="Google Shape;992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JUNE</a:t>
              </a:r>
              <a:endParaRPr sz="500">
                <a:solidFill>
                  <a:srgbClr val="FFFFFF"/>
                </a:solidFill>
              </a:endParaRPr>
            </a:p>
          </p:txBody>
        </p:sp>
        <p:sp>
          <p:nvSpPr>
            <p:cNvPr id="9925" name="Google Shape;992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1</a:t>
              </a:r>
              <a:endParaRPr sz="500">
                <a:solidFill>
                  <a:srgbClr val="FFFFFF"/>
                </a:solidFill>
              </a:endParaRPr>
            </a:p>
          </p:txBody>
        </p:sp>
        <p:sp>
          <p:nvSpPr>
            <p:cNvPr id="9926" name="Google Shape;992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2</a:t>
              </a:r>
              <a:endParaRPr sz="500">
                <a:solidFill>
                  <a:srgbClr val="FFFFFF"/>
                </a:solidFill>
              </a:endParaRPr>
            </a:p>
          </p:txBody>
        </p:sp>
        <p:sp>
          <p:nvSpPr>
            <p:cNvPr id="9927" name="Google Shape;992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dirty="0">
                  <a:solidFill>
                    <a:srgbClr val="FFFFFF"/>
                  </a:solidFill>
                </a:rPr>
                <a:t>Task 1</a:t>
              </a:r>
              <a:endParaRPr sz="500" dirty="0">
                <a:solidFill>
                  <a:srgbClr val="FFFFFF"/>
                </a:solidFill>
              </a:endParaRPr>
            </a:p>
          </p:txBody>
        </p:sp>
        <p:sp>
          <p:nvSpPr>
            <p:cNvPr id="9928" name="Google Shape;992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sp>
          <p:nvSpPr>
            <p:cNvPr id="9929" name="Google Shape;992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30" name="Google Shape;993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grpSp>
          <p:nvGrpSpPr>
            <p:cNvPr id="9931" name="Google Shape;9931;p74"/>
            <p:cNvGrpSpPr/>
            <p:nvPr/>
          </p:nvGrpSpPr>
          <p:grpSpPr>
            <a:xfrm>
              <a:off x="3748438" y="1378608"/>
              <a:ext cx="2159202" cy="903971"/>
              <a:chOff x="1683525" y="2179850"/>
              <a:chExt cx="4519050" cy="2134525"/>
            </a:xfrm>
          </p:grpSpPr>
          <p:sp>
            <p:nvSpPr>
              <p:cNvPr id="9932" name="Google Shape;993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3" name="Google Shape;993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4" name="Google Shape;993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5" name="Google Shape;993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6" name="Google Shape;993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7" name="Google Shape;993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8" name="Google Shape;993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9" name="Google Shape;993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0" name="Google Shape;994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1" name="Google Shape;994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2" name="Google Shape;994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3" name="Google Shape;994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pSp>
        <p:nvGrpSpPr>
          <p:cNvPr id="9944" name="Google Shape;9944;p74"/>
          <p:cNvGrpSpPr/>
          <p:nvPr/>
        </p:nvGrpSpPr>
        <p:grpSpPr>
          <a:xfrm>
            <a:off x="378529" y="4128625"/>
            <a:ext cx="2439294" cy="1256700"/>
            <a:chOff x="378529" y="4128625"/>
            <a:chExt cx="2439294" cy="1256700"/>
          </a:xfrm>
        </p:grpSpPr>
        <p:grpSp>
          <p:nvGrpSpPr>
            <p:cNvPr id="9945" name="Google Shape;9945;p74"/>
            <p:cNvGrpSpPr/>
            <p:nvPr/>
          </p:nvGrpSpPr>
          <p:grpSpPr>
            <a:xfrm>
              <a:off x="378529" y="4524911"/>
              <a:ext cx="2439294" cy="614189"/>
              <a:chOff x="1025288" y="3619804"/>
              <a:chExt cx="1989312" cy="500888"/>
            </a:xfrm>
          </p:grpSpPr>
          <p:sp>
            <p:nvSpPr>
              <p:cNvPr id="9946" name="Google Shape;9946;p74"/>
              <p:cNvSpPr/>
              <p:nvPr/>
            </p:nvSpPr>
            <p:spPr>
              <a:xfrm>
                <a:off x="1025288" y="3619804"/>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7" name="Google Shape;9947;p74"/>
              <p:cNvSpPr/>
              <p:nvPr/>
            </p:nvSpPr>
            <p:spPr>
              <a:xfrm>
                <a:off x="1025300" y="3953592"/>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sp>
          <p:nvSpPr>
            <p:cNvPr id="9948" name="Google Shape;9948;p74"/>
            <p:cNvSpPr/>
            <p:nvPr/>
          </p:nvSpPr>
          <p:spPr>
            <a:xfrm>
              <a:off x="101031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9" name="Google Shape;9949;p74"/>
            <p:cNvSpPr/>
            <p:nvPr/>
          </p:nvSpPr>
          <p:spPr>
            <a:xfrm>
              <a:off x="1356272"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0" name="Google Shape;9950;p74"/>
            <p:cNvSpPr/>
            <p:nvPr/>
          </p:nvSpPr>
          <p:spPr>
            <a:xfrm>
              <a:off x="1716801"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1" name="Google Shape;9951;p74"/>
            <p:cNvSpPr/>
            <p:nvPr/>
          </p:nvSpPr>
          <p:spPr>
            <a:xfrm>
              <a:off x="207733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2" name="Google Shape;9952;p74"/>
            <p:cNvSpPr/>
            <p:nvPr/>
          </p:nvSpPr>
          <p:spPr>
            <a:xfrm>
              <a:off x="2437859"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nvGrpSpPr>
            <p:cNvPr id="9953" name="Google Shape;9953;p74"/>
            <p:cNvGrpSpPr/>
            <p:nvPr/>
          </p:nvGrpSpPr>
          <p:grpSpPr>
            <a:xfrm>
              <a:off x="1122785" y="4586006"/>
              <a:ext cx="88446" cy="65958"/>
              <a:chOff x="927436" y="4586006"/>
              <a:chExt cx="88446" cy="65958"/>
            </a:xfrm>
          </p:grpSpPr>
          <p:sp>
            <p:nvSpPr>
              <p:cNvPr id="9954" name="Google Shape;9954;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74"/>
            <p:cNvGrpSpPr/>
            <p:nvPr/>
          </p:nvGrpSpPr>
          <p:grpSpPr>
            <a:xfrm>
              <a:off x="1127570" y="5000882"/>
              <a:ext cx="78873" cy="79150"/>
              <a:chOff x="906308" y="5000882"/>
              <a:chExt cx="78873" cy="79150"/>
            </a:xfrm>
          </p:grpSpPr>
          <p:sp>
            <p:nvSpPr>
              <p:cNvPr id="9957" name="Google Shape;9957;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1468772" y="4584993"/>
              <a:ext cx="88446" cy="65958"/>
              <a:chOff x="927436" y="4586006"/>
              <a:chExt cx="88446" cy="65958"/>
            </a:xfrm>
          </p:grpSpPr>
          <p:sp>
            <p:nvSpPr>
              <p:cNvPr id="9960" name="Google Shape;9960;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74"/>
            <p:cNvGrpSpPr/>
            <p:nvPr/>
          </p:nvGrpSpPr>
          <p:grpSpPr>
            <a:xfrm>
              <a:off x="1473558" y="4999869"/>
              <a:ext cx="78873" cy="79150"/>
              <a:chOff x="906308" y="5000882"/>
              <a:chExt cx="78873" cy="79150"/>
            </a:xfrm>
          </p:grpSpPr>
          <p:sp>
            <p:nvSpPr>
              <p:cNvPr id="9963" name="Google Shape;9963;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74"/>
            <p:cNvGrpSpPr/>
            <p:nvPr/>
          </p:nvGrpSpPr>
          <p:grpSpPr>
            <a:xfrm>
              <a:off x="1829285" y="4584981"/>
              <a:ext cx="88446" cy="65958"/>
              <a:chOff x="927436" y="4586006"/>
              <a:chExt cx="88446" cy="65958"/>
            </a:xfrm>
          </p:grpSpPr>
          <p:sp>
            <p:nvSpPr>
              <p:cNvPr id="9966" name="Google Shape;9966;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4"/>
            <p:cNvGrpSpPr/>
            <p:nvPr/>
          </p:nvGrpSpPr>
          <p:grpSpPr>
            <a:xfrm>
              <a:off x="1834070" y="4999857"/>
              <a:ext cx="78873" cy="79150"/>
              <a:chOff x="906308" y="5000882"/>
              <a:chExt cx="78873" cy="79150"/>
            </a:xfrm>
          </p:grpSpPr>
          <p:sp>
            <p:nvSpPr>
              <p:cNvPr id="9969" name="Google Shape;9969;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74"/>
            <p:cNvGrpSpPr/>
            <p:nvPr/>
          </p:nvGrpSpPr>
          <p:grpSpPr>
            <a:xfrm>
              <a:off x="2189822" y="4584993"/>
              <a:ext cx="88446" cy="65958"/>
              <a:chOff x="927436" y="4586006"/>
              <a:chExt cx="88446" cy="65958"/>
            </a:xfrm>
          </p:grpSpPr>
          <p:sp>
            <p:nvSpPr>
              <p:cNvPr id="9972" name="Google Shape;9972;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94608" y="4999869"/>
              <a:ext cx="78873" cy="79150"/>
              <a:chOff x="906308" y="5000882"/>
              <a:chExt cx="78873" cy="79150"/>
            </a:xfrm>
          </p:grpSpPr>
          <p:sp>
            <p:nvSpPr>
              <p:cNvPr id="9975" name="Google Shape;9975;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2529560" y="4584981"/>
              <a:ext cx="88446" cy="65958"/>
              <a:chOff x="927436" y="4586006"/>
              <a:chExt cx="88446" cy="65958"/>
            </a:xfrm>
          </p:grpSpPr>
          <p:sp>
            <p:nvSpPr>
              <p:cNvPr id="9978" name="Google Shape;9978;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4"/>
            <p:cNvGrpSpPr/>
            <p:nvPr/>
          </p:nvGrpSpPr>
          <p:grpSpPr>
            <a:xfrm>
              <a:off x="2534345" y="4999857"/>
              <a:ext cx="78873" cy="79150"/>
              <a:chOff x="906308" y="5000882"/>
              <a:chExt cx="78873" cy="79150"/>
            </a:xfrm>
          </p:grpSpPr>
          <p:sp>
            <p:nvSpPr>
              <p:cNvPr id="9981" name="Google Shape;9981;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86"/>
        <p:cNvGrpSpPr/>
        <p:nvPr/>
      </p:nvGrpSpPr>
      <p:grpSpPr>
        <a:xfrm>
          <a:off x="0" y="0"/>
          <a:ext cx="0" cy="0"/>
          <a:chOff x="0" y="0"/>
          <a:chExt cx="0" cy="0"/>
        </a:xfrm>
      </p:grpSpPr>
      <p:grpSp>
        <p:nvGrpSpPr>
          <p:cNvPr id="9987" name="Google Shape;9987;p75"/>
          <p:cNvGrpSpPr/>
          <p:nvPr/>
        </p:nvGrpSpPr>
        <p:grpSpPr>
          <a:xfrm>
            <a:off x="721793" y="2149699"/>
            <a:ext cx="823741" cy="789278"/>
            <a:chOff x="2657744" y="2337745"/>
            <a:chExt cx="832987" cy="798137"/>
          </a:xfrm>
        </p:grpSpPr>
        <p:sp>
          <p:nvSpPr>
            <p:cNvPr id="9988" name="Google Shape;9988;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5"/>
          <p:cNvGrpSpPr/>
          <p:nvPr/>
        </p:nvGrpSpPr>
        <p:grpSpPr>
          <a:xfrm>
            <a:off x="3503480" y="2153342"/>
            <a:ext cx="741404" cy="782516"/>
            <a:chOff x="3398134" y="2057755"/>
            <a:chExt cx="704087" cy="743130"/>
          </a:xfrm>
        </p:grpSpPr>
        <p:grpSp>
          <p:nvGrpSpPr>
            <p:cNvPr id="9995" name="Google Shape;9995;p75"/>
            <p:cNvGrpSpPr/>
            <p:nvPr/>
          </p:nvGrpSpPr>
          <p:grpSpPr>
            <a:xfrm>
              <a:off x="3398134" y="2290183"/>
              <a:ext cx="315300" cy="219900"/>
              <a:chOff x="3398134" y="2290183"/>
              <a:chExt cx="315300" cy="219900"/>
            </a:xfrm>
          </p:grpSpPr>
          <p:sp>
            <p:nvSpPr>
              <p:cNvPr id="9996" name="Google Shape;9996;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997" name="Google Shape;9997;p75"/>
              <p:cNvCxnSpPr>
                <a:stCxn id="99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998" name="Google Shape;9998;p75"/>
            <p:cNvGrpSpPr/>
            <p:nvPr/>
          </p:nvGrpSpPr>
          <p:grpSpPr>
            <a:xfrm>
              <a:off x="3547823" y="2467358"/>
              <a:ext cx="219900" cy="333527"/>
              <a:chOff x="3547823" y="2467358"/>
              <a:chExt cx="219900" cy="333527"/>
            </a:xfrm>
          </p:grpSpPr>
          <p:sp>
            <p:nvSpPr>
              <p:cNvPr id="9999" name="Google Shape;9999;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0" name="Google Shape;10000;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01" name="Google Shape;10001;p75"/>
            <p:cNvGrpSpPr/>
            <p:nvPr/>
          </p:nvGrpSpPr>
          <p:grpSpPr>
            <a:xfrm>
              <a:off x="3734138" y="2467358"/>
              <a:ext cx="219900" cy="333527"/>
              <a:chOff x="3734138" y="2467358"/>
              <a:chExt cx="219900" cy="333527"/>
            </a:xfrm>
          </p:grpSpPr>
          <p:sp>
            <p:nvSpPr>
              <p:cNvPr id="10002" name="Google Shape;10002;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3" name="Google Shape;10003;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04" name="Google Shape;10004;p75"/>
            <p:cNvGrpSpPr/>
            <p:nvPr/>
          </p:nvGrpSpPr>
          <p:grpSpPr>
            <a:xfrm>
              <a:off x="3787560" y="2288011"/>
              <a:ext cx="314661" cy="219900"/>
              <a:chOff x="3787560" y="2288011"/>
              <a:chExt cx="314661" cy="219900"/>
            </a:xfrm>
          </p:grpSpPr>
          <p:sp>
            <p:nvSpPr>
              <p:cNvPr id="10005" name="Google Shape;10005;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6" name="Google Shape;10006;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07" name="Google Shape;10007;p75"/>
            <p:cNvGrpSpPr/>
            <p:nvPr/>
          </p:nvGrpSpPr>
          <p:grpSpPr>
            <a:xfrm>
              <a:off x="3637290" y="2057755"/>
              <a:ext cx="219900" cy="335499"/>
              <a:chOff x="3637290" y="2057755"/>
              <a:chExt cx="219900" cy="335499"/>
            </a:xfrm>
          </p:grpSpPr>
          <p:sp>
            <p:nvSpPr>
              <p:cNvPr id="10008" name="Google Shape;10008;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09" name="Google Shape;10009;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10" name="Google Shape;10010;p75"/>
          <p:cNvGrpSpPr/>
          <p:nvPr/>
        </p:nvGrpSpPr>
        <p:grpSpPr>
          <a:xfrm>
            <a:off x="2444864" y="3087244"/>
            <a:ext cx="1417379" cy="662107"/>
            <a:chOff x="238125" y="1188750"/>
            <a:chExt cx="7140450" cy="3335550"/>
          </a:xfrm>
        </p:grpSpPr>
        <p:sp>
          <p:nvSpPr>
            <p:cNvPr id="10011" name="Google Shape;1001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378971" y="1199837"/>
            <a:ext cx="770559" cy="849874"/>
            <a:chOff x="4206459" y="1191441"/>
            <a:chExt cx="712557" cy="785901"/>
          </a:xfrm>
        </p:grpSpPr>
        <p:sp>
          <p:nvSpPr>
            <p:cNvPr id="10017" name="Google Shape;10017;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5"/>
            <p:cNvGrpSpPr/>
            <p:nvPr/>
          </p:nvGrpSpPr>
          <p:grpSpPr>
            <a:xfrm>
              <a:off x="4644280" y="1290523"/>
              <a:ext cx="143716" cy="29463"/>
              <a:chOff x="4644280" y="1290523"/>
              <a:chExt cx="143716" cy="29463"/>
            </a:xfrm>
          </p:grpSpPr>
          <p:sp>
            <p:nvSpPr>
              <p:cNvPr id="10022" name="Google Shape;10022;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5"/>
            <p:cNvGrpSpPr/>
            <p:nvPr/>
          </p:nvGrpSpPr>
          <p:grpSpPr>
            <a:xfrm>
              <a:off x="4356567" y="1191441"/>
              <a:ext cx="143690" cy="29488"/>
              <a:chOff x="4356567" y="1191441"/>
              <a:chExt cx="143690" cy="29488"/>
            </a:xfrm>
          </p:grpSpPr>
          <p:sp>
            <p:nvSpPr>
              <p:cNvPr id="10027" name="Google Shape;10027;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75"/>
            <p:cNvGrpSpPr/>
            <p:nvPr/>
          </p:nvGrpSpPr>
          <p:grpSpPr>
            <a:xfrm>
              <a:off x="4339009" y="1863727"/>
              <a:ext cx="143703" cy="29476"/>
              <a:chOff x="4339009" y="1863727"/>
              <a:chExt cx="143703" cy="29476"/>
            </a:xfrm>
          </p:grpSpPr>
          <p:sp>
            <p:nvSpPr>
              <p:cNvPr id="10032" name="Google Shape;10032;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5"/>
            <p:cNvGrpSpPr/>
            <p:nvPr/>
          </p:nvGrpSpPr>
          <p:grpSpPr>
            <a:xfrm>
              <a:off x="4206459" y="1607315"/>
              <a:ext cx="29539" cy="142899"/>
              <a:chOff x="4206459" y="1607315"/>
              <a:chExt cx="29539" cy="142899"/>
            </a:xfrm>
          </p:grpSpPr>
          <p:sp>
            <p:nvSpPr>
              <p:cNvPr id="10037" name="Google Shape;10037;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1" name="Google Shape;10041;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75"/>
            <p:cNvGrpSpPr/>
            <p:nvPr/>
          </p:nvGrpSpPr>
          <p:grpSpPr>
            <a:xfrm>
              <a:off x="4889463" y="1423737"/>
              <a:ext cx="29552" cy="142899"/>
              <a:chOff x="4889463" y="1423737"/>
              <a:chExt cx="29552" cy="142899"/>
            </a:xfrm>
          </p:grpSpPr>
          <p:sp>
            <p:nvSpPr>
              <p:cNvPr id="10046" name="Google Shape;10046;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5"/>
            <p:cNvGrpSpPr/>
            <p:nvPr/>
          </p:nvGrpSpPr>
          <p:grpSpPr>
            <a:xfrm>
              <a:off x="4771663" y="1876896"/>
              <a:ext cx="108651" cy="100447"/>
              <a:chOff x="4771663" y="1876896"/>
              <a:chExt cx="108651" cy="100447"/>
            </a:xfrm>
          </p:grpSpPr>
          <p:sp>
            <p:nvSpPr>
              <p:cNvPr id="10051" name="Google Shape;10051;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5" name="Google Shape;10055;p75"/>
          <p:cNvGrpSpPr/>
          <p:nvPr/>
        </p:nvGrpSpPr>
        <p:grpSpPr>
          <a:xfrm>
            <a:off x="4374083" y="2154922"/>
            <a:ext cx="855651" cy="778975"/>
            <a:chOff x="267375" y="1071875"/>
            <a:chExt cx="470500" cy="428550"/>
          </a:xfrm>
        </p:grpSpPr>
        <p:sp>
          <p:nvSpPr>
            <p:cNvPr id="10056" name="Google Shape;10056;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5"/>
          <p:cNvGrpSpPr/>
          <p:nvPr/>
        </p:nvGrpSpPr>
        <p:grpSpPr>
          <a:xfrm>
            <a:off x="717794" y="3933506"/>
            <a:ext cx="1523112" cy="727971"/>
            <a:chOff x="712664" y="3693287"/>
            <a:chExt cx="1460738" cy="698160"/>
          </a:xfrm>
        </p:grpSpPr>
        <p:grpSp>
          <p:nvGrpSpPr>
            <p:cNvPr id="10065" name="Google Shape;10065;p75"/>
            <p:cNvGrpSpPr/>
            <p:nvPr/>
          </p:nvGrpSpPr>
          <p:grpSpPr>
            <a:xfrm>
              <a:off x="1380079" y="4133090"/>
              <a:ext cx="234048" cy="258099"/>
              <a:chOff x="1380079" y="4133090"/>
              <a:chExt cx="234048" cy="258099"/>
            </a:xfrm>
          </p:grpSpPr>
          <p:sp>
            <p:nvSpPr>
              <p:cNvPr id="10066" name="Google Shape;10066;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5"/>
            <p:cNvGrpSpPr/>
            <p:nvPr/>
          </p:nvGrpSpPr>
          <p:grpSpPr>
            <a:xfrm>
              <a:off x="884610" y="3864082"/>
              <a:ext cx="1118566" cy="527275"/>
              <a:chOff x="890961" y="3865463"/>
              <a:chExt cx="1115221" cy="525698"/>
            </a:xfrm>
          </p:grpSpPr>
          <p:sp>
            <p:nvSpPr>
              <p:cNvPr id="10070" name="Google Shape;10070;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75"/>
            <p:cNvGrpSpPr/>
            <p:nvPr/>
          </p:nvGrpSpPr>
          <p:grpSpPr>
            <a:xfrm>
              <a:off x="712664" y="3693287"/>
              <a:ext cx="1460738" cy="698160"/>
              <a:chOff x="712664" y="3693025"/>
              <a:chExt cx="1460738" cy="698160"/>
            </a:xfrm>
          </p:grpSpPr>
          <p:sp>
            <p:nvSpPr>
              <p:cNvPr id="10074" name="Google Shape;10074;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0" name="Google Shape;10080;p75"/>
          <p:cNvGrpSpPr/>
          <p:nvPr/>
        </p:nvGrpSpPr>
        <p:grpSpPr>
          <a:xfrm>
            <a:off x="3420070" y="1199936"/>
            <a:ext cx="860296" cy="799026"/>
            <a:chOff x="3348603" y="1236445"/>
            <a:chExt cx="749256" cy="695894"/>
          </a:xfrm>
        </p:grpSpPr>
        <p:grpSp>
          <p:nvGrpSpPr>
            <p:cNvPr id="10081" name="Google Shape;10081;p75"/>
            <p:cNvGrpSpPr/>
            <p:nvPr/>
          </p:nvGrpSpPr>
          <p:grpSpPr>
            <a:xfrm>
              <a:off x="3583779" y="1236445"/>
              <a:ext cx="293795" cy="285811"/>
              <a:chOff x="3750225" y="1774000"/>
              <a:chExt cx="149575" cy="145525"/>
            </a:xfrm>
          </p:grpSpPr>
          <p:sp>
            <p:nvSpPr>
              <p:cNvPr id="10082" name="Google Shape;10082;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5"/>
            <p:cNvGrpSpPr/>
            <p:nvPr/>
          </p:nvGrpSpPr>
          <p:grpSpPr>
            <a:xfrm>
              <a:off x="3775534" y="1462599"/>
              <a:ext cx="322325" cy="285958"/>
              <a:chOff x="3847850" y="1889150"/>
              <a:chExt cx="164100" cy="145600"/>
            </a:xfrm>
          </p:grpSpPr>
          <p:sp>
            <p:nvSpPr>
              <p:cNvPr id="10085" name="Google Shape;10085;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5"/>
            <p:cNvGrpSpPr/>
            <p:nvPr/>
          </p:nvGrpSpPr>
          <p:grpSpPr>
            <a:xfrm>
              <a:off x="3545329" y="1646528"/>
              <a:ext cx="293746" cy="285811"/>
              <a:chOff x="3730650" y="1982800"/>
              <a:chExt cx="149550" cy="145525"/>
            </a:xfrm>
          </p:grpSpPr>
          <p:sp>
            <p:nvSpPr>
              <p:cNvPr id="10088" name="Google Shape;10088;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3348603" y="1415046"/>
              <a:ext cx="294384" cy="284387"/>
              <a:chOff x="3630494" y="1864938"/>
              <a:chExt cx="149875" cy="144800"/>
            </a:xfrm>
          </p:grpSpPr>
          <p:sp>
            <p:nvSpPr>
              <p:cNvPr id="10091" name="Google Shape;10091;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75"/>
          <p:cNvGrpSpPr/>
          <p:nvPr/>
        </p:nvGrpSpPr>
        <p:grpSpPr>
          <a:xfrm>
            <a:off x="2426618" y="3928147"/>
            <a:ext cx="1432792" cy="733289"/>
            <a:chOff x="2413923" y="3711366"/>
            <a:chExt cx="1374117" cy="703260"/>
          </a:xfrm>
        </p:grpSpPr>
        <p:grpSp>
          <p:nvGrpSpPr>
            <p:cNvPr id="10094" name="Google Shape;10094;p75"/>
            <p:cNvGrpSpPr/>
            <p:nvPr/>
          </p:nvGrpSpPr>
          <p:grpSpPr>
            <a:xfrm>
              <a:off x="2413923" y="3711366"/>
              <a:ext cx="1374117" cy="703260"/>
              <a:chOff x="2413923" y="3711366"/>
              <a:chExt cx="1374117" cy="703260"/>
            </a:xfrm>
          </p:grpSpPr>
          <p:sp>
            <p:nvSpPr>
              <p:cNvPr id="10095" name="Google Shape;10095;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5"/>
              <p:cNvGrpSpPr/>
              <p:nvPr/>
            </p:nvGrpSpPr>
            <p:grpSpPr>
              <a:xfrm>
                <a:off x="2600284" y="3808654"/>
                <a:ext cx="234506" cy="138009"/>
                <a:chOff x="2600284" y="3808654"/>
                <a:chExt cx="234506" cy="138009"/>
              </a:xfrm>
            </p:grpSpPr>
            <p:sp>
              <p:nvSpPr>
                <p:cNvPr id="10097" name="Google Shape;10097;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8" name="Google Shape;10098;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099" name="Google Shape;10099;p75"/>
              <p:cNvGrpSpPr/>
              <p:nvPr/>
            </p:nvGrpSpPr>
            <p:grpSpPr>
              <a:xfrm>
                <a:off x="3359659" y="3805664"/>
                <a:ext cx="232294" cy="141000"/>
                <a:chOff x="3359659" y="3805664"/>
                <a:chExt cx="232294" cy="141000"/>
              </a:xfrm>
            </p:grpSpPr>
            <p:sp>
              <p:nvSpPr>
                <p:cNvPr id="10100" name="Google Shape;10100;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1" name="Google Shape;10101;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2" name="Google Shape;10102;p75"/>
              <p:cNvGrpSpPr/>
              <p:nvPr/>
            </p:nvGrpSpPr>
            <p:grpSpPr>
              <a:xfrm>
                <a:off x="3067316" y="3711366"/>
                <a:ext cx="66900" cy="166809"/>
                <a:chOff x="3067316" y="3711366"/>
                <a:chExt cx="66900" cy="166809"/>
              </a:xfrm>
            </p:grpSpPr>
            <p:sp>
              <p:nvSpPr>
                <p:cNvPr id="10103" name="Google Shape;10103;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4" name="Google Shape;10104;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5" name="Google Shape;10105;p75"/>
              <p:cNvGrpSpPr/>
              <p:nvPr/>
            </p:nvGrpSpPr>
            <p:grpSpPr>
              <a:xfrm>
                <a:off x="2413923" y="4058666"/>
                <a:ext cx="224119" cy="66900"/>
                <a:chOff x="2413923" y="4058666"/>
                <a:chExt cx="224119" cy="66900"/>
              </a:xfrm>
            </p:grpSpPr>
            <p:sp>
              <p:nvSpPr>
                <p:cNvPr id="10106" name="Google Shape;10106;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7" name="Google Shape;10107;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8" name="Google Shape;10108;p75"/>
              <p:cNvGrpSpPr/>
              <p:nvPr/>
            </p:nvGrpSpPr>
            <p:grpSpPr>
              <a:xfrm>
                <a:off x="3564643" y="4058666"/>
                <a:ext cx="223397" cy="66900"/>
                <a:chOff x="3564643" y="4058666"/>
                <a:chExt cx="223397" cy="66900"/>
              </a:xfrm>
            </p:grpSpPr>
            <p:sp>
              <p:nvSpPr>
                <p:cNvPr id="10109" name="Google Shape;10109;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10" name="Google Shape;10110;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111" name="Google Shape;10111;p75"/>
            <p:cNvGrpSpPr/>
            <p:nvPr/>
          </p:nvGrpSpPr>
          <p:grpSpPr>
            <a:xfrm>
              <a:off x="2633353" y="3965763"/>
              <a:ext cx="933975" cy="445687"/>
              <a:chOff x="2633353" y="3965763"/>
              <a:chExt cx="933975" cy="445687"/>
            </a:xfrm>
          </p:grpSpPr>
          <p:sp>
            <p:nvSpPr>
              <p:cNvPr id="10112" name="Google Shape;10112;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14" name="Google Shape;10114;p75"/>
          <p:cNvGrpSpPr/>
          <p:nvPr/>
        </p:nvGrpSpPr>
        <p:grpSpPr>
          <a:xfrm>
            <a:off x="4045282" y="3928335"/>
            <a:ext cx="1487933" cy="733372"/>
            <a:chOff x="3913765" y="3641905"/>
            <a:chExt cx="1522805" cy="750560"/>
          </a:xfrm>
        </p:grpSpPr>
        <p:grpSp>
          <p:nvGrpSpPr>
            <p:cNvPr id="10115" name="Google Shape;10115;p75"/>
            <p:cNvGrpSpPr/>
            <p:nvPr/>
          </p:nvGrpSpPr>
          <p:grpSpPr>
            <a:xfrm>
              <a:off x="3913765" y="3997002"/>
              <a:ext cx="1522805" cy="395463"/>
              <a:chOff x="3913765" y="3997002"/>
              <a:chExt cx="1522805" cy="395463"/>
            </a:xfrm>
          </p:grpSpPr>
          <p:grpSp>
            <p:nvGrpSpPr>
              <p:cNvPr id="10116" name="Google Shape;10116;p75"/>
              <p:cNvGrpSpPr/>
              <p:nvPr/>
            </p:nvGrpSpPr>
            <p:grpSpPr>
              <a:xfrm>
                <a:off x="3913765" y="4138659"/>
                <a:ext cx="507602" cy="253806"/>
                <a:chOff x="3913765" y="4138659"/>
                <a:chExt cx="507602" cy="253806"/>
              </a:xfrm>
            </p:grpSpPr>
            <p:sp>
              <p:nvSpPr>
                <p:cNvPr id="10117" name="Google Shape;10117;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119" name="Google Shape;10119;p75"/>
              <p:cNvGrpSpPr/>
              <p:nvPr/>
            </p:nvGrpSpPr>
            <p:grpSpPr>
              <a:xfrm>
                <a:off x="4421361" y="3997002"/>
                <a:ext cx="507618" cy="395463"/>
                <a:chOff x="4421361" y="3997002"/>
                <a:chExt cx="507618" cy="395463"/>
              </a:xfrm>
            </p:grpSpPr>
            <p:sp>
              <p:nvSpPr>
                <p:cNvPr id="10120" name="Google Shape;10120;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5"/>
              <p:cNvGrpSpPr/>
              <p:nvPr/>
            </p:nvGrpSpPr>
            <p:grpSpPr>
              <a:xfrm>
                <a:off x="4928973" y="4189418"/>
                <a:ext cx="507596" cy="203047"/>
                <a:chOff x="4928973" y="4189418"/>
                <a:chExt cx="507596" cy="203047"/>
              </a:xfrm>
            </p:grpSpPr>
            <p:sp>
              <p:nvSpPr>
                <p:cNvPr id="10123" name="Google Shape;10123;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75"/>
            <p:cNvGrpSpPr/>
            <p:nvPr/>
          </p:nvGrpSpPr>
          <p:grpSpPr>
            <a:xfrm>
              <a:off x="4482186" y="3641905"/>
              <a:ext cx="397605" cy="349784"/>
              <a:chOff x="2906375" y="1159725"/>
              <a:chExt cx="1860575" cy="1636800"/>
            </a:xfrm>
          </p:grpSpPr>
          <p:sp>
            <p:nvSpPr>
              <p:cNvPr id="10126" name="Google Shape;10126;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75"/>
          <p:cNvGrpSpPr/>
          <p:nvPr/>
        </p:nvGrpSpPr>
        <p:grpSpPr>
          <a:xfrm>
            <a:off x="2603616" y="2159114"/>
            <a:ext cx="770576" cy="770310"/>
            <a:chOff x="2559249" y="2069323"/>
            <a:chExt cx="685566" cy="685634"/>
          </a:xfrm>
        </p:grpSpPr>
        <p:sp>
          <p:nvSpPr>
            <p:cNvPr id="10131" name="Google Shape;1013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75"/>
          <p:cNvGrpSpPr/>
          <p:nvPr/>
        </p:nvGrpSpPr>
        <p:grpSpPr>
          <a:xfrm>
            <a:off x="4012929" y="3077291"/>
            <a:ext cx="1749637" cy="672334"/>
            <a:chOff x="3862800" y="3038525"/>
            <a:chExt cx="1329006" cy="510698"/>
          </a:xfrm>
        </p:grpSpPr>
        <p:sp>
          <p:nvSpPr>
            <p:cNvPr id="10145" name="Google Shape;10145;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75"/>
            <p:cNvGrpSpPr/>
            <p:nvPr/>
          </p:nvGrpSpPr>
          <p:grpSpPr>
            <a:xfrm>
              <a:off x="3967075" y="3040337"/>
              <a:ext cx="1019927" cy="402126"/>
              <a:chOff x="3967075" y="3040337"/>
              <a:chExt cx="1019927" cy="402126"/>
            </a:xfrm>
          </p:grpSpPr>
          <p:sp>
            <p:nvSpPr>
              <p:cNvPr id="10148" name="Google Shape;10148;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5"/>
            <p:cNvGrpSpPr/>
            <p:nvPr/>
          </p:nvGrpSpPr>
          <p:grpSpPr>
            <a:xfrm>
              <a:off x="4186700" y="3040337"/>
              <a:ext cx="390475" cy="183289"/>
              <a:chOff x="4186700" y="3040337"/>
              <a:chExt cx="390475" cy="183289"/>
            </a:xfrm>
          </p:grpSpPr>
          <p:sp>
            <p:nvSpPr>
              <p:cNvPr id="10151" name="Google Shape;10151;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75"/>
            <p:cNvGrpSpPr/>
            <p:nvPr/>
          </p:nvGrpSpPr>
          <p:grpSpPr>
            <a:xfrm>
              <a:off x="4073727" y="3040337"/>
              <a:ext cx="697794" cy="296263"/>
              <a:chOff x="4073727" y="3040337"/>
              <a:chExt cx="697794" cy="296263"/>
            </a:xfrm>
          </p:grpSpPr>
          <p:sp>
            <p:nvSpPr>
              <p:cNvPr id="10154" name="Google Shape;10154;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5"/>
            <p:cNvGrpSpPr/>
            <p:nvPr/>
          </p:nvGrpSpPr>
          <p:grpSpPr>
            <a:xfrm>
              <a:off x="3862800" y="3038525"/>
              <a:ext cx="1329006" cy="510698"/>
              <a:chOff x="3862800" y="3038525"/>
              <a:chExt cx="1329006" cy="510698"/>
            </a:xfrm>
          </p:grpSpPr>
          <p:sp>
            <p:nvSpPr>
              <p:cNvPr id="10157" name="Google Shape;10157;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9" name="Google Shape;10159;p75"/>
          <p:cNvGrpSpPr/>
          <p:nvPr/>
        </p:nvGrpSpPr>
        <p:grpSpPr>
          <a:xfrm>
            <a:off x="707937" y="1199824"/>
            <a:ext cx="955303" cy="838456"/>
            <a:chOff x="649648" y="271400"/>
            <a:chExt cx="6215377" cy="5455143"/>
          </a:xfrm>
        </p:grpSpPr>
        <p:sp>
          <p:nvSpPr>
            <p:cNvPr id="10160" name="Google Shape;10160;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5"/>
          <p:cNvGrpSpPr/>
          <p:nvPr/>
        </p:nvGrpSpPr>
        <p:grpSpPr>
          <a:xfrm>
            <a:off x="2491295" y="1199924"/>
            <a:ext cx="830178" cy="881929"/>
            <a:chOff x="2499700" y="1135950"/>
            <a:chExt cx="732402" cy="777990"/>
          </a:xfrm>
        </p:grpSpPr>
        <p:grpSp>
          <p:nvGrpSpPr>
            <p:cNvPr id="10173" name="Google Shape;10173;p75"/>
            <p:cNvGrpSpPr/>
            <p:nvPr/>
          </p:nvGrpSpPr>
          <p:grpSpPr>
            <a:xfrm>
              <a:off x="2499700" y="1135950"/>
              <a:ext cx="732402" cy="694705"/>
              <a:chOff x="2499700" y="1135950"/>
              <a:chExt cx="732402" cy="694705"/>
            </a:xfrm>
          </p:grpSpPr>
          <p:sp>
            <p:nvSpPr>
              <p:cNvPr id="10174" name="Google Shape;10174;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2517909" y="1188726"/>
              <a:ext cx="702702" cy="725214"/>
              <a:chOff x="2517909" y="1188726"/>
              <a:chExt cx="702702" cy="725214"/>
            </a:xfrm>
          </p:grpSpPr>
          <p:sp>
            <p:nvSpPr>
              <p:cNvPr id="10202" name="Google Shape;10202;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75"/>
          <p:cNvGrpSpPr/>
          <p:nvPr/>
        </p:nvGrpSpPr>
        <p:grpSpPr>
          <a:xfrm>
            <a:off x="1761563" y="1199772"/>
            <a:ext cx="630896" cy="941014"/>
            <a:chOff x="1716825" y="1121550"/>
            <a:chExt cx="622800" cy="928938"/>
          </a:xfrm>
        </p:grpSpPr>
        <p:grpSp>
          <p:nvGrpSpPr>
            <p:cNvPr id="10208" name="Google Shape;10208;p75"/>
            <p:cNvGrpSpPr/>
            <p:nvPr/>
          </p:nvGrpSpPr>
          <p:grpSpPr>
            <a:xfrm>
              <a:off x="1716825" y="1121550"/>
              <a:ext cx="622800" cy="928938"/>
              <a:chOff x="1716825" y="1121550"/>
              <a:chExt cx="622800" cy="928938"/>
            </a:xfrm>
          </p:grpSpPr>
          <p:cxnSp>
            <p:nvCxnSpPr>
              <p:cNvPr id="10209" name="Google Shape;10209;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210" name="Google Shape;10210;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75"/>
            <p:cNvGrpSpPr/>
            <p:nvPr/>
          </p:nvGrpSpPr>
          <p:grpSpPr>
            <a:xfrm>
              <a:off x="1768050" y="1172775"/>
              <a:ext cx="520200" cy="832000"/>
              <a:chOff x="1768050" y="1172775"/>
              <a:chExt cx="520200" cy="832000"/>
            </a:xfrm>
          </p:grpSpPr>
          <p:cxnSp>
            <p:nvCxnSpPr>
              <p:cNvPr id="10212" name="Google Shape;10212;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213" name="Google Shape;10213;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75"/>
            <p:cNvGrpSpPr/>
            <p:nvPr/>
          </p:nvGrpSpPr>
          <p:grpSpPr>
            <a:xfrm>
              <a:off x="1820100" y="1225475"/>
              <a:ext cx="416400" cy="729575"/>
              <a:chOff x="1820100" y="1225475"/>
              <a:chExt cx="416400" cy="729575"/>
            </a:xfrm>
          </p:grpSpPr>
          <p:cxnSp>
            <p:nvCxnSpPr>
              <p:cNvPr id="10215" name="Google Shape;10215;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216" name="Google Shape;10216;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5"/>
            <p:cNvGrpSpPr/>
            <p:nvPr/>
          </p:nvGrpSpPr>
          <p:grpSpPr>
            <a:xfrm>
              <a:off x="1874250" y="1278825"/>
              <a:ext cx="308100" cy="605275"/>
              <a:chOff x="1874250" y="1278825"/>
              <a:chExt cx="308100" cy="605275"/>
            </a:xfrm>
          </p:grpSpPr>
          <p:cxnSp>
            <p:nvCxnSpPr>
              <p:cNvPr id="10218" name="Google Shape;10218;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219" name="Google Shape;10219;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0" name="Google Shape;10220;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75"/>
          <p:cNvGrpSpPr/>
          <p:nvPr/>
        </p:nvGrpSpPr>
        <p:grpSpPr>
          <a:xfrm>
            <a:off x="1674910" y="2158319"/>
            <a:ext cx="799341" cy="772389"/>
            <a:chOff x="4334725" y="1355875"/>
            <a:chExt cx="3106650" cy="3001900"/>
          </a:xfrm>
        </p:grpSpPr>
        <p:grpSp>
          <p:nvGrpSpPr>
            <p:cNvPr id="10222" name="Google Shape;10222;p75"/>
            <p:cNvGrpSpPr/>
            <p:nvPr/>
          </p:nvGrpSpPr>
          <p:grpSpPr>
            <a:xfrm>
              <a:off x="4516050" y="1724875"/>
              <a:ext cx="2693725" cy="2632900"/>
              <a:chOff x="4516050" y="1724875"/>
              <a:chExt cx="2693725" cy="2632900"/>
            </a:xfrm>
          </p:grpSpPr>
          <p:sp>
            <p:nvSpPr>
              <p:cNvPr id="10223" name="Google Shape;10223;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5"/>
            <p:cNvGrpSpPr/>
            <p:nvPr/>
          </p:nvGrpSpPr>
          <p:grpSpPr>
            <a:xfrm>
              <a:off x="4334725" y="1355875"/>
              <a:ext cx="3106650" cy="2709650"/>
              <a:chOff x="4334725" y="1355875"/>
              <a:chExt cx="3106650" cy="2709650"/>
            </a:xfrm>
          </p:grpSpPr>
          <p:sp>
            <p:nvSpPr>
              <p:cNvPr id="10227" name="Google Shape;10227;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0" name="Google Shape;10230;p75"/>
          <p:cNvGrpSpPr/>
          <p:nvPr/>
        </p:nvGrpSpPr>
        <p:grpSpPr>
          <a:xfrm>
            <a:off x="723296" y="3076954"/>
            <a:ext cx="1571080" cy="671877"/>
            <a:chOff x="732422" y="2990152"/>
            <a:chExt cx="1337773" cy="572102"/>
          </a:xfrm>
        </p:grpSpPr>
        <p:sp>
          <p:nvSpPr>
            <p:cNvPr id="10231" name="Google Shape;10231;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75"/>
          <p:cNvGrpSpPr/>
          <p:nvPr/>
        </p:nvGrpSpPr>
        <p:grpSpPr>
          <a:xfrm>
            <a:off x="5248222" y="1199952"/>
            <a:ext cx="802425" cy="773826"/>
            <a:chOff x="4249973" y="1201875"/>
            <a:chExt cx="1958568" cy="1888762"/>
          </a:xfrm>
        </p:grpSpPr>
        <p:sp>
          <p:nvSpPr>
            <p:cNvPr id="10238" name="Google Shape;10238;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75"/>
            <p:cNvGrpSpPr/>
            <p:nvPr/>
          </p:nvGrpSpPr>
          <p:grpSpPr>
            <a:xfrm>
              <a:off x="5853086" y="1789142"/>
              <a:ext cx="355454" cy="1048099"/>
              <a:chOff x="5576108" y="2016725"/>
              <a:chExt cx="565200" cy="1666560"/>
            </a:xfrm>
          </p:grpSpPr>
          <p:sp>
            <p:nvSpPr>
              <p:cNvPr id="10240" name="Google Shape;10240;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1" name="Google Shape;10241;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5"/>
            <p:cNvGrpSpPr/>
            <p:nvPr/>
          </p:nvGrpSpPr>
          <p:grpSpPr>
            <a:xfrm>
              <a:off x="4869455" y="2691676"/>
              <a:ext cx="1013897" cy="398961"/>
              <a:chOff x="4012057" y="3451825"/>
              <a:chExt cx="1612175" cy="634379"/>
            </a:xfrm>
          </p:grpSpPr>
          <p:sp>
            <p:nvSpPr>
              <p:cNvPr id="10243" name="Google Shape;10243;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4" name="Google Shape;10244;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5"/>
            <p:cNvGrpSpPr/>
            <p:nvPr/>
          </p:nvGrpSpPr>
          <p:grpSpPr>
            <a:xfrm>
              <a:off x="4276937" y="2155961"/>
              <a:ext cx="651965" cy="891358"/>
              <a:chOff x="3069908" y="2599997"/>
              <a:chExt cx="1036675" cy="1417328"/>
            </a:xfrm>
          </p:grpSpPr>
          <p:sp>
            <p:nvSpPr>
              <p:cNvPr id="10246" name="Google Shape;10246;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7" name="Google Shape;10247;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5"/>
            <p:cNvGrpSpPr/>
            <p:nvPr/>
          </p:nvGrpSpPr>
          <p:grpSpPr>
            <a:xfrm>
              <a:off x="5054918" y="1201875"/>
              <a:ext cx="999548" cy="602711"/>
              <a:chOff x="4306958" y="1082925"/>
              <a:chExt cx="1589359" cy="958358"/>
            </a:xfrm>
          </p:grpSpPr>
          <p:sp>
            <p:nvSpPr>
              <p:cNvPr id="10249" name="Google Shape;10249;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0" name="Google Shape;10250;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75"/>
            <p:cNvGrpSpPr/>
            <p:nvPr/>
          </p:nvGrpSpPr>
          <p:grpSpPr>
            <a:xfrm>
              <a:off x="4249973" y="1303451"/>
              <a:ext cx="799317" cy="841334"/>
              <a:chOff x="3027033" y="1244439"/>
              <a:chExt cx="1270977" cy="1337786"/>
            </a:xfrm>
          </p:grpSpPr>
          <p:sp>
            <p:nvSpPr>
              <p:cNvPr id="10252" name="Google Shape;10252;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3" name="Google Shape;10253;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4" name="Google Shape;10254;p75"/>
          <p:cNvGrpSpPr/>
          <p:nvPr/>
        </p:nvGrpSpPr>
        <p:grpSpPr>
          <a:xfrm>
            <a:off x="5358787" y="2155848"/>
            <a:ext cx="764267" cy="764267"/>
            <a:chOff x="5007123" y="2079403"/>
            <a:chExt cx="687600" cy="687600"/>
          </a:xfrm>
        </p:grpSpPr>
        <p:sp>
          <p:nvSpPr>
            <p:cNvPr id="10255" name="Google Shape;10255;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75"/>
          <p:cNvGrpSpPr/>
          <p:nvPr/>
        </p:nvGrpSpPr>
        <p:grpSpPr>
          <a:xfrm>
            <a:off x="6252317" y="2149936"/>
            <a:ext cx="775938" cy="776138"/>
            <a:chOff x="5797446" y="2063053"/>
            <a:chExt cx="698100" cy="698280"/>
          </a:xfrm>
        </p:grpSpPr>
        <p:sp>
          <p:nvSpPr>
            <p:cNvPr id="10260" name="Google Shape;10260;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5"/>
          <p:cNvGrpSpPr/>
          <p:nvPr/>
        </p:nvGrpSpPr>
        <p:grpSpPr>
          <a:xfrm>
            <a:off x="6402028" y="4853575"/>
            <a:ext cx="301954" cy="724488"/>
            <a:chOff x="8075075" y="3754290"/>
            <a:chExt cx="255612" cy="613194"/>
          </a:xfrm>
        </p:grpSpPr>
        <p:grpSp>
          <p:nvGrpSpPr>
            <p:cNvPr id="10265" name="Google Shape;10265;p75"/>
            <p:cNvGrpSpPr/>
            <p:nvPr/>
          </p:nvGrpSpPr>
          <p:grpSpPr>
            <a:xfrm>
              <a:off x="8075075" y="3754290"/>
              <a:ext cx="255612" cy="613194"/>
              <a:chOff x="8075075" y="3754290"/>
              <a:chExt cx="255612" cy="613194"/>
            </a:xfrm>
          </p:grpSpPr>
          <p:sp>
            <p:nvSpPr>
              <p:cNvPr id="10266" name="Google Shape;10266;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75"/>
          <p:cNvGrpSpPr/>
          <p:nvPr/>
        </p:nvGrpSpPr>
        <p:grpSpPr>
          <a:xfrm>
            <a:off x="5718837" y="3925014"/>
            <a:ext cx="506291" cy="735891"/>
            <a:chOff x="1697726" y="3244179"/>
            <a:chExt cx="788124" cy="1146069"/>
          </a:xfrm>
        </p:grpSpPr>
        <p:sp>
          <p:nvSpPr>
            <p:cNvPr id="10270" name="Google Shape;10270;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2" name="Google Shape;10272;p75"/>
          <p:cNvSpPr/>
          <p:nvPr/>
        </p:nvSpPr>
        <p:spPr>
          <a:xfrm>
            <a:off x="8587373" y="3533350"/>
            <a:ext cx="219"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75"/>
          <p:cNvGrpSpPr/>
          <p:nvPr/>
        </p:nvGrpSpPr>
        <p:grpSpPr>
          <a:xfrm>
            <a:off x="6410910" y="3937250"/>
            <a:ext cx="316315" cy="316266"/>
            <a:chOff x="6134814" y="3754290"/>
            <a:chExt cx="293891" cy="293845"/>
          </a:xfrm>
        </p:grpSpPr>
        <p:sp>
          <p:nvSpPr>
            <p:cNvPr id="10274" name="Google Shape;10274;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6410910" y="4344811"/>
            <a:ext cx="316315" cy="316315"/>
            <a:chOff x="6134814" y="4086186"/>
            <a:chExt cx="293891" cy="293891"/>
          </a:xfrm>
        </p:grpSpPr>
        <p:sp>
          <p:nvSpPr>
            <p:cNvPr id="10277" name="Google Shape;10277;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9" name="Google Shape;10279;p75"/>
          <p:cNvSpPr/>
          <p:nvPr/>
        </p:nvSpPr>
        <p:spPr>
          <a:xfrm>
            <a:off x="7575198" y="3936154"/>
            <a:ext cx="656183" cy="724472"/>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rot="10800000">
            <a:off x="6912773" y="3933716"/>
            <a:ext cx="476710" cy="7271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75"/>
          <p:cNvGrpSpPr/>
          <p:nvPr/>
        </p:nvGrpSpPr>
        <p:grpSpPr>
          <a:xfrm>
            <a:off x="4924716" y="4936348"/>
            <a:ext cx="670191" cy="669181"/>
            <a:chOff x="1187048" y="238125"/>
            <a:chExt cx="5256397" cy="5248476"/>
          </a:xfrm>
        </p:grpSpPr>
        <p:sp>
          <p:nvSpPr>
            <p:cNvPr id="10282" name="Google Shape;10282;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7219542" y="3084234"/>
            <a:ext cx="1195373" cy="669339"/>
            <a:chOff x="238125" y="1335475"/>
            <a:chExt cx="5418735" cy="3034175"/>
          </a:xfrm>
        </p:grpSpPr>
        <p:sp>
          <p:nvSpPr>
            <p:cNvPr id="10287" name="Google Shape;102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5"/>
          <p:cNvGrpSpPr/>
          <p:nvPr/>
        </p:nvGrpSpPr>
        <p:grpSpPr>
          <a:xfrm>
            <a:off x="5912524" y="3080456"/>
            <a:ext cx="1156342" cy="674923"/>
            <a:chOff x="5359127" y="2910889"/>
            <a:chExt cx="1097723" cy="640831"/>
          </a:xfrm>
        </p:grpSpPr>
        <p:grpSp>
          <p:nvGrpSpPr>
            <p:cNvPr id="10291" name="Google Shape;10291;p75"/>
            <p:cNvGrpSpPr/>
            <p:nvPr/>
          </p:nvGrpSpPr>
          <p:grpSpPr>
            <a:xfrm>
              <a:off x="5929791" y="3263088"/>
              <a:ext cx="527060" cy="287097"/>
              <a:chOff x="5929791" y="3263088"/>
              <a:chExt cx="527060" cy="287097"/>
            </a:xfrm>
          </p:grpSpPr>
          <p:sp>
            <p:nvSpPr>
              <p:cNvPr id="10292" name="Google Shape;102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3" name="Google Shape;102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4" name="Google Shape;10294;p75"/>
            <p:cNvGrpSpPr/>
            <p:nvPr/>
          </p:nvGrpSpPr>
          <p:grpSpPr>
            <a:xfrm>
              <a:off x="5359127" y="3263089"/>
              <a:ext cx="526428" cy="288631"/>
              <a:chOff x="5359127" y="3263089"/>
              <a:chExt cx="526428" cy="288631"/>
            </a:xfrm>
          </p:grpSpPr>
          <p:sp>
            <p:nvSpPr>
              <p:cNvPr id="10295" name="Google Shape;102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6" name="Google Shape;102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7" name="Google Shape;10297;p75"/>
            <p:cNvGrpSpPr/>
            <p:nvPr/>
          </p:nvGrpSpPr>
          <p:grpSpPr>
            <a:xfrm>
              <a:off x="5551525" y="2910889"/>
              <a:ext cx="520901" cy="610283"/>
              <a:chOff x="5551525" y="2910889"/>
              <a:chExt cx="520901" cy="610283"/>
            </a:xfrm>
          </p:grpSpPr>
          <p:sp>
            <p:nvSpPr>
              <p:cNvPr id="10298" name="Google Shape;102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9" name="Google Shape;102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0" name="Google Shape;10300;p75"/>
            <p:cNvGrpSpPr/>
            <p:nvPr/>
          </p:nvGrpSpPr>
          <p:grpSpPr>
            <a:xfrm>
              <a:off x="5743962" y="2919100"/>
              <a:ext cx="623674" cy="284502"/>
              <a:chOff x="5743962" y="2919100"/>
              <a:chExt cx="623674" cy="284502"/>
            </a:xfrm>
          </p:grpSpPr>
          <p:sp>
            <p:nvSpPr>
              <p:cNvPr id="10301" name="Google Shape;103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2" name="Google Shape;103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03" name="Google Shape;10303;p75"/>
          <p:cNvGrpSpPr/>
          <p:nvPr/>
        </p:nvGrpSpPr>
        <p:grpSpPr>
          <a:xfrm>
            <a:off x="3747381" y="4883804"/>
            <a:ext cx="941748" cy="774447"/>
            <a:chOff x="7608988" y="2093194"/>
            <a:chExt cx="817276" cy="672147"/>
          </a:xfrm>
        </p:grpSpPr>
        <p:cxnSp>
          <p:nvCxnSpPr>
            <p:cNvPr id="10304" name="Google Shape;103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5" name="Google Shape;103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6" name="Google Shape;103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7" name="Google Shape;103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8" name="Google Shape;103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09" name="Google Shape;103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10" name="Google Shape;10310;p75"/>
            <p:cNvGrpSpPr/>
            <p:nvPr/>
          </p:nvGrpSpPr>
          <p:grpSpPr>
            <a:xfrm>
              <a:off x="7721175" y="2093194"/>
              <a:ext cx="599587" cy="623846"/>
              <a:chOff x="7721175" y="2093194"/>
              <a:chExt cx="599587" cy="623846"/>
            </a:xfrm>
          </p:grpSpPr>
          <p:grpSp>
            <p:nvGrpSpPr>
              <p:cNvPr id="10311" name="Google Shape;10311;p75"/>
              <p:cNvGrpSpPr/>
              <p:nvPr/>
            </p:nvGrpSpPr>
            <p:grpSpPr>
              <a:xfrm>
                <a:off x="7721175" y="2093194"/>
                <a:ext cx="291605" cy="623846"/>
                <a:chOff x="9405575" y="2061418"/>
                <a:chExt cx="291605" cy="623846"/>
              </a:xfrm>
            </p:grpSpPr>
            <p:sp>
              <p:nvSpPr>
                <p:cNvPr id="10312" name="Google Shape;103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flipH="1">
                <a:off x="8029157" y="2093194"/>
                <a:ext cx="291605" cy="623846"/>
                <a:chOff x="9405575" y="2061418"/>
                <a:chExt cx="291605" cy="623846"/>
              </a:xfrm>
            </p:grpSpPr>
            <p:sp>
              <p:nvSpPr>
                <p:cNvPr id="10320" name="Google Shape;103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27" name="Google Shape;10327;p75"/>
          <p:cNvGrpSpPr/>
          <p:nvPr/>
        </p:nvGrpSpPr>
        <p:grpSpPr>
          <a:xfrm>
            <a:off x="7011135" y="1278818"/>
            <a:ext cx="1216775" cy="631882"/>
            <a:chOff x="238125" y="999450"/>
            <a:chExt cx="7140700" cy="3708225"/>
          </a:xfrm>
        </p:grpSpPr>
        <p:sp>
          <p:nvSpPr>
            <p:cNvPr id="10328" name="Google Shape;10328;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75"/>
          <p:cNvGrpSpPr/>
          <p:nvPr/>
        </p:nvGrpSpPr>
        <p:grpSpPr>
          <a:xfrm>
            <a:off x="7158010" y="2150151"/>
            <a:ext cx="1012515" cy="776084"/>
            <a:chOff x="6599718" y="2068734"/>
            <a:chExt cx="940737" cy="721067"/>
          </a:xfrm>
        </p:grpSpPr>
        <p:sp>
          <p:nvSpPr>
            <p:cNvPr id="10338" name="Google Shape;10338;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75"/>
            <p:cNvGrpSpPr/>
            <p:nvPr/>
          </p:nvGrpSpPr>
          <p:grpSpPr>
            <a:xfrm>
              <a:off x="6836957" y="2068734"/>
              <a:ext cx="461892" cy="721067"/>
              <a:chOff x="6836957" y="2068734"/>
              <a:chExt cx="461892" cy="721067"/>
            </a:xfrm>
          </p:grpSpPr>
          <p:sp>
            <p:nvSpPr>
              <p:cNvPr id="10345" name="Google Shape;10345;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75"/>
              <p:cNvGrpSpPr/>
              <p:nvPr/>
            </p:nvGrpSpPr>
            <p:grpSpPr>
              <a:xfrm>
                <a:off x="6836957" y="2068734"/>
                <a:ext cx="461892" cy="721067"/>
                <a:chOff x="6836957" y="2068734"/>
                <a:chExt cx="461892" cy="721067"/>
              </a:xfrm>
            </p:grpSpPr>
            <p:sp>
              <p:nvSpPr>
                <p:cNvPr id="10352" name="Google Shape;10352;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59" name="Google Shape;10359;p75"/>
          <p:cNvGrpSpPr/>
          <p:nvPr/>
        </p:nvGrpSpPr>
        <p:grpSpPr>
          <a:xfrm>
            <a:off x="2602026" y="4888019"/>
            <a:ext cx="910108" cy="766180"/>
            <a:chOff x="951975" y="315800"/>
            <a:chExt cx="5860325" cy="4933550"/>
          </a:xfrm>
        </p:grpSpPr>
        <p:sp>
          <p:nvSpPr>
            <p:cNvPr id="10360" name="Google Shape;10360;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75"/>
          <p:cNvGrpSpPr/>
          <p:nvPr/>
        </p:nvGrpSpPr>
        <p:grpSpPr>
          <a:xfrm>
            <a:off x="5830257" y="4841043"/>
            <a:ext cx="335847" cy="736287"/>
            <a:chOff x="7645573" y="3754300"/>
            <a:chExt cx="293855" cy="644170"/>
          </a:xfrm>
        </p:grpSpPr>
        <p:sp>
          <p:nvSpPr>
            <p:cNvPr id="10369" name="Google Shape;10369;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75"/>
          <p:cNvGrpSpPr/>
          <p:nvPr/>
        </p:nvGrpSpPr>
        <p:grpSpPr>
          <a:xfrm>
            <a:off x="6149174" y="1199822"/>
            <a:ext cx="763053" cy="795714"/>
            <a:chOff x="5830645" y="1256617"/>
            <a:chExt cx="530340" cy="553040"/>
          </a:xfrm>
        </p:grpSpPr>
        <p:grpSp>
          <p:nvGrpSpPr>
            <p:cNvPr id="10372" name="Google Shape;10372;p75"/>
            <p:cNvGrpSpPr/>
            <p:nvPr/>
          </p:nvGrpSpPr>
          <p:grpSpPr>
            <a:xfrm>
              <a:off x="5830645" y="1256617"/>
              <a:ext cx="259743" cy="269909"/>
              <a:chOff x="5830645" y="1256617"/>
              <a:chExt cx="259743" cy="269909"/>
            </a:xfrm>
          </p:grpSpPr>
          <p:sp>
            <p:nvSpPr>
              <p:cNvPr id="10373" name="Google Shape;10373;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75"/>
            <p:cNvGrpSpPr/>
            <p:nvPr/>
          </p:nvGrpSpPr>
          <p:grpSpPr>
            <a:xfrm>
              <a:off x="6101293" y="1256617"/>
              <a:ext cx="259692" cy="269909"/>
              <a:chOff x="6101293" y="1256617"/>
              <a:chExt cx="259692" cy="269909"/>
            </a:xfrm>
          </p:grpSpPr>
          <p:sp>
            <p:nvSpPr>
              <p:cNvPr id="10376" name="Google Shape;10376;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5830645" y="1539749"/>
              <a:ext cx="259692" cy="269909"/>
              <a:chOff x="5830645" y="1539749"/>
              <a:chExt cx="259692" cy="269909"/>
            </a:xfrm>
          </p:grpSpPr>
          <p:sp>
            <p:nvSpPr>
              <p:cNvPr id="10379" name="Google Shape;10379;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75"/>
            <p:cNvGrpSpPr/>
            <p:nvPr/>
          </p:nvGrpSpPr>
          <p:grpSpPr>
            <a:xfrm>
              <a:off x="6101293" y="1539749"/>
              <a:ext cx="259692" cy="269909"/>
              <a:chOff x="6101293" y="1539749"/>
              <a:chExt cx="259692" cy="269909"/>
            </a:xfrm>
          </p:grpSpPr>
          <p:sp>
            <p:nvSpPr>
              <p:cNvPr id="10382" name="Google Shape;10382;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8"/>
        <p:cNvGrpSpPr/>
        <p:nvPr/>
      </p:nvGrpSpPr>
      <p:grpSpPr>
        <a:xfrm>
          <a:off x="0" y="0"/>
          <a:ext cx="0" cy="0"/>
          <a:chOff x="0" y="0"/>
          <a:chExt cx="0" cy="0"/>
        </a:xfrm>
      </p:grpSpPr>
      <p:grpSp>
        <p:nvGrpSpPr>
          <p:cNvPr id="10389" name="Google Shape;10389;p76"/>
          <p:cNvGrpSpPr/>
          <p:nvPr/>
        </p:nvGrpSpPr>
        <p:grpSpPr>
          <a:xfrm>
            <a:off x="767383" y="1842773"/>
            <a:ext cx="1615993" cy="1507373"/>
            <a:chOff x="729238" y="1179665"/>
            <a:chExt cx="1636117" cy="1526144"/>
          </a:xfrm>
        </p:grpSpPr>
        <p:grpSp>
          <p:nvGrpSpPr>
            <p:cNvPr id="10390" name="Google Shape;10390;p76"/>
            <p:cNvGrpSpPr/>
            <p:nvPr/>
          </p:nvGrpSpPr>
          <p:grpSpPr>
            <a:xfrm>
              <a:off x="729238" y="1179665"/>
              <a:ext cx="80700" cy="1526144"/>
              <a:chOff x="729238" y="1179665"/>
              <a:chExt cx="80700" cy="1526144"/>
            </a:xfrm>
          </p:grpSpPr>
          <p:sp>
            <p:nvSpPr>
              <p:cNvPr id="10391" name="Google Shape;10391;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6"/>
            <p:cNvGrpSpPr/>
            <p:nvPr/>
          </p:nvGrpSpPr>
          <p:grpSpPr>
            <a:xfrm>
              <a:off x="903098" y="1179665"/>
              <a:ext cx="80700" cy="1526144"/>
              <a:chOff x="903098" y="1179665"/>
              <a:chExt cx="80700" cy="1526144"/>
            </a:xfrm>
          </p:grpSpPr>
          <p:sp>
            <p:nvSpPr>
              <p:cNvPr id="10402" name="Google Shape;10402;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76"/>
            <p:cNvGrpSpPr/>
            <p:nvPr/>
          </p:nvGrpSpPr>
          <p:grpSpPr>
            <a:xfrm>
              <a:off x="1076958" y="1179665"/>
              <a:ext cx="80700" cy="1526144"/>
              <a:chOff x="1076958" y="1179665"/>
              <a:chExt cx="80700" cy="1526144"/>
            </a:xfrm>
          </p:grpSpPr>
          <p:sp>
            <p:nvSpPr>
              <p:cNvPr id="10413" name="Google Shape;10413;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6"/>
            <p:cNvGrpSpPr/>
            <p:nvPr/>
          </p:nvGrpSpPr>
          <p:grpSpPr>
            <a:xfrm>
              <a:off x="1247707" y="1179665"/>
              <a:ext cx="80700" cy="1526144"/>
              <a:chOff x="1247707" y="1179665"/>
              <a:chExt cx="80700" cy="1526144"/>
            </a:xfrm>
          </p:grpSpPr>
          <p:sp>
            <p:nvSpPr>
              <p:cNvPr id="10424" name="Google Shape;10424;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76"/>
            <p:cNvGrpSpPr/>
            <p:nvPr/>
          </p:nvGrpSpPr>
          <p:grpSpPr>
            <a:xfrm>
              <a:off x="1421567" y="1179665"/>
              <a:ext cx="80700" cy="1526144"/>
              <a:chOff x="1421567" y="1179665"/>
              <a:chExt cx="80700" cy="1526144"/>
            </a:xfrm>
          </p:grpSpPr>
          <p:sp>
            <p:nvSpPr>
              <p:cNvPr id="10435" name="Google Shape;10435;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76"/>
            <p:cNvGrpSpPr/>
            <p:nvPr/>
          </p:nvGrpSpPr>
          <p:grpSpPr>
            <a:xfrm>
              <a:off x="1592327" y="1179665"/>
              <a:ext cx="80700" cy="1526144"/>
              <a:chOff x="1592327" y="1179665"/>
              <a:chExt cx="80700" cy="1526144"/>
            </a:xfrm>
          </p:grpSpPr>
          <p:sp>
            <p:nvSpPr>
              <p:cNvPr id="10446" name="Google Shape;10446;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76"/>
            <p:cNvGrpSpPr/>
            <p:nvPr/>
          </p:nvGrpSpPr>
          <p:grpSpPr>
            <a:xfrm>
              <a:off x="1766187" y="1179665"/>
              <a:ext cx="80700" cy="1526144"/>
              <a:chOff x="1766187" y="1179665"/>
              <a:chExt cx="80700" cy="1526144"/>
            </a:xfrm>
          </p:grpSpPr>
          <p:sp>
            <p:nvSpPr>
              <p:cNvPr id="10457" name="Google Shape;10457;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6"/>
            <p:cNvGrpSpPr/>
            <p:nvPr/>
          </p:nvGrpSpPr>
          <p:grpSpPr>
            <a:xfrm>
              <a:off x="1936935" y="1179665"/>
              <a:ext cx="80700" cy="1526144"/>
              <a:chOff x="1936935" y="1179665"/>
              <a:chExt cx="80700" cy="1526144"/>
            </a:xfrm>
          </p:grpSpPr>
          <p:sp>
            <p:nvSpPr>
              <p:cNvPr id="10468" name="Google Shape;10468;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76"/>
            <p:cNvGrpSpPr/>
            <p:nvPr/>
          </p:nvGrpSpPr>
          <p:grpSpPr>
            <a:xfrm>
              <a:off x="2110795" y="1179665"/>
              <a:ext cx="80700" cy="1526144"/>
              <a:chOff x="2110795" y="1179665"/>
              <a:chExt cx="80700" cy="1526144"/>
            </a:xfrm>
          </p:grpSpPr>
          <p:sp>
            <p:nvSpPr>
              <p:cNvPr id="10479" name="Google Shape;10479;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6"/>
            <p:cNvGrpSpPr/>
            <p:nvPr/>
          </p:nvGrpSpPr>
          <p:grpSpPr>
            <a:xfrm>
              <a:off x="2284655" y="1179665"/>
              <a:ext cx="80700" cy="1526144"/>
              <a:chOff x="2284655" y="1179665"/>
              <a:chExt cx="80700" cy="1526144"/>
            </a:xfrm>
          </p:grpSpPr>
          <p:sp>
            <p:nvSpPr>
              <p:cNvPr id="10490" name="Google Shape;10490;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0" name="Google Shape;10500;p76"/>
          <p:cNvGrpSpPr/>
          <p:nvPr/>
        </p:nvGrpSpPr>
        <p:grpSpPr>
          <a:xfrm>
            <a:off x="2638745" y="1861676"/>
            <a:ext cx="1347468" cy="1088577"/>
            <a:chOff x="2623904" y="1198803"/>
            <a:chExt cx="1364248" cy="1102133"/>
          </a:xfrm>
        </p:grpSpPr>
        <p:grpSp>
          <p:nvGrpSpPr>
            <p:cNvPr id="10501" name="Google Shape;10501;p76"/>
            <p:cNvGrpSpPr/>
            <p:nvPr/>
          </p:nvGrpSpPr>
          <p:grpSpPr>
            <a:xfrm>
              <a:off x="2623907" y="1198803"/>
              <a:ext cx="1364245" cy="273000"/>
              <a:chOff x="2623907" y="1198803"/>
              <a:chExt cx="1364245" cy="273000"/>
            </a:xfrm>
          </p:grpSpPr>
          <p:sp>
            <p:nvSpPr>
              <p:cNvPr id="10502" name="Google Shape;10502;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76"/>
            <p:cNvGrpSpPr/>
            <p:nvPr/>
          </p:nvGrpSpPr>
          <p:grpSpPr>
            <a:xfrm>
              <a:off x="2623904" y="1476964"/>
              <a:ext cx="1364245" cy="273000"/>
              <a:chOff x="2623904" y="1476964"/>
              <a:chExt cx="1364245" cy="273000"/>
            </a:xfrm>
          </p:grpSpPr>
          <p:sp>
            <p:nvSpPr>
              <p:cNvPr id="10508" name="Google Shape;10508;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76"/>
            <p:cNvGrpSpPr/>
            <p:nvPr/>
          </p:nvGrpSpPr>
          <p:grpSpPr>
            <a:xfrm>
              <a:off x="2623907" y="1749775"/>
              <a:ext cx="1364245" cy="273000"/>
              <a:chOff x="2623907" y="1749775"/>
              <a:chExt cx="1364245" cy="273000"/>
            </a:xfrm>
          </p:grpSpPr>
          <p:sp>
            <p:nvSpPr>
              <p:cNvPr id="10514" name="Google Shape;10514;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76"/>
            <p:cNvGrpSpPr/>
            <p:nvPr/>
          </p:nvGrpSpPr>
          <p:grpSpPr>
            <a:xfrm>
              <a:off x="2623904" y="2027936"/>
              <a:ext cx="1364245" cy="273000"/>
              <a:chOff x="2623904" y="2027936"/>
              <a:chExt cx="1364245" cy="273000"/>
            </a:xfrm>
          </p:grpSpPr>
          <p:sp>
            <p:nvSpPr>
              <p:cNvPr id="10520" name="Google Shape;10520;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5" name="Google Shape;10525;p76"/>
          <p:cNvGrpSpPr/>
          <p:nvPr/>
        </p:nvGrpSpPr>
        <p:grpSpPr>
          <a:xfrm>
            <a:off x="2628552" y="3302927"/>
            <a:ext cx="1370620" cy="157157"/>
            <a:chOff x="3200660" y="2180272"/>
            <a:chExt cx="2563824" cy="378237"/>
          </a:xfrm>
        </p:grpSpPr>
        <p:sp>
          <p:nvSpPr>
            <p:cNvPr id="10526" name="Google Shape;10526;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2624959" y="3577398"/>
            <a:ext cx="1373427" cy="157665"/>
            <a:chOff x="3530150" y="2790075"/>
            <a:chExt cx="1962600" cy="225300"/>
          </a:xfrm>
        </p:grpSpPr>
        <p:sp>
          <p:nvSpPr>
            <p:cNvPr id="10545" name="Google Shape;10545;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6"/>
          <p:cNvGrpSpPr/>
          <p:nvPr/>
        </p:nvGrpSpPr>
        <p:grpSpPr>
          <a:xfrm>
            <a:off x="2625918" y="3852496"/>
            <a:ext cx="1394462" cy="151880"/>
            <a:chOff x="3558802" y="4011427"/>
            <a:chExt cx="1866000" cy="111300"/>
          </a:xfrm>
        </p:grpSpPr>
        <p:sp>
          <p:nvSpPr>
            <p:cNvPr id="10548" name="Google Shape;10548;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2625484" y="3067580"/>
            <a:ext cx="1366619" cy="118287"/>
            <a:chOff x="3465975" y="2270276"/>
            <a:chExt cx="1986364" cy="171929"/>
          </a:xfrm>
        </p:grpSpPr>
        <p:sp>
          <p:nvSpPr>
            <p:cNvPr id="10551" name="Google Shape;10551;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6"/>
          <p:cNvGrpSpPr/>
          <p:nvPr/>
        </p:nvGrpSpPr>
        <p:grpSpPr>
          <a:xfrm>
            <a:off x="2636203" y="4414321"/>
            <a:ext cx="1352685" cy="193056"/>
            <a:chOff x="723300" y="4253549"/>
            <a:chExt cx="2276482" cy="324900"/>
          </a:xfrm>
        </p:grpSpPr>
        <p:sp>
          <p:nvSpPr>
            <p:cNvPr id="10560" name="Google Shape;10560;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625892" y="4119176"/>
            <a:ext cx="1371980" cy="177903"/>
            <a:chOff x="705948" y="3788465"/>
            <a:chExt cx="2308953" cy="299400"/>
          </a:xfrm>
        </p:grpSpPr>
        <p:sp>
          <p:nvSpPr>
            <p:cNvPr id="10566" name="Google Shape;10566;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673153" y="4724568"/>
            <a:ext cx="1288563" cy="290456"/>
            <a:chOff x="2658741" y="4097347"/>
            <a:chExt cx="1304609" cy="294074"/>
          </a:xfrm>
        </p:grpSpPr>
        <p:grpSp>
          <p:nvGrpSpPr>
            <p:cNvPr id="10572" name="Google Shape;10572;p76"/>
            <p:cNvGrpSpPr/>
            <p:nvPr/>
          </p:nvGrpSpPr>
          <p:grpSpPr>
            <a:xfrm>
              <a:off x="2658741" y="4097347"/>
              <a:ext cx="118572" cy="294074"/>
              <a:chOff x="3343310" y="4475555"/>
              <a:chExt cx="127717" cy="316753"/>
            </a:xfrm>
          </p:grpSpPr>
          <p:sp>
            <p:nvSpPr>
              <p:cNvPr id="10573" name="Google Shape;1057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6"/>
            <p:cNvGrpSpPr/>
            <p:nvPr/>
          </p:nvGrpSpPr>
          <p:grpSpPr>
            <a:xfrm>
              <a:off x="3815519" y="4098388"/>
              <a:ext cx="147831" cy="291991"/>
              <a:chOff x="3527539" y="4476677"/>
              <a:chExt cx="159232" cy="314510"/>
            </a:xfrm>
          </p:grpSpPr>
          <p:sp>
            <p:nvSpPr>
              <p:cNvPr id="10576" name="Google Shape;10576;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6"/>
            <p:cNvGrpSpPr/>
            <p:nvPr/>
          </p:nvGrpSpPr>
          <p:grpSpPr>
            <a:xfrm>
              <a:off x="3511696" y="4098388"/>
              <a:ext cx="147831" cy="291991"/>
              <a:chOff x="3527539" y="4476677"/>
              <a:chExt cx="159232" cy="314510"/>
            </a:xfrm>
          </p:grpSpPr>
          <p:sp>
            <p:nvSpPr>
              <p:cNvPr id="10579" name="Google Shape;10579;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76"/>
            <p:cNvGrpSpPr/>
            <p:nvPr/>
          </p:nvGrpSpPr>
          <p:grpSpPr>
            <a:xfrm>
              <a:off x="3207874" y="4098388"/>
              <a:ext cx="147831" cy="291991"/>
              <a:chOff x="3527539" y="4476677"/>
              <a:chExt cx="159232" cy="314510"/>
            </a:xfrm>
          </p:grpSpPr>
          <p:sp>
            <p:nvSpPr>
              <p:cNvPr id="10582" name="Google Shape;1058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6"/>
            <p:cNvGrpSpPr/>
            <p:nvPr/>
          </p:nvGrpSpPr>
          <p:grpSpPr>
            <a:xfrm>
              <a:off x="2933305" y="4097347"/>
              <a:ext cx="118572" cy="294074"/>
              <a:chOff x="3343310" y="4475555"/>
              <a:chExt cx="127717" cy="316753"/>
            </a:xfrm>
          </p:grpSpPr>
          <p:sp>
            <p:nvSpPr>
              <p:cNvPr id="10585" name="Google Shape;10585;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76"/>
          <p:cNvGrpSpPr/>
          <p:nvPr/>
        </p:nvGrpSpPr>
        <p:grpSpPr>
          <a:xfrm>
            <a:off x="765588" y="3471145"/>
            <a:ext cx="1674521" cy="1541639"/>
            <a:chOff x="727421" y="2828315"/>
            <a:chExt cx="1695374" cy="1560837"/>
          </a:xfrm>
        </p:grpSpPr>
        <p:grpSp>
          <p:nvGrpSpPr>
            <p:cNvPr id="10588" name="Google Shape;10588;p76"/>
            <p:cNvGrpSpPr/>
            <p:nvPr/>
          </p:nvGrpSpPr>
          <p:grpSpPr>
            <a:xfrm>
              <a:off x="819108" y="2882501"/>
              <a:ext cx="103104" cy="1426186"/>
              <a:chOff x="4674013" y="3100904"/>
              <a:chExt cx="122758" cy="1698043"/>
            </a:xfrm>
          </p:grpSpPr>
          <p:sp>
            <p:nvSpPr>
              <p:cNvPr id="10589" name="Google Shape;10589;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1062475" y="2882501"/>
              <a:ext cx="103104" cy="1426186"/>
              <a:chOff x="4940438" y="3100904"/>
              <a:chExt cx="122758" cy="1698043"/>
            </a:xfrm>
          </p:grpSpPr>
          <p:sp>
            <p:nvSpPr>
              <p:cNvPr id="10597" name="Google Shape;10597;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299324" y="2882501"/>
              <a:ext cx="103104" cy="1426186"/>
              <a:chOff x="5206863" y="3100904"/>
              <a:chExt cx="122758" cy="1698043"/>
            </a:xfrm>
          </p:grpSpPr>
          <p:sp>
            <p:nvSpPr>
              <p:cNvPr id="10605" name="Google Shape;10605;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6"/>
            <p:cNvGrpSpPr/>
            <p:nvPr/>
          </p:nvGrpSpPr>
          <p:grpSpPr>
            <a:xfrm>
              <a:off x="1786057" y="2882501"/>
              <a:ext cx="103104" cy="1426186"/>
              <a:chOff x="6006138" y="3143629"/>
              <a:chExt cx="122758" cy="1698043"/>
            </a:xfrm>
          </p:grpSpPr>
          <p:sp>
            <p:nvSpPr>
              <p:cNvPr id="10613" name="Google Shape;10613;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6"/>
            <p:cNvGrpSpPr/>
            <p:nvPr/>
          </p:nvGrpSpPr>
          <p:grpSpPr>
            <a:xfrm>
              <a:off x="2029422" y="2882501"/>
              <a:ext cx="103104" cy="1426186"/>
              <a:chOff x="6805413" y="3100904"/>
              <a:chExt cx="122758" cy="1698043"/>
            </a:xfrm>
          </p:grpSpPr>
          <p:sp>
            <p:nvSpPr>
              <p:cNvPr id="10621" name="Google Shape;10621;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6"/>
            <p:cNvGrpSpPr/>
            <p:nvPr/>
          </p:nvGrpSpPr>
          <p:grpSpPr>
            <a:xfrm>
              <a:off x="727421" y="2828315"/>
              <a:ext cx="1695374" cy="1560837"/>
              <a:chOff x="734799" y="2782450"/>
              <a:chExt cx="1571100" cy="1577400"/>
            </a:xfrm>
          </p:grpSpPr>
          <p:cxnSp>
            <p:nvCxnSpPr>
              <p:cNvPr id="10629" name="Google Shape;10629;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30" name="Google Shape;10630;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31" name="Google Shape;10631;p76"/>
            <p:cNvGrpSpPr/>
            <p:nvPr/>
          </p:nvGrpSpPr>
          <p:grpSpPr>
            <a:xfrm>
              <a:off x="2272795" y="2882501"/>
              <a:ext cx="103104" cy="1426186"/>
              <a:chOff x="5206863" y="3100904"/>
              <a:chExt cx="122758" cy="1698043"/>
            </a:xfrm>
          </p:grpSpPr>
          <p:sp>
            <p:nvSpPr>
              <p:cNvPr id="10632" name="Google Shape;10632;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6"/>
            <p:cNvGrpSpPr/>
            <p:nvPr/>
          </p:nvGrpSpPr>
          <p:grpSpPr>
            <a:xfrm>
              <a:off x="1542694" y="2882501"/>
              <a:ext cx="103104" cy="1426186"/>
              <a:chOff x="6006138" y="3143629"/>
              <a:chExt cx="122758" cy="1698043"/>
            </a:xfrm>
          </p:grpSpPr>
          <p:sp>
            <p:nvSpPr>
              <p:cNvPr id="10640" name="Google Shape;10640;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7" name="Google Shape;10647;p76"/>
          <p:cNvGrpSpPr/>
          <p:nvPr/>
        </p:nvGrpSpPr>
        <p:grpSpPr>
          <a:xfrm>
            <a:off x="4213861" y="2726707"/>
            <a:ext cx="1428229" cy="190754"/>
            <a:chOff x="4273350" y="2080469"/>
            <a:chExt cx="1433821" cy="191501"/>
          </a:xfrm>
        </p:grpSpPr>
        <p:grpSp>
          <p:nvGrpSpPr>
            <p:cNvPr id="10648" name="Google Shape;10648;p76"/>
            <p:cNvGrpSpPr/>
            <p:nvPr/>
          </p:nvGrpSpPr>
          <p:grpSpPr>
            <a:xfrm>
              <a:off x="4273350" y="2080469"/>
              <a:ext cx="1433821" cy="0"/>
              <a:chOff x="5224975" y="2962250"/>
              <a:chExt cx="1544400" cy="0"/>
            </a:xfrm>
          </p:grpSpPr>
          <p:cxnSp>
            <p:nvCxnSpPr>
              <p:cNvPr id="10649" name="Google Shape;10649;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0" name="Google Shape;10650;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51" name="Google Shape;10651;p76"/>
            <p:cNvGrpSpPr/>
            <p:nvPr/>
          </p:nvGrpSpPr>
          <p:grpSpPr>
            <a:xfrm>
              <a:off x="4273350" y="2271969"/>
              <a:ext cx="1433821" cy="0"/>
              <a:chOff x="5224975" y="2962250"/>
              <a:chExt cx="1544400" cy="0"/>
            </a:xfrm>
          </p:grpSpPr>
          <p:cxnSp>
            <p:nvCxnSpPr>
              <p:cNvPr id="10652" name="Google Shape;10652;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3" name="Google Shape;10653;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54" name="Google Shape;10654;p76"/>
          <p:cNvGrpSpPr/>
          <p:nvPr/>
        </p:nvGrpSpPr>
        <p:grpSpPr>
          <a:xfrm>
            <a:off x="4215491" y="1832868"/>
            <a:ext cx="1425163" cy="740543"/>
            <a:chOff x="5159450" y="1919950"/>
            <a:chExt cx="1541050" cy="862500"/>
          </a:xfrm>
        </p:grpSpPr>
        <p:sp>
          <p:nvSpPr>
            <p:cNvPr id="10655" name="Google Shape;10655;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656" name="Google Shape;10656;p76"/>
            <p:cNvGrpSpPr/>
            <p:nvPr/>
          </p:nvGrpSpPr>
          <p:grpSpPr>
            <a:xfrm>
              <a:off x="5159450" y="1919950"/>
              <a:ext cx="1541050" cy="862500"/>
              <a:chOff x="5159450" y="1919950"/>
              <a:chExt cx="1541050" cy="862500"/>
            </a:xfrm>
          </p:grpSpPr>
          <p:cxnSp>
            <p:nvCxnSpPr>
              <p:cNvPr id="10657" name="Google Shape;10657;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58" name="Google Shape;10658;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59" name="Google Shape;10659;p76"/>
          <p:cNvGrpSpPr/>
          <p:nvPr/>
        </p:nvGrpSpPr>
        <p:grpSpPr>
          <a:xfrm>
            <a:off x="4205843" y="3051474"/>
            <a:ext cx="1444927" cy="1048056"/>
            <a:chOff x="5230575" y="1554475"/>
            <a:chExt cx="2137150" cy="1550150"/>
          </a:xfrm>
        </p:grpSpPr>
        <p:sp>
          <p:nvSpPr>
            <p:cNvPr id="10660" name="Google Shape;10660;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rot="10800000">
            <a:off x="4221770" y="4139609"/>
            <a:ext cx="1412081" cy="884457"/>
            <a:chOff x="5645403" y="2920021"/>
            <a:chExt cx="2650800" cy="2180614"/>
          </a:xfrm>
        </p:grpSpPr>
        <p:sp>
          <p:nvSpPr>
            <p:cNvPr id="10674" name="Google Shape;10674;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5" name="Google Shape;10675;p76"/>
            <p:cNvCxnSpPr>
              <a:stCxn id="1067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76" name="Google Shape;10676;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7" name="Google Shape;10677;p76"/>
            <p:cNvCxnSpPr>
              <a:endCxn id="1067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78" name="Google Shape;10678;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9" name="Google Shape;10679;p76"/>
            <p:cNvCxnSpPr>
              <a:stCxn id="1067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80" name="Google Shape;10680;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1" name="Google Shape;10681;p76"/>
            <p:cNvCxnSpPr>
              <a:endCxn id="1068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82" name="Google Shape;10682;p76"/>
          <p:cNvGrpSpPr/>
          <p:nvPr/>
        </p:nvGrpSpPr>
        <p:grpSpPr>
          <a:xfrm>
            <a:off x="7310669" y="3047010"/>
            <a:ext cx="1067614" cy="1017643"/>
            <a:chOff x="7189833" y="2022667"/>
            <a:chExt cx="1251159" cy="1192597"/>
          </a:xfrm>
        </p:grpSpPr>
        <p:sp>
          <p:nvSpPr>
            <p:cNvPr id="10683" name="Google Shape;10683;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6"/>
          <p:cNvGrpSpPr/>
          <p:nvPr/>
        </p:nvGrpSpPr>
        <p:grpSpPr>
          <a:xfrm>
            <a:off x="5865770" y="3050899"/>
            <a:ext cx="1243496" cy="1021174"/>
            <a:chOff x="5183758" y="1210600"/>
            <a:chExt cx="3605380" cy="2960783"/>
          </a:xfrm>
        </p:grpSpPr>
        <p:sp>
          <p:nvSpPr>
            <p:cNvPr id="10688" name="Google Shape;10688;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92" name="Google Shape;10692;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693" name="Google Shape;10693;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694" name="Google Shape;10694;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695" name="Google Shape;10695;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696" name="Google Shape;10696;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76"/>
          <p:cNvGrpSpPr/>
          <p:nvPr/>
        </p:nvGrpSpPr>
        <p:grpSpPr>
          <a:xfrm>
            <a:off x="5723807" y="4184928"/>
            <a:ext cx="2654604" cy="840203"/>
            <a:chOff x="5916567" y="1099697"/>
            <a:chExt cx="2556683" cy="809211"/>
          </a:xfrm>
        </p:grpSpPr>
        <p:sp>
          <p:nvSpPr>
            <p:cNvPr id="10698" name="Google Shape;10698;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5830562" y="1842762"/>
            <a:ext cx="1294781" cy="1019347"/>
            <a:chOff x="5900602" y="1193063"/>
            <a:chExt cx="1299851" cy="1023338"/>
          </a:xfrm>
        </p:grpSpPr>
        <p:grpSp>
          <p:nvGrpSpPr>
            <p:cNvPr id="10707" name="Google Shape;10707;p76"/>
            <p:cNvGrpSpPr/>
            <p:nvPr/>
          </p:nvGrpSpPr>
          <p:grpSpPr>
            <a:xfrm>
              <a:off x="6743564" y="1193063"/>
              <a:ext cx="456889" cy="700379"/>
              <a:chOff x="6743564" y="1193063"/>
              <a:chExt cx="456889" cy="700379"/>
            </a:xfrm>
          </p:grpSpPr>
          <p:grpSp>
            <p:nvGrpSpPr>
              <p:cNvPr id="10708" name="Google Shape;10708;p76"/>
              <p:cNvGrpSpPr/>
              <p:nvPr/>
            </p:nvGrpSpPr>
            <p:grpSpPr>
              <a:xfrm>
                <a:off x="6743564" y="1690731"/>
                <a:ext cx="214402" cy="202710"/>
                <a:chOff x="6743564" y="1690731"/>
                <a:chExt cx="214402" cy="202710"/>
              </a:xfrm>
            </p:grpSpPr>
            <p:sp>
              <p:nvSpPr>
                <p:cNvPr id="10709" name="Google Shape;10709;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6915505" y="1193063"/>
                <a:ext cx="284947" cy="589637"/>
                <a:chOff x="6915505" y="1193063"/>
                <a:chExt cx="284947" cy="589637"/>
              </a:xfrm>
            </p:grpSpPr>
            <p:sp>
              <p:nvSpPr>
                <p:cNvPr id="10712" name="Google Shape;10712;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14" name="Google Shape;10714;p76"/>
            <p:cNvGrpSpPr/>
            <p:nvPr/>
          </p:nvGrpSpPr>
          <p:grpSpPr>
            <a:xfrm>
              <a:off x="6520337" y="1193063"/>
              <a:ext cx="341815" cy="801589"/>
              <a:chOff x="6520337" y="1193063"/>
              <a:chExt cx="341815" cy="801589"/>
            </a:xfrm>
          </p:grpSpPr>
          <p:grpSp>
            <p:nvGrpSpPr>
              <p:cNvPr id="10715" name="Google Shape;10715;p76"/>
              <p:cNvGrpSpPr/>
              <p:nvPr/>
            </p:nvGrpSpPr>
            <p:grpSpPr>
              <a:xfrm>
                <a:off x="6520337" y="1589527"/>
                <a:ext cx="213950" cy="405125"/>
                <a:chOff x="6520337" y="1589527"/>
                <a:chExt cx="213950" cy="405125"/>
              </a:xfrm>
            </p:grpSpPr>
            <p:sp>
              <p:nvSpPr>
                <p:cNvPr id="10716" name="Google Shape;10716;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6577204" y="1193063"/>
                <a:ext cx="284947" cy="453562"/>
                <a:chOff x="6577204" y="1193063"/>
                <a:chExt cx="284947" cy="453562"/>
              </a:xfrm>
            </p:grpSpPr>
            <p:sp>
              <p:nvSpPr>
                <p:cNvPr id="10719" name="Google Shape;10719;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0" name="Google Shape;10720;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21" name="Google Shape;10721;p76"/>
            <p:cNvGrpSpPr/>
            <p:nvPr/>
          </p:nvGrpSpPr>
          <p:grpSpPr>
            <a:xfrm>
              <a:off x="6238903" y="1193063"/>
              <a:ext cx="300475" cy="901782"/>
              <a:chOff x="6238903" y="1193063"/>
              <a:chExt cx="300475" cy="901782"/>
            </a:xfrm>
          </p:grpSpPr>
          <p:grpSp>
            <p:nvGrpSpPr>
              <p:cNvPr id="10722" name="Google Shape;10722;p76"/>
              <p:cNvGrpSpPr/>
              <p:nvPr/>
            </p:nvGrpSpPr>
            <p:grpSpPr>
              <a:xfrm>
                <a:off x="6290865" y="1489315"/>
                <a:ext cx="248514" cy="605530"/>
                <a:chOff x="6290865" y="1489315"/>
                <a:chExt cx="248514" cy="605530"/>
              </a:xfrm>
            </p:grpSpPr>
            <p:sp>
              <p:nvSpPr>
                <p:cNvPr id="10723" name="Google Shape;10723;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6"/>
              <p:cNvGrpSpPr/>
              <p:nvPr/>
            </p:nvGrpSpPr>
            <p:grpSpPr>
              <a:xfrm>
                <a:off x="6238903" y="1193063"/>
                <a:ext cx="284947" cy="327512"/>
                <a:chOff x="6238903" y="1193063"/>
                <a:chExt cx="284947" cy="327512"/>
              </a:xfrm>
            </p:grpSpPr>
            <p:sp>
              <p:nvSpPr>
                <p:cNvPr id="10726" name="Google Shape;10726;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7" name="Google Shape;10727;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28" name="Google Shape;10728;p76"/>
            <p:cNvGrpSpPr/>
            <p:nvPr/>
          </p:nvGrpSpPr>
          <p:grpSpPr>
            <a:xfrm>
              <a:off x="5900602" y="1193063"/>
              <a:ext cx="444345" cy="1023338"/>
              <a:chOff x="5900602" y="1193063"/>
              <a:chExt cx="444345" cy="1023338"/>
            </a:xfrm>
          </p:grpSpPr>
          <p:grpSp>
            <p:nvGrpSpPr>
              <p:cNvPr id="10729" name="Google Shape;10729;p76"/>
              <p:cNvGrpSpPr/>
              <p:nvPr/>
            </p:nvGrpSpPr>
            <p:grpSpPr>
              <a:xfrm>
                <a:off x="6046501" y="1367785"/>
                <a:ext cx="298446" cy="848616"/>
                <a:chOff x="6046501" y="1367785"/>
                <a:chExt cx="298446" cy="848616"/>
              </a:xfrm>
            </p:grpSpPr>
            <p:sp>
              <p:nvSpPr>
                <p:cNvPr id="10730" name="Google Shape;10730;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5900602" y="1193063"/>
                <a:ext cx="284947" cy="182312"/>
                <a:chOff x="5900602" y="1193063"/>
                <a:chExt cx="284947" cy="182312"/>
              </a:xfrm>
            </p:grpSpPr>
            <p:sp>
              <p:nvSpPr>
                <p:cNvPr id="10733" name="Google Shape;10733;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35" name="Google Shape;10735;p76"/>
          <p:cNvGrpSpPr/>
          <p:nvPr/>
        </p:nvGrpSpPr>
        <p:grpSpPr>
          <a:xfrm>
            <a:off x="7163224" y="1842908"/>
            <a:ext cx="1214657" cy="1047265"/>
            <a:chOff x="7287122" y="1165658"/>
            <a:chExt cx="1219413" cy="1051365"/>
          </a:xfrm>
        </p:grpSpPr>
        <p:grpSp>
          <p:nvGrpSpPr>
            <p:cNvPr id="10736" name="Google Shape;10736;p76"/>
            <p:cNvGrpSpPr/>
            <p:nvPr/>
          </p:nvGrpSpPr>
          <p:grpSpPr>
            <a:xfrm>
              <a:off x="7287122" y="1969723"/>
              <a:ext cx="1219413" cy="247300"/>
              <a:chOff x="7287122" y="1969723"/>
              <a:chExt cx="1219413" cy="247300"/>
            </a:xfrm>
          </p:grpSpPr>
          <p:sp>
            <p:nvSpPr>
              <p:cNvPr id="10737" name="Google Shape;10737;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76"/>
              <p:cNvGrpSpPr/>
              <p:nvPr/>
            </p:nvGrpSpPr>
            <p:grpSpPr>
              <a:xfrm>
                <a:off x="7287122" y="2063892"/>
                <a:ext cx="1151753" cy="73428"/>
                <a:chOff x="7287122" y="2063892"/>
                <a:chExt cx="1151753" cy="73428"/>
              </a:xfrm>
            </p:grpSpPr>
            <p:sp>
              <p:nvSpPr>
                <p:cNvPr id="10739" name="Google Shape;10739;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0" name="Google Shape;10740;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41" name="Google Shape;10741;p76"/>
            <p:cNvGrpSpPr/>
            <p:nvPr/>
          </p:nvGrpSpPr>
          <p:grpSpPr>
            <a:xfrm>
              <a:off x="7287122" y="1712201"/>
              <a:ext cx="1219403" cy="246767"/>
              <a:chOff x="7287122" y="1712201"/>
              <a:chExt cx="1219403" cy="246767"/>
            </a:xfrm>
          </p:grpSpPr>
          <p:sp>
            <p:nvSpPr>
              <p:cNvPr id="10742" name="Google Shape;10742;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3" name="Google Shape;10743;p76"/>
              <p:cNvGrpSpPr/>
              <p:nvPr/>
            </p:nvGrpSpPr>
            <p:grpSpPr>
              <a:xfrm>
                <a:off x="7287122" y="1842861"/>
                <a:ext cx="1005303" cy="73419"/>
                <a:chOff x="7287122" y="1842861"/>
                <a:chExt cx="1005303" cy="73419"/>
              </a:xfrm>
            </p:grpSpPr>
            <p:sp>
              <p:nvSpPr>
                <p:cNvPr id="10744" name="Google Shape;10744;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5" name="Google Shape;10745;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6" name="Google Shape;10746;p76"/>
            <p:cNvGrpSpPr/>
            <p:nvPr/>
          </p:nvGrpSpPr>
          <p:grpSpPr>
            <a:xfrm>
              <a:off x="7287122" y="1447520"/>
              <a:ext cx="1219403" cy="286667"/>
              <a:chOff x="7287122" y="1447520"/>
              <a:chExt cx="1219403" cy="286667"/>
            </a:xfrm>
          </p:grpSpPr>
          <p:sp>
            <p:nvSpPr>
              <p:cNvPr id="10747" name="Google Shape;10747;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76"/>
              <p:cNvGrpSpPr/>
              <p:nvPr/>
            </p:nvGrpSpPr>
            <p:grpSpPr>
              <a:xfrm>
                <a:off x="7287122" y="1581977"/>
                <a:ext cx="852803" cy="73428"/>
                <a:chOff x="7287122" y="1581977"/>
                <a:chExt cx="852803" cy="73428"/>
              </a:xfrm>
            </p:grpSpPr>
            <p:sp>
              <p:nvSpPr>
                <p:cNvPr id="10749" name="Google Shape;10749;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0" name="Google Shape;10750;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51" name="Google Shape;10751;p76"/>
            <p:cNvGrpSpPr/>
            <p:nvPr/>
          </p:nvGrpSpPr>
          <p:grpSpPr>
            <a:xfrm>
              <a:off x="7287122" y="1165658"/>
              <a:ext cx="1219403" cy="344253"/>
              <a:chOff x="7287122" y="1165658"/>
              <a:chExt cx="1219403" cy="344253"/>
            </a:xfrm>
          </p:grpSpPr>
          <p:sp>
            <p:nvSpPr>
              <p:cNvPr id="10752" name="Google Shape;10752;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3" name="Google Shape;10753;p76"/>
              <p:cNvGrpSpPr/>
              <p:nvPr/>
            </p:nvGrpSpPr>
            <p:grpSpPr>
              <a:xfrm>
                <a:off x="7287122" y="1341025"/>
                <a:ext cx="695703" cy="73419"/>
                <a:chOff x="7287122" y="1341025"/>
                <a:chExt cx="695703" cy="73419"/>
              </a:xfrm>
            </p:grpSpPr>
            <p:sp>
              <p:nvSpPr>
                <p:cNvPr id="10754" name="Google Shape;10754;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9"/>
        <p:cNvGrpSpPr/>
        <p:nvPr/>
      </p:nvGrpSpPr>
      <p:grpSpPr>
        <a:xfrm>
          <a:off x="0" y="0"/>
          <a:ext cx="0" cy="0"/>
          <a:chOff x="0" y="0"/>
          <a:chExt cx="0" cy="0"/>
        </a:xfrm>
      </p:grpSpPr>
      <p:sp>
        <p:nvSpPr>
          <p:cNvPr id="10760" name="Google Shape;10760;p7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...and our sets of editable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0761" name="Google Shape;10761;p77"/>
          <p:cNvSpPr txBox="1"/>
          <p:nvPr/>
        </p:nvSpPr>
        <p:spPr>
          <a:xfrm>
            <a:off x="1048350" y="167032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chemeClr val="lt1"/>
                </a:solidFill>
              </a:rPr>
              <a:t>these icons without losing quality.</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 </a:t>
            </a:r>
            <a:r>
              <a:rPr lang="en" sz="1100">
                <a:solidFill>
                  <a:srgbClr val="869FB2"/>
                </a:solidFill>
              </a:rPr>
              <a:t>change the stroke and fill color</a:t>
            </a:r>
            <a:r>
              <a:rPr lang="en" sz="1100">
                <a:solidFill>
                  <a:schemeClr val="lt1"/>
                </a:solidFill>
              </a:rPr>
              <a:t>; just select the icon and click on the</a:t>
            </a:r>
            <a:r>
              <a:rPr lang="en" sz="1100">
                <a:solidFill>
                  <a:srgbClr val="435D74"/>
                </a:solidFill>
              </a:rPr>
              <a:t> </a:t>
            </a:r>
            <a:r>
              <a:rPr lang="en" sz="1100">
                <a:solidFill>
                  <a:srgbClr val="869FB2"/>
                </a:solidFill>
              </a:rPr>
              <a:t>paint bucket/pen</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sz="1100">
                <a:solidFill>
                  <a:schemeClr val="lt1"/>
                </a:solidFill>
              </a:rPr>
              <a:t>, allowing you to customize and add even more icons.</a:t>
            </a:r>
            <a:endParaRPr sz="1100">
              <a:solidFill>
                <a:srgbClr val="FFFFFF"/>
              </a:solidFill>
            </a:endParaRPr>
          </a:p>
        </p:txBody>
      </p:sp>
      <p:grpSp>
        <p:nvGrpSpPr>
          <p:cNvPr id="10762" name="Google Shape;10762;p77"/>
          <p:cNvGrpSpPr/>
          <p:nvPr/>
        </p:nvGrpSpPr>
        <p:grpSpPr>
          <a:xfrm>
            <a:off x="793464" y="2993888"/>
            <a:ext cx="421488" cy="360130"/>
            <a:chOff x="866243" y="2291587"/>
            <a:chExt cx="415546" cy="355053"/>
          </a:xfrm>
        </p:grpSpPr>
        <p:sp>
          <p:nvSpPr>
            <p:cNvPr id="10763" name="Google Shape;10763;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77"/>
          <p:cNvSpPr/>
          <p:nvPr/>
        </p:nvSpPr>
        <p:spPr>
          <a:xfrm>
            <a:off x="1346759" y="2989978"/>
            <a:ext cx="365491" cy="363945"/>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7"/>
          <p:cNvGrpSpPr/>
          <p:nvPr/>
        </p:nvGrpSpPr>
        <p:grpSpPr>
          <a:xfrm>
            <a:off x="1901360" y="3005032"/>
            <a:ext cx="364349" cy="332495"/>
            <a:chOff x="1958520" y="2302574"/>
            <a:chExt cx="359213" cy="327807"/>
          </a:xfrm>
        </p:grpSpPr>
        <p:sp>
          <p:nvSpPr>
            <p:cNvPr id="10770" name="Google Shape;10770;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7"/>
          <p:cNvGrpSpPr/>
          <p:nvPr/>
        </p:nvGrpSpPr>
        <p:grpSpPr>
          <a:xfrm>
            <a:off x="2531611" y="2989669"/>
            <a:ext cx="210551" cy="364736"/>
            <a:chOff x="2656082" y="2287427"/>
            <a:chExt cx="207582" cy="359594"/>
          </a:xfrm>
        </p:grpSpPr>
        <p:sp>
          <p:nvSpPr>
            <p:cNvPr id="10774" name="Google Shape;10774;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7"/>
          <p:cNvGrpSpPr/>
          <p:nvPr/>
        </p:nvGrpSpPr>
        <p:grpSpPr>
          <a:xfrm>
            <a:off x="3008097" y="3024197"/>
            <a:ext cx="368182" cy="294166"/>
            <a:chOff x="3049653" y="2321468"/>
            <a:chExt cx="362991" cy="290018"/>
          </a:xfrm>
        </p:grpSpPr>
        <p:sp>
          <p:nvSpPr>
            <p:cNvPr id="10779" name="Google Shape;10779;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7"/>
          <p:cNvGrpSpPr/>
          <p:nvPr/>
        </p:nvGrpSpPr>
        <p:grpSpPr>
          <a:xfrm>
            <a:off x="3530046" y="2992181"/>
            <a:ext cx="428381" cy="360323"/>
            <a:chOff x="3564243" y="2289904"/>
            <a:chExt cx="422342" cy="355243"/>
          </a:xfrm>
        </p:grpSpPr>
        <p:sp>
          <p:nvSpPr>
            <p:cNvPr id="10784" name="Google Shape;10784;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77"/>
          <p:cNvSpPr/>
          <p:nvPr/>
        </p:nvSpPr>
        <p:spPr>
          <a:xfrm>
            <a:off x="4117757" y="2990364"/>
            <a:ext cx="362785" cy="362431"/>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77"/>
          <p:cNvGrpSpPr/>
          <p:nvPr/>
        </p:nvGrpSpPr>
        <p:grpSpPr>
          <a:xfrm>
            <a:off x="4669764" y="2991988"/>
            <a:ext cx="364736" cy="358970"/>
            <a:chOff x="4687894" y="2289713"/>
            <a:chExt cx="359594" cy="353909"/>
          </a:xfrm>
        </p:grpSpPr>
        <p:sp>
          <p:nvSpPr>
            <p:cNvPr id="10791" name="Google Shape;10791;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77"/>
          <p:cNvSpPr/>
          <p:nvPr/>
        </p:nvSpPr>
        <p:spPr>
          <a:xfrm>
            <a:off x="5224095" y="2989237"/>
            <a:ext cx="363945" cy="36468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77"/>
          <p:cNvGrpSpPr/>
          <p:nvPr/>
        </p:nvGrpSpPr>
        <p:grpSpPr>
          <a:xfrm>
            <a:off x="6378588" y="3010766"/>
            <a:ext cx="267336" cy="322155"/>
            <a:chOff x="6421399" y="2308227"/>
            <a:chExt cx="263567" cy="317614"/>
          </a:xfrm>
        </p:grpSpPr>
        <p:sp>
          <p:nvSpPr>
            <p:cNvPr id="10796" name="Google Shape;10796;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7"/>
          <p:cNvGrpSpPr/>
          <p:nvPr/>
        </p:nvGrpSpPr>
        <p:grpSpPr>
          <a:xfrm>
            <a:off x="6883270" y="2997979"/>
            <a:ext cx="365509" cy="348374"/>
            <a:chOff x="6870193" y="2295620"/>
            <a:chExt cx="360356" cy="343462"/>
          </a:xfrm>
        </p:grpSpPr>
        <p:sp>
          <p:nvSpPr>
            <p:cNvPr id="10801" name="Google Shape;10801;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77"/>
          <p:cNvGrpSpPr/>
          <p:nvPr/>
        </p:nvGrpSpPr>
        <p:grpSpPr>
          <a:xfrm>
            <a:off x="7462712" y="3005322"/>
            <a:ext cx="347085" cy="331818"/>
            <a:chOff x="7441465" y="2302860"/>
            <a:chExt cx="342192" cy="327140"/>
          </a:xfrm>
        </p:grpSpPr>
        <p:sp>
          <p:nvSpPr>
            <p:cNvPr id="10804" name="Google Shape;10804;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77"/>
          <p:cNvGrpSpPr/>
          <p:nvPr/>
        </p:nvGrpSpPr>
        <p:grpSpPr>
          <a:xfrm>
            <a:off x="8018770" y="3053346"/>
            <a:ext cx="337519" cy="237413"/>
            <a:chOff x="7989683" y="2350207"/>
            <a:chExt cx="332761" cy="234066"/>
          </a:xfrm>
        </p:grpSpPr>
        <p:sp>
          <p:nvSpPr>
            <p:cNvPr id="10807" name="Google Shape;10807;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7"/>
          <p:cNvGrpSpPr/>
          <p:nvPr/>
        </p:nvGrpSpPr>
        <p:grpSpPr>
          <a:xfrm>
            <a:off x="5821401" y="3012312"/>
            <a:ext cx="319836" cy="319482"/>
            <a:chOff x="5823294" y="2309751"/>
            <a:chExt cx="315327" cy="314978"/>
          </a:xfrm>
        </p:grpSpPr>
        <p:sp>
          <p:nvSpPr>
            <p:cNvPr id="10814" name="Google Shape;10814;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7"/>
          <p:cNvGrpSpPr/>
          <p:nvPr/>
        </p:nvGrpSpPr>
        <p:grpSpPr>
          <a:xfrm>
            <a:off x="2447820" y="3452932"/>
            <a:ext cx="376234" cy="375848"/>
            <a:chOff x="2497275" y="2744159"/>
            <a:chExt cx="370930" cy="370549"/>
          </a:xfrm>
        </p:grpSpPr>
        <p:sp>
          <p:nvSpPr>
            <p:cNvPr id="10832" name="Google Shape;10832;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7"/>
          <p:cNvGrpSpPr/>
          <p:nvPr/>
        </p:nvGrpSpPr>
        <p:grpSpPr>
          <a:xfrm>
            <a:off x="788085" y="3455283"/>
            <a:ext cx="377201" cy="370920"/>
            <a:chOff x="860940" y="2746477"/>
            <a:chExt cx="371883" cy="365691"/>
          </a:xfrm>
        </p:grpSpPr>
        <p:sp>
          <p:nvSpPr>
            <p:cNvPr id="10839" name="Google Shape;10839;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1386419" y="3475347"/>
            <a:ext cx="288046" cy="345958"/>
            <a:chOff x="1493849" y="2775533"/>
            <a:chExt cx="283985" cy="341080"/>
          </a:xfrm>
        </p:grpSpPr>
        <p:sp>
          <p:nvSpPr>
            <p:cNvPr id="10845" name="Google Shape;10845;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77"/>
          <p:cNvGrpSpPr/>
          <p:nvPr/>
        </p:nvGrpSpPr>
        <p:grpSpPr>
          <a:xfrm>
            <a:off x="1895595" y="3483627"/>
            <a:ext cx="378167" cy="347472"/>
            <a:chOff x="1952836" y="2774422"/>
            <a:chExt cx="372835" cy="342573"/>
          </a:xfrm>
        </p:grpSpPr>
        <p:sp>
          <p:nvSpPr>
            <p:cNvPr id="10848" name="Google Shape;10848;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7"/>
          <p:cNvGrpSpPr/>
          <p:nvPr/>
        </p:nvGrpSpPr>
        <p:grpSpPr>
          <a:xfrm>
            <a:off x="3038792" y="3453254"/>
            <a:ext cx="337487" cy="377845"/>
            <a:chOff x="3079916" y="2744477"/>
            <a:chExt cx="332729" cy="372518"/>
          </a:xfrm>
        </p:grpSpPr>
        <p:sp>
          <p:nvSpPr>
            <p:cNvPr id="10852" name="Google Shape;10852;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77"/>
          <p:cNvGrpSpPr/>
          <p:nvPr/>
        </p:nvGrpSpPr>
        <p:grpSpPr>
          <a:xfrm>
            <a:off x="3587184" y="3454317"/>
            <a:ext cx="341706" cy="360677"/>
            <a:chOff x="3620576" y="2745525"/>
            <a:chExt cx="336889" cy="355592"/>
          </a:xfrm>
        </p:grpSpPr>
        <p:sp>
          <p:nvSpPr>
            <p:cNvPr id="10856" name="Google Shape;10856;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4100662" y="3469713"/>
            <a:ext cx="385833" cy="368311"/>
            <a:chOff x="4126815" y="2760704"/>
            <a:chExt cx="380393" cy="363118"/>
          </a:xfrm>
        </p:grpSpPr>
        <p:sp>
          <p:nvSpPr>
            <p:cNvPr id="10859" name="Google Shape;10859;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4657686" y="3454478"/>
            <a:ext cx="386799" cy="373915"/>
            <a:chOff x="4675986" y="2745684"/>
            <a:chExt cx="381346" cy="368644"/>
          </a:xfrm>
        </p:grpSpPr>
        <p:sp>
          <p:nvSpPr>
            <p:cNvPr id="10864" name="Google Shape;10864;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5210104" y="3500505"/>
            <a:ext cx="378521" cy="306792"/>
            <a:chOff x="5220616" y="2791061"/>
            <a:chExt cx="373185" cy="302466"/>
          </a:xfrm>
        </p:grpSpPr>
        <p:sp>
          <p:nvSpPr>
            <p:cNvPr id="10867" name="Google Shape;10867;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786276" y="3481695"/>
            <a:ext cx="288432" cy="349018"/>
            <a:chOff x="5864861" y="2772517"/>
            <a:chExt cx="284366" cy="344097"/>
          </a:xfrm>
        </p:grpSpPr>
        <p:sp>
          <p:nvSpPr>
            <p:cNvPr id="10886" name="Google Shape;10886;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2" name="Google Shape;10892;p77"/>
          <p:cNvSpPr/>
          <p:nvPr/>
        </p:nvSpPr>
        <p:spPr>
          <a:xfrm>
            <a:off x="6346119" y="3479701"/>
            <a:ext cx="348227" cy="348195"/>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77"/>
          <p:cNvGrpSpPr/>
          <p:nvPr/>
        </p:nvGrpSpPr>
        <p:grpSpPr>
          <a:xfrm>
            <a:off x="6988723" y="3498959"/>
            <a:ext cx="258897" cy="332140"/>
            <a:chOff x="6974158" y="2789537"/>
            <a:chExt cx="255247" cy="327458"/>
          </a:xfrm>
        </p:grpSpPr>
        <p:sp>
          <p:nvSpPr>
            <p:cNvPr id="10894" name="Google Shape;10894;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77"/>
          <p:cNvGrpSpPr/>
          <p:nvPr/>
        </p:nvGrpSpPr>
        <p:grpSpPr>
          <a:xfrm>
            <a:off x="7553219" y="3499732"/>
            <a:ext cx="247785" cy="330981"/>
            <a:chOff x="7530697" y="2790299"/>
            <a:chExt cx="244291" cy="326314"/>
          </a:xfrm>
        </p:grpSpPr>
        <p:sp>
          <p:nvSpPr>
            <p:cNvPr id="10901" name="Google Shape;10901;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7"/>
          <p:cNvGrpSpPr/>
          <p:nvPr/>
        </p:nvGrpSpPr>
        <p:grpSpPr>
          <a:xfrm>
            <a:off x="8017256" y="3542280"/>
            <a:ext cx="337100" cy="288046"/>
            <a:chOff x="7988191" y="2832248"/>
            <a:chExt cx="332348" cy="283985"/>
          </a:xfrm>
        </p:grpSpPr>
        <p:sp>
          <p:nvSpPr>
            <p:cNvPr id="10908" name="Google Shape;10908;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2448878" y="3960953"/>
            <a:ext cx="370837" cy="296438"/>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3554589" y="3974494"/>
            <a:ext cx="369696" cy="266176"/>
            <a:chOff x="3588440" y="3258368"/>
            <a:chExt cx="364484" cy="262423"/>
          </a:xfrm>
        </p:grpSpPr>
        <p:sp>
          <p:nvSpPr>
            <p:cNvPr id="10913" name="Google Shape;10913;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9" name="Google Shape;10919;p77"/>
          <p:cNvSpPr/>
          <p:nvPr/>
        </p:nvSpPr>
        <p:spPr>
          <a:xfrm>
            <a:off x="5253211" y="3945461"/>
            <a:ext cx="327905" cy="325360"/>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0" name="Google Shape;10920;p77"/>
          <p:cNvGrpSpPr/>
          <p:nvPr/>
        </p:nvGrpSpPr>
        <p:grpSpPr>
          <a:xfrm>
            <a:off x="5763102" y="3943412"/>
            <a:ext cx="370083" cy="329467"/>
            <a:chOff x="5765817" y="3227724"/>
            <a:chExt cx="364865" cy="324822"/>
          </a:xfrm>
        </p:grpSpPr>
        <p:sp>
          <p:nvSpPr>
            <p:cNvPr id="10921" name="Google Shape;10921;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7"/>
          <p:cNvGrpSpPr/>
          <p:nvPr/>
        </p:nvGrpSpPr>
        <p:grpSpPr>
          <a:xfrm>
            <a:off x="6232485" y="3953494"/>
            <a:ext cx="452924" cy="308241"/>
            <a:chOff x="6228583" y="3237664"/>
            <a:chExt cx="446539" cy="303895"/>
          </a:xfrm>
        </p:grpSpPr>
        <p:sp>
          <p:nvSpPr>
            <p:cNvPr id="10925" name="Google Shape;10925;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77"/>
          <p:cNvGrpSpPr/>
          <p:nvPr/>
        </p:nvGrpSpPr>
        <p:grpSpPr>
          <a:xfrm>
            <a:off x="793078" y="3922702"/>
            <a:ext cx="369696" cy="370115"/>
            <a:chOff x="865862" y="3207306"/>
            <a:chExt cx="364484" cy="364897"/>
          </a:xfrm>
        </p:grpSpPr>
        <p:sp>
          <p:nvSpPr>
            <p:cNvPr id="10943" name="Google Shape;10943;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77"/>
          <p:cNvGrpSpPr/>
          <p:nvPr/>
        </p:nvGrpSpPr>
        <p:grpSpPr>
          <a:xfrm>
            <a:off x="1339537" y="3942639"/>
            <a:ext cx="375461" cy="330626"/>
            <a:chOff x="1404617" y="3226962"/>
            <a:chExt cx="370168" cy="325965"/>
          </a:xfrm>
        </p:grpSpPr>
        <p:sp>
          <p:nvSpPr>
            <p:cNvPr id="10958" name="Google Shape;10958;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77"/>
          <p:cNvGrpSpPr/>
          <p:nvPr/>
        </p:nvGrpSpPr>
        <p:grpSpPr>
          <a:xfrm>
            <a:off x="1896171" y="3931615"/>
            <a:ext cx="371629" cy="359550"/>
            <a:chOff x="1954741" y="3212419"/>
            <a:chExt cx="366389" cy="354481"/>
          </a:xfrm>
        </p:grpSpPr>
        <p:sp>
          <p:nvSpPr>
            <p:cNvPr id="10968" name="Google Shape;10968;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77"/>
          <p:cNvGrpSpPr/>
          <p:nvPr/>
        </p:nvGrpSpPr>
        <p:grpSpPr>
          <a:xfrm>
            <a:off x="3001591" y="3931141"/>
            <a:ext cx="371242" cy="353656"/>
            <a:chOff x="3043239" y="3215626"/>
            <a:chExt cx="366008" cy="348670"/>
          </a:xfrm>
        </p:grpSpPr>
        <p:sp>
          <p:nvSpPr>
            <p:cNvPr id="10976" name="Google Shape;10976;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77"/>
          <p:cNvGrpSpPr/>
          <p:nvPr/>
        </p:nvGrpSpPr>
        <p:grpSpPr>
          <a:xfrm>
            <a:off x="4193488" y="3900059"/>
            <a:ext cx="212097" cy="388925"/>
            <a:chOff x="4218333" y="3184982"/>
            <a:chExt cx="209107" cy="383442"/>
          </a:xfrm>
        </p:grpSpPr>
        <p:sp>
          <p:nvSpPr>
            <p:cNvPr id="10979" name="Google Shape;10979;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77"/>
          <p:cNvSpPr/>
          <p:nvPr/>
        </p:nvSpPr>
        <p:spPr>
          <a:xfrm>
            <a:off x="4800337" y="3901143"/>
            <a:ext cx="84416" cy="384944"/>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2" name="Google Shape;10982;p77"/>
          <p:cNvGrpSpPr/>
          <p:nvPr/>
        </p:nvGrpSpPr>
        <p:grpSpPr>
          <a:xfrm>
            <a:off x="6910100" y="3931527"/>
            <a:ext cx="327534" cy="352851"/>
            <a:chOff x="6896644" y="3216007"/>
            <a:chExt cx="322917" cy="347876"/>
          </a:xfrm>
        </p:grpSpPr>
        <p:sp>
          <p:nvSpPr>
            <p:cNvPr id="10983" name="Google Shape;10983;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7"/>
          <p:cNvGrpSpPr/>
          <p:nvPr/>
        </p:nvGrpSpPr>
        <p:grpSpPr>
          <a:xfrm>
            <a:off x="7450440" y="3938806"/>
            <a:ext cx="339419" cy="338679"/>
            <a:chOff x="7429366" y="3223183"/>
            <a:chExt cx="334634" cy="333904"/>
          </a:xfrm>
        </p:grpSpPr>
        <p:sp>
          <p:nvSpPr>
            <p:cNvPr id="10991" name="Google Shape;10991;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77"/>
          <p:cNvSpPr/>
          <p:nvPr/>
        </p:nvSpPr>
        <p:spPr>
          <a:xfrm>
            <a:off x="8109335" y="3922593"/>
            <a:ext cx="233182" cy="369323"/>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77"/>
          <p:cNvGrpSpPr/>
          <p:nvPr/>
        </p:nvGrpSpPr>
        <p:grpSpPr>
          <a:xfrm>
            <a:off x="5205885" y="4448290"/>
            <a:ext cx="361289" cy="269429"/>
            <a:chOff x="5216456" y="3725484"/>
            <a:chExt cx="356196" cy="265631"/>
          </a:xfrm>
        </p:grpSpPr>
        <p:sp>
          <p:nvSpPr>
            <p:cNvPr id="10995"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6862173" y="4456922"/>
            <a:ext cx="360130" cy="251585"/>
            <a:chOff x="6849393" y="3733994"/>
            <a:chExt cx="355053" cy="248038"/>
          </a:xfrm>
        </p:grpSpPr>
        <p:sp>
          <p:nvSpPr>
            <p:cNvPr id="10998" name="Google Shape;10998;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77"/>
          <p:cNvGrpSpPr/>
          <p:nvPr/>
        </p:nvGrpSpPr>
        <p:grpSpPr>
          <a:xfrm>
            <a:off x="7947072" y="4437339"/>
            <a:ext cx="397718" cy="284213"/>
            <a:chOff x="7918997" y="3714687"/>
            <a:chExt cx="392111" cy="280206"/>
          </a:xfrm>
        </p:grpSpPr>
        <p:sp>
          <p:nvSpPr>
            <p:cNvPr id="11004" name="Google Shape;11004;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77"/>
          <p:cNvSpPr/>
          <p:nvPr/>
        </p:nvSpPr>
        <p:spPr>
          <a:xfrm>
            <a:off x="794556" y="4416600"/>
            <a:ext cx="360499" cy="33164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77"/>
          <p:cNvGrpSpPr/>
          <p:nvPr/>
        </p:nvGrpSpPr>
        <p:grpSpPr>
          <a:xfrm>
            <a:off x="1343756" y="4403133"/>
            <a:ext cx="362835" cy="360227"/>
            <a:chOff x="1408777" y="3680964"/>
            <a:chExt cx="357720" cy="355148"/>
          </a:xfrm>
        </p:grpSpPr>
        <p:sp>
          <p:nvSpPr>
            <p:cNvPr id="11011" name="Google Shape;11011;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1895595" y="4403133"/>
            <a:ext cx="362835" cy="360227"/>
            <a:chOff x="1952836" y="3680964"/>
            <a:chExt cx="357720" cy="355148"/>
          </a:xfrm>
        </p:grpSpPr>
        <p:sp>
          <p:nvSpPr>
            <p:cNvPr id="11017" name="Google Shape;11017;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2447433" y="4403133"/>
            <a:ext cx="362835" cy="360227"/>
            <a:chOff x="2496894" y="3680964"/>
            <a:chExt cx="357720" cy="355148"/>
          </a:xfrm>
        </p:grpSpPr>
        <p:sp>
          <p:nvSpPr>
            <p:cNvPr id="11023" name="Google Shape;11023;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7"/>
          <p:cNvGrpSpPr/>
          <p:nvPr/>
        </p:nvGrpSpPr>
        <p:grpSpPr>
          <a:xfrm>
            <a:off x="2999304" y="4403229"/>
            <a:ext cx="361257" cy="360903"/>
            <a:chOff x="3040984" y="3681059"/>
            <a:chExt cx="356164" cy="355815"/>
          </a:xfrm>
        </p:grpSpPr>
        <p:sp>
          <p:nvSpPr>
            <p:cNvPr id="11029" name="Google Shape;11029;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77"/>
          <p:cNvGrpSpPr/>
          <p:nvPr/>
        </p:nvGrpSpPr>
        <p:grpSpPr>
          <a:xfrm>
            <a:off x="3550369" y="4421621"/>
            <a:ext cx="363190" cy="322542"/>
            <a:chOff x="3584280" y="3699191"/>
            <a:chExt cx="358069" cy="317995"/>
          </a:xfrm>
        </p:grpSpPr>
        <p:sp>
          <p:nvSpPr>
            <p:cNvPr id="11033"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77"/>
          <p:cNvGrpSpPr/>
          <p:nvPr/>
        </p:nvGrpSpPr>
        <p:grpSpPr>
          <a:xfrm>
            <a:off x="4103367" y="4403229"/>
            <a:ext cx="360484" cy="359357"/>
            <a:chOff x="4129482" y="3681059"/>
            <a:chExt cx="355402" cy="354291"/>
          </a:xfrm>
        </p:grpSpPr>
        <p:sp>
          <p:nvSpPr>
            <p:cNvPr id="11038" name="Google Shape;11038;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7"/>
          <p:cNvGrpSpPr/>
          <p:nvPr/>
        </p:nvGrpSpPr>
        <p:grpSpPr>
          <a:xfrm>
            <a:off x="4655206" y="4402456"/>
            <a:ext cx="360516" cy="360903"/>
            <a:chOff x="4673540" y="3680297"/>
            <a:chExt cx="355434" cy="355815"/>
          </a:xfrm>
        </p:grpSpPr>
        <p:sp>
          <p:nvSpPr>
            <p:cNvPr id="11043" name="Google Shape;11043;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5776888" y="4421621"/>
            <a:ext cx="322188" cy="323315"/>
            <a:chOff x="5779408" y="3699191"/>
            <a:chExt cx="317645" cy="318757"/>
          </a:xfrm>
        </p:grpSpPr>
        <p:sp>
          <p:nvSpPr>
            <p:cNvPr id="11047" name="Google Shape;11047;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77"/>
          <p:cNvSpPr/>
          <p:nvPr/>
        </p:nvSpPr>
        <p:spPr>
          <a:xfrm>
            <a:off x="6309305" y="4416696"/>
            <a:ext cx="361272" cy="33309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77"/>
          <p:cNvGrpSpPr/>
          <p:nvPr/>
        </p:nvGrpSpPr>
        <p:grpSpPr>
          <a:xfrm>
            <a:off x="7410952" y="4403036"/>
            <a:ext cx="377394" cy="360323"/>
            <a:chOff x="7390435" y="3680868"/>
            <a:chExt cx="372073" cy="355243"/>
          </a:xfrm>
        </p:grpSpPr>
        <p:sp>
          <p:nvSpPr>
            <p:cNvPr id="11051" name="Google Shape;11051;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77"/>
          <p:cNvGrpSpPr/>
          <p:nvPr/>
        </p:nvGrpSpPr>
        <p:grpSpPr>
          <a:xfrm>
            <a:off x="1312387" y="4863445"/>
            <a:ext cx="380067" cy="379359"/>
            <a:chOff x="1421638" y="4125629"/>
            <a:chExt cx="374709" cy="374010"/>
          </a:xfrm>
        </p:grpSpPr>
        <p:sp>
          <p:nvSpPr>
            <p:cNvPr id="11058" name="Google Shape;11058;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7"/>
          <p:cNvGrpSpPr/>
          <p:nvPr/>
        </p:nvGrpSpPr>
        <p:grpSpPr>
          <a:xfrm>
            <a:off x="1880547" y="4879582"/>
            <a:ext cx="362835" cy="347085"/>
            <a:chOff x="1973254" y="4156304"/>
            <a:chExt cx="357720" cy="342192"/>
          </a:xfrm>
        </p:grpSpPr>
        <p:sp>
          <p:nvSpPr>
            <p:cNvPr id="11061" name="Google Shape;11061;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2431475" y="4880532"/>
            <a:ext cx="345926" cy="345185"/>
            <a:chOff x="2523759" y="4135505"/>
            <a:chExt cx="341049" cy="340318"/>
          </a:xfrm>
        </p:grpSpPr>
        <p:sp>
          <p:nvSpPr>
            <p:cNvPr id="11068" name="Google Shape;11068;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7"/>
          <p:cNvGrpSpPr/>
          <p:nvPr/>
        </p:nvGrpSpPr>
        <p:grpSpPr>
          <a:xfrm>
            <a:off x="2965493" y="4875443"/>
            <a:ext cx="397686" cy="355363"/>
            <a:chOff x="3040603" y="4130360"/>
            <a:chExt cx="392079" cy="350353"/>
          </a:xfrm>
        </p:grpSpPr>
        <p:sp>
          <p:nvSpPr>
            <p:cNvPr id="11071" name="Google Shape;11071;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7"/>
          <p:cNvGrpSpPr/>
          <p:nvPr/>
        </p:nvGrpSpPr>
        <p:grpSpPr>
          <a:xfrm>
            <a:off x="3551272" y="4880532"/>
            <a:ext cx="236286" cy="345185"/>
            <a:chOff x="3662144" y="4135505"/>
            <a:chExt cx="232955" cy="340318"/>
          </a:xfrm>
        </p:grpSpPr>
        <p:sp>
          <p:nvSpPr>
            <p:cNvPr id="11082" name="Google Shape;11082;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3975650" y="4866167"/>
            <a:ext cx="348986" cy="373915"/>
            <a:chOff x="4149138" y="4121151"/>
            <a:chExt cx="344065" cy="368644"/>
          </a:xfrm>
        </p:grpSpPr>
        <p:sp>
          <p:nvSpPr>
            <p:cNvPr id="11087" name="Google Shape;11087;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77"/>
          <p:cNvSpPr/>
          <p:nvPr/>
        </p:nvSpPr>
        <p:spPr>
          <a:xfrm>
            <a:off x="4512728" y="4880685"/>
            <a:ext cx="349000" cy="34487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7"/>
          <p:cNvGrpSpPr/>
          <p:nvPr/>
        </p:nvGrpSpPr>
        <p:grpSpPr>
          <a:xfrm>
            <a:off x="5049821" y="4919843"/>
            <a:ext cx="403451" cy="266562"/>
            <a:chOff x="5206262" y="4174817"/>
            <a:chExt cx="397763" cy="262804"/>
          </a:xfrm>
        </p:grpSpPr>
        <p:sp>
          <p:nvSpPr>
            <p:cNvPr id="11101" name="Google Shape;11101;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5641365" y="4906041"/>
            <a:ext cx="446805" cy="294166"/>
            <a:chOff x="5727616" y="4204699"/>
            <a:chExt cx="440505" cy="290018"/>
          </a:xfrm>
        </p:grpSpPr>
        <p:sp>
          <p:nvSpPr>
            <p:cNvPr id="11109" name="Google Shape;11109;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6276262" y="4868260"/>
            <a:ext cx="162237" cy="369728"/>
            <a:chOff x="6410063" y="4135124"/>
            <a:chExt cx="159950" cy="364516"/>
          </a:xfrm>
        </p:grpSpPr>
        <p:sp>
          <p:nvSpPr>
            <p:cNvPr id="11118" name="Google Shape;11118;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7"/>
          <p:cNvGrpSpPr/>
          <p:nvPr/>
        </p:nvGrpSpPr>
        <p:grpSpPr>
          <a:xfrm>
            <a:off x="6626592" y="4868453"/>
            <a:ext cx="217444" cy="369342"/>
            <a:chOff x="6924652" y="4135505"/>
            <a:chExt cx="214378" cy="364135"/>
          </a:xfrm>
        </p:grpSpPr>
        <p:sp>
          <p:nvSpPr>
            <p:cNvPr id="11123" name="Google Shape;11123;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761134" y="4871479"/>
            <a:ext cx="363161" cy="363291"/>
            <a:chOff x="775325" y="4143525"/>
            <a:chExt cx="468776" cy="468884"/>
          </a:xfrm>
        </p:grpSpPr>
        <p:sp>
          <p:nvSpPr>
            <p:cNvPr id="11128" name="Google Shape;11128;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7032128" y="4861406"/>
            <a:ext cx="219464" cy="383437"/>
            <a:chOff x="1426400" y="1814750"/>
            <a:chExt cx="407850" cy="712575"/>
          </a:xfrm>
        </p:grpSpPr>
        <p:sp>
          <p:nvSpPr>
            <p:cNvPr id="11133" name="Google Shape;11133;p7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7439685" y="4896181"/>
            <a:ext cx="313833" cy="313887"/>
            <a:chOff x="1910075" y="2021700"/>
            <a:chExt cx="583225" cy="583325"/>
          </a:xfrm>
        </p:grpSpPr>
        <p:sp>
          <p:nvSpPr>
            <p:cNvPr id="11137" name="Google Shape;11137;p7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7"/>
          <p:cNvGrpSpPr/>
          <p:nvPr/>
        </p:nvGrpSpPr>
        <p:grpSpPr>
          <a:xfrm>
            <a:off x="7941611" y="4935960"/>
            <a:ext cx="441255" cy="234329"/>
            <a:chOff x="2749275" y="2099575"/>
            <a:chExt cx="820025" cy="435475"/>
          </a:xfrm>
        </p:grpSpPr>
        <p:sp>
          <p:nvSpPr>
            <p:cNvPr id="11141" name="Google Shape;11141;p77"/>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sp>
        <p:nvSpPr>
          <p:cNvPr id="11149" name="Google Shape;11149;p78"/>
          <p:cNvSpPr txBox="1">
            <a:spLocks noGrp="1"/>
          </p:cNvSpPr>
          <p:nvPr>
            <p:ph type="title" idx="4294967295"/>
          </p:nvPr>
        </p:nvSpPr>
        <p:spPr>
          <a:xfrm>
            <a:off x="788047"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150" name="Google Shape;11150;p78"/>
          <p:cNvSpPr txBox="1">
            <a:spLocks noGrp="1"/>
          </p:cNvSpPr>
          <p:nvPr>
            <p:ph type="title" idx="4294967295"/>
          </p:nvPr>
        </p:nvSpPr>
        <p:spPr>
          <a:xfrm>
            <a:off x="4814453"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151" name="Google Shape;11151;p78"/>
          <p:cNvGrpSpPr/>
          <p:nvPr/>
        </p:nvGrpSpPr>
        <p:grpSpPr>
          <a:xfrm>
            <a:off x="1964074" y="4875344"/>
            <a:ext cx="374774" cy="346073"/>
            <a:chOff x="1989449" y="4282269"/>
            <a:chExt cx="374774" cy="346073"/>
          </a:xfrm>
        </p:grpSpPr>
        <p:sp>
          <p:nvSpPr>
            <p:cNvPr id="11152" name="Google Shape;11152;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78"/>
          <p:cNvGrpSpPr/>
          <p:nvPr/>
        </p:nvGrpSpPr>
        <p:grpSpPr>
          <a:xfrm>
            <a:off x="2462064" y="4873815"/>
            <a:ext cx="198775" cy="348972"/>
            <a:chOff x="2487439" y="4280740"/>
            <a:chExt cx="198775" cy="348972"/>
          </a:xfrm>
        </p:grpSpPr>
        <p:sp>
          <p:nvSpPr>
            <p:cNvPr id="11158"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8"/>
          <p:cNvGrpSpPr/>
          <p:nvPr/>
        </p:nvGrpSpPr>
        <p:grpSpPr>
          <a:xfrm>
            <a:off x="2785583" y="4866998"/>
            <a:ext cx="353145" cy="361873"/>
            <a:chOff x="2810958" y="4273923"/>
            <a:chExt cx="353145" cy="361873"/>
          </a:xfrm>
        </p:grpSpPr>
        <p:sp>
          <p:nvSpPr>
            <p:cNvPr id="11163" name="Google Shape;11163;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8"/>
          <p:cNvGrpSpPr/>
          <p:nvPr/>
        </p:nvGrpSpPr>
        <p:grpSpPr>
          <a:xfrm>
            <a:off x="6250260" y="4875726"/>
            <a:ext cx="209383" cy="366778"/>
            <a:chOff x="6275635" y="4282651"/>
            <a:chExt cx="209383" cy="366778"/>
          </a:xfrm>
        </p:grpSpPr>
        <p:sp>
          <p:nvSpPr>
            <p:cNvPr id="11171" name="Google Shape;11171;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8"/>
          <p:cNvGrpSpPr/>
          <p:nvPr/>
        </p:nvGrpSpPr>
        <p:grpSpPr>
          <a:xfrm>
            <a:off x="6675811" y="4876108"/>
            <a:ext cx="280292" cy="366396"/>
            <a:chOff x="6701186" y="4283033"/>
            <a:chExt cx="280292" cy="366396"/>
          </a:xfrm>
        </p:grpSpPr>
        <p:sp>
          <p:nvSpPr>
            <p:cNvPr id="11174" name="Google Shape;11174;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8"/>
          <p:cNvGrpSpPr/>
          <p:nvPr/>
        </p:nvGrpSpPr>
        <p:grpSpPr>
          <a:xfrm>
            <a:off x="2584196" y="4418033"/>
            <a:ext cx="373627" cy="347347"/>
            <a:chOff x="2609571" y="3824958"/>
            <a:chExt cx="373627" cy="347347"/>
          </a:xfrm>
        </p:grpSpPr>
        <p:sp>
          <p:nvSpPr>
            <p:cNvPr id="11177" name="Google Shape;11177;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78"/>
          <p:cNvSpPr/>
          <p:nvPr/>
        </p:nvSpPr>
        <p:spPr>
          <a:xfrm>
            <a:off x="1263201" y="4415485"/>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78"/>
          <p:cNvGrpSpPr/>
          <p:nvPr/>
        </p:nvGrpSpPr>
        <p:grpSpPr>
          <a:xfrm>
            <a:off x="890752" y="4400131"/>
            <a:ext cx="221902" cy="380795"/>
            <a:chOff x="916127" y="3807056"/>
            <a:chExt cx="221902" cy="380795"/>
          </a:xfrm>
        </p:grpSpPr>
        <p:sp>
          <p:nvSpPr>
            <p:cNvPr id="11181" name="Google Shape;11181;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78"/>
          <p:cNvSpPr/>
          <p:nvPr/>
        </p:nvSpPr>
        <p:spPr>
          <a:xfrm>
            <a:off x="3111396" y="4416249"/>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8"/>
          <p:cNvSpPr/>
          <p:nvPr/>
        </p:nvSpPr>
        <p:spPr>
          <a:xfrm>
            <a:off x="2154090" y="4444123"/>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7" name="Google Shape;11187;p78"/>
          <p:cNvGrpSpPr/>
          <p:nvPr/>
        </p:nvGrpSpPr>
        <p:grpSpPr>
          <a:xfrm>
            <a:off x="3487635" y="4409209"/>
            <a:ext cx="362223" cy="361108"/>
            <a:chOff x="3513010" y="3816134"/>
            <a:chExt cx="362223" cy="361108"/>
          </a:xfrm>
        </p:grpSpPr>
        <p:sp>
          <p:nvSpPr>
            <p:cNvPr id="11188" name="Google Shape;11188;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8"/>
          <p:cNvGrpSpPr/>
          <p:nvPr/>
        </p:nvGrpSpPr>
        <p:grpSpPr>
          <a:xfrm>
            <a:off x="3924941" y="4413382"/>
            <a:ext cx="369805" cy="353782"/>
            <a:chOff x="3950316" y="3820307"/>
            <a:chExt cx="369805" cy="353782"/>
          </a:xfrm>
        </p:grpSpPr>
        <p:sp>
          <p:nvSpPr>
            <p:cNvPr id="11193" name="Google Shape;11193;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78"/>
          <p:cNvGrpSpPr/>
          <p:nvPr/>
        </p:nvGrpSpPr>
        <p:grpSpPr>
          <a:xfrm>
            <a:off x="1736534" y="4405036"/>
            <a:ext cx="307974" cy="371716"/>
            <a:chOff x="1761909" y="3811961"/>
            <a:chExt cx="307974" cy="371716"/>
          </a:xfrm>
        </p:grpSpPr>
        <p:sp>
          <p:nvSpPr>
            <p:cNvPr id="11198" name="Google Shape;11198;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8"/>
          <p:cNvGrpSpPr/>
          <p:nvPr/>
        </p:nvGrpSpPr>
        <p:grpSpPr>
          <a:xfrm>
            <a:off x="5347967" y="4402010"/>
            <a:ext cx="231395" cy="353145"/>
            <a:chOff x="5373342" y="3808935"/>
            <a:chExt cx="231395" cy="353145"/>
          </a:xfrm>
        </p:grpSpPr>
        <p:sp>
          <p:nvSpPr>
            <p:cNvPr id="11209" name="Google Shape;11209;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8" name="Google Shape;11218;p78"/>
          <p:cNvSpPr/>
          <p:nvPr/>
        </p:nvSpPr>
        <p:spPr>
          <a:xfrm>
            <a:off x="6712986" y="4402775"/>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9" name="Google Shape;11219;p78"/>
          <p:cNvGrpSpPr/>
          <p:nvPr/>
        </p:nvGrpSpPr>
        <p:grpSpPr>
          <a:xfrm>
            <a:off x="5808400" y="4402520"/>
            <a:ext cx="235185" cy="352253"/>
            <a:chOff x="5833775" y="3809445"/>
            <a:chExt cx="235185" cy="352253"/>
          </a:xfrm>
        </p:grpSpPr>
        <p:sp>
          <p:nvSpPr>
            <p:cNvPr id="11220" name="Google Shape;11220;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8"/>
          <p:cNvGrpSpPr/>
          <p:nvPr/>
        </p:nvGrpSpPr>
        <p:grpSpPr>
          <a:xfrm>
            <a:off x="4917097" y="4402393"/>
            <a:ext cx="238976" cy="352762"/>
            <a:chOff x="4942472" y="3809318"/>
            <a:chExt cx="238976" cy="352762"/>
          </a:xfrm>
        </p:grpSpPr>
        <p:sp>
          <p:nvSpPr>
            <p:cNvPr id="11224" name="Google Shape;11224;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78"/>
          <p:cNvGrpSpPr/>
          <p:nvPr/>
        </p:nvGrpSpPr>
        <p:grpSpPr>
          <a:xfrm>
            <a:off x="6241150" y="4400863"/>
            <a:ext cx="260223" cy="353527"/>
            <a:chOff x="6266525" y="3807788"/>
            <a:chExt cx="260223" cy="353527"/>
          </a:xfrm>
        </p:grpSpPr>
        <p:sp>
          <p:nvSpPr>
            <p:cNvPr id="11232" name="Google Shape;11232;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78"/>
          <p:cNvSpPr/>
          <p:nvPr/>
        </p:nvSpPr>
        <p:spPr>
          <a:xfrm>
            <a:off x="7947495" y="4402042"/>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78"/>
          <p:cNvGrpSpPr/>
          <p:nvPr/>
        </p:nvGrpSpPr>
        <p:grpSpPr>
          <a:xfrm>
            <a:off x="7158988" y="4402679"/>
            <a:ext cx="202184" cy="352762"/>
            <a:chOff x="7184363" y="3809604"/>
            <a:chExt cx="202184" cy="352762"/>
          </a:xfrm>
        </p:grpSpPr>
        <p:sp>
          <p:nvSpPr>
            <p:cNvPr id="11238" name="Google Shape;11238;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8"/>
          <p:cNvGrpSpPr/>
          <p:nvPr/>
        </p:nvGrpSpPr>
        <p:grpSpPr>
          <a:xfrm>
            <a:off x="7546249" y="4402010"/>
            <a:ext cx="292047" cy="352762"/>
            <a:chOff x="7571624" y="3808935"/>
            <a:chExt cx="292047" cy="352762"/>
          </a:xfrm>
        </p:grpSpPr>
        <p:sp>
          <p:nvSpPr>
            <p:cNvPr id="11241" name="Google Shape;11241;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78"/>
          <p:cNvGrpSpPr/>
          <p:nvPr/>
        </p:nvGrpSpPr>
        <p:grpSpPr>
          <a:xfrm>
            <a:off x="2149184" y="3949191"/>
            <a:ext cx="364135" cy="359930"/>
            <a:chOff x="2174559" y="3356116"/>
            <a:chExt cx="364135" cy="359930"/>
          </a:xfrm>
        </p:grpSpPr>
        <p:sp>
          <p:nvSpPr>
            <p:cNvPr id="11248" name="Google Shape;11248;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78"/>
          <p:cNvGrpSpPr/>
          <p:nvPr/>
        </p:nvGrpSpPr>
        <p:grpSpPr>
          <a:xfrm>
            <a:off x="1706559" y="3948714"/>
            <a:ext cx="368371" cy="361554"/>
            <a:chOff x="1731934" y="3355639"/>
            <a:chExt cx="368371" cy="361554"/>
          </a:xfrm>
        </p:grpSpPr>
        <p:sp>
          <p:nvSpPr>
            <p:cNvPr id="11251" name="Google Shape;11251;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78"/>
          <p:cNvGrpSpPr/>
          <p:nvPr/>
        </p:nvGrpSpPr>
        <p:grpSpPr>
          <a:xfrm>
            <a:off x="3965142" y="3947248"/>
            <a:ext cx="279559" cy="363402"/>
            <a:chOff x="3990517" y="3354173"/>
            <a:chExt cx="279559" cy="363402"/>
          </a:xfrm>
        </p:grpSpPr>
        <p:sp>
          <p:nvSpPr>
            <p:cNvPr id="11254" name="Google Shape;11254;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8"/>
          <p:cNvGrpSpPr/>
          <p:nvPr/>
        </p:nvGrpSpPr>
        <p:grpSpPr>
          <a:xfrm>
            <a:off x="3472472" y="4010449"/>
            <a:ext cx="379680" cy="237606"/>
            <a:chOff x="3497847" y="3417374"/>
            <a:chExt cx="379680" cy="237606"/>
          </a:xfrm>
        </p:grpSpPr>
        <p:sp>
          <p:nvSpPr>
            <p:cNvPr id="11258" name="Google Shape;11258;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2587222" y="3960150"/>
            <a:ext cx="376271" cy="337982"/>
            <a:chOff x="2612597" y="3367075"/>
            <a:chExt cx="376271" cy="337982"/>
          </a:xfrm>
        </p:grpSpPr>
        <p:sp>
          <p:nvSpPr>
            <p:cNvPr id="11263" name="Google Shape;11263;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046539" y="3957506"/>
            <a:ext cx="343652" cy="342505"/>
            <a:chOff x="3071914" y="3364431"/>
            <a:chExt cx="343652" cy="342505"/>
          </a:xfrm>
        </p:grpSpPr>
        <p:sp>
          <p:nvSpPr>
            <p:cNvPr id="11266" name="Google Shape;11266;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78"/>
          <p:cNvGrpSpPr/>
          <p:nvPr/>
        </p:nvGrpSpPr>
        <p:grpSpPr>
          <a:xfrm>
            <a:off x="871766" y="3952950"/>
            <a:ext cx="257962" cy="352762"/>
            <a:chOff x="897141" y="3359875"/>
            <a:chExt cx="257962" cy="352762"/>
          </a:xfrm>
        </p:grpSpPr>
        <p:sp>
          <p:nvSpPr>
            <p:cNvPr id="11272" name="Google Shape;11272;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1308307" y="3937405"/>
            <a:ext cx="271213" cy="383088"/>
            <a:chOff x="1333682" y="3344330"/>
            <a:chExt cx="271213" cy="383088"/>
          </a:xfrm>
        </p:grpSpPr>
        <p:sp>
          <p:nvSpPr>
            <p:cNvPr id="1128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6639019" y="3940049"/>
            <a:ext cx="353113" cy="351998"/>
            <a:chOff x="6664394" y="3346974"/>
            <a:chExt cx="353113" cy="351998"/>
          </a:xfrm>
        </p:grpSpPr>
        <p:sp>
          <p:nvSpPr>
            <p:cNvPr id="11293" name="Google Shape;11293;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8"/>
          <p:cNvGrpSpPr/>
          <p:nvPr/>
        </p:nvGrpSpPr>
        <p:grpSpPr>
          <a:xfrm>
            <a:off x="824366" y="2552382"/>
            <a:ext cx="399398" cy="375443"/>
            <a:chOff x="849741" y="1959307"/>
            <a:chExt cx="399398" cy="375443"/>
          </a:xfrm>
        </p:grpSpPr>
        <p:sp>
          <p:nvSpPr>
            <p:cNvPr id="11299" name="Google Shape;11299;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8"/>
          <p:cNvGrpSpPr/>
          <p:nvPr/>
        </p:nvGrpSpPr>
        <p:grpSpPr>
          <a:xfrm>
            <a:off x="1258837" y="2556841"/>
            <a:ext cx="379489" cy="366046"/>
            <a:chOff x="1284212" y="1963766"/>
            <a:chExt cx="379489" cy="366046"/>
          </a:xfrm>
        </p:grpSpPr>
        <p:sp>
          <p:nvSpPr>
            <p:cNvPr id="11302" name="Google Shape;11302;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3012391" y="2562639"/>
            <a:ext cx="370219" cy="354928"/>
            <a:chOff x="3037766" y="1969564"/>
            <a:chExt cx="370219" cy="354928"/>
          </a:xfrm>
        </p:grpSpPr>
        <p:sp>
          <p:nvSpPr>
            <p:cNvPr id="11305" name="Google Shape;11305;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78"/>
          <p:cNvGrpSpPr/>
          <p:nvPr/>
        </p:nvGrpSpPr>
        <p:grpSpPr>
          <a:xfrm>
            <a:off x="3957178" y="2564805"/>
            <a:ext cx="304566" cy="350501"/>
            <a:chOff x="3982553" y="1971730"/>
            <a:chExt cx="304566" cy="350501"/>
          </a:xfrm>
        </p:grpSpPr>
        <p:sp>
          <p:nvSpPr>
            <p:cNvPr id="11310" name="Google Shape;11310;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8"/>
          <p:cNvGrpSpPr/>
          <p:nvPr/>
        </p:nvGrpSpPr>
        <p:grpSpPr>
          <a:xfrm>
            <a:off x="2542466" y="2587199"/>
            <a:ext cx="399812" cy="306477"/>
            <a:chOff x="2567841" y="1994124"/>
            <a:chExt cx="399812" cy="306477"/>
          </a:xfrm>
        </p:grpSpPr>
        <p:sp>
          <p:nvSpPr>
            <p:cNvPr id="11313" name="Google Shape;11313;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2186709" y="2553433"/>
            <a:ext cx="324698" cy="372863"/>
            <a:chOff x="2212084" y="1960358"/>
            <a:chExt cx="324698" cy="372863"/>
          </a:xfrm>
        </p:grpSpPr>
        <p:sp>
          <p:nvSpPr>
            <p:cNvPr id="11317" name="Google Shape;11317;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8"/>
          <p:cNvGrpSpPr/>
          <p:nvPr/>
        </p:nvGrpSpPr>
        <p:grpSpPr>
          <a:xfrm>
            <a:off x="1780526" y="2553433"/>
            <a:ext cx="284847" cy="373627"/>
            <a:chOff x="1805901" y="1960358"/>
            <a:chExt cx="284847" cy="373627"/>
          </a:xfrm>
        </p:grpSpPr>
        <p:sp>
          <p:nvSpPr>
            <p:cNvPr id="11321"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3480054" y="25731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8"/>
          <p:cNvSpPr/>
          <p:nvPr/>
        </p:nvSpPr>
        <p:spPr>
          <a:xfrm>
            <a:off x="7075177" y="2577324"/>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8"/>
          <p:cNvSpPr/>
          <p:nvPr/>
        </p:nvSpPr>
        <p:spPr>
          <a:xfrm>
            <a:off x="7930070" y="2604273"/>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6" name="Google Shape;11326;p78"/>
          <p:cNvGrpSpPr/>
          <p:nvPr/>
        </p:nvGrpSpPr>
        <p:grpSpPr>
          <a:xfrm>
            <a:off x="6631437" y="2622463"/>
            <a:ext cx="368690" cy="245793"/>
            <a:chOff x="6656812" y="2029388"/>
            <a:chExt cx="368690" cy="245793"/>
          </a:xfrm>
        </p:grpSpPr>
        <p:sp>
          <p:nvSpPr>
            <p:cNvPr id="11327" name="Google Shape;11327;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78"/>
          <p:cNvGrpSpPr/>
          <p:nvPr/>
        </p:nvGrpSpPr>
        <p:grpSpPr>
          <a:xfrm>
            <a:off x="4844276" y="2605293"/>
            <a:ext cx="376654" cy="281566"/>
            <a:chOff x="4869651" y="2012218"/>
            <a:chExt cx="376654" cy="281566"/>
          </a:xfrm>
        </p:grpSpPr>
        <p:sp>
          <p:nvSpPr>
            <p:cNvPr id="11338" name="Google Shape;11338;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78"/>
          <p:cNvGrpSpPr/>
          <p:nvPr/>
        </p:nvGrpSpPr>
        <p:grpSpPr>
          <a:xfrm>
            <a:off x="5280849" y="2605388"/>
            <a:ext cx="367925" cy="281694"/>
            <a:chOff x="5306224" y="2012313"/>
            <a:chExt cx="367925" cy="281694"/>
          </a:xfrm>
        </p:grpSpPr>
        <p:sp>
          <p:nvSpPr>
            <p:cNvPr id="11343" name="Google Shape;11343;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5" name="Google Shape;11345;p78"/>
          <p:cNvSpPr/>
          <p:nvPr/>
        </p:nvSpPr>
        <p:spPr>
          <a:xfrm>
            <a:off x="5728762" y="2598890"/>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6" name="Google Shape;11346;p78"/>
          <p:cNvGrpSpPr/>
          <p:nvPr/>
        </p:nvGrpSpPr>
        <p:grpSpPr>
          <a:xfrm>
            <a:off x="6170623" y="2576177"/>
            <a:ext cx="368308" cy="338746"/>
            <a:chOff x="6195998" y="1983102"/>
            <a:chExt cx="368308" cy="338746"/>
          </a:xfrm>
        </p:grpSpPr>
        <p:sp>
          <p:nvSpPr>
            <p:cNvPr id="11347" name="Google Shape;11347;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8"/>
          <p:cNvGrpSpPr/>
          <p:nvPr/>
        </p:nvGrpSpPr>
        <p:grpSpPr>
          <a:xfrm>
            <a:off x="7516656" y="2604910"/>
            <a:ext cx="369072" cy="280037"/>
            <a:chOff x="7542031" y="2011835"/>
            <a:chExt cx="369072" cy="280037"/>
          </a:xfrm>
        </p:grpSpPr>
        <p:sp>
          <p:nvSpPr>
            <p:cNvPr id="11351" name="Google Shape;11351;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8"/>
          <p:cNvGrpSpPr/>
          <p:nvPr/>
        </p:nvGrpSpPr>
        <p:grpSpPr>
          <a:xfrm>
            <a:off x="7985052" y="3941578"/>
            <a:ext cx="278795" cy="351615"/>
            <a:chOff x="8010427" y="3348503"/>
            <a:chExt cx="278795" cy="351615"/>
          </a:xfrm>
        </p:grpSpPr>
        <p:sp>
          <p:nvSpPr>
            <p:cNvPr id="11361" name="Google Shape;11361;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5" name="Google Shape;11365;p78"/>
          <p:cNvSpPr/>
          <p:nvPr/>
        </p:nvSpPr>
        <p:spPr>
          <a:xfrm>
            <a:off x="7589763" y="3941992"/>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78"/>
          <p:cNvGrpSpPr/>
          <p:nvPr/>
        </p:nvGrpSpPr>
        <p:grpSpPr>
          <a:xfrm>
            <a:off x="7116525" y="3942279"/>
            <a:ext cx="281057" cy="351010"/>
            <a:chOff x="7141900" y="3349204"/>
            <a:chExt cx="281057" cy="351010"/>
          </a:xfrm>
        </p:grpSpPr>
        <p:sp>
          <p:nvSpPr>
            <p:cNvPr id="11367" name="Google Shape;11367;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288813" y="3943107"/>
            <a:ext cx="363752" cy="353113"/>
            <a:chOff x="5314188" y="3350032"/>
            <a:chExt cx="363752" cy="353113"/>
          </a:xfrm>
        </p:grpSpPr>
        <p:sp>
          <p:nvSpPr>
            <p:cNvPr id="11371" name="Google Shape;11371;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78"/>
          <p:cNvGrpSpPr/>
          <p:nvPr/>
        </p:nvGrpSpPr>
        <p:grpSpPr>
          <a:xfrm>
            <a:off x="6178204" y="3942056"/>
            <a:ext cx="351615" cy="350373"/>
            <a:chOff x="6203579" y="3348981"/>
            <a:chExt cx="351615" cy="350373"/>
          </a:xfrm>
        </p:grpSpPr>
        <p:sp>
          <p:nvSpPr>
            <p:cNvPr id="11374" name="Google Shape;11374;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78"/>
          <p:cNvGrpSpPr/>
          <p:nvPr/>
        </p:nvGrpSpPr>
        <p:grpSpPr>
          <a:xfrm>
            <a:off x="5804609" y="3943107"/>
            <a:ext cx="220755" cy="352348"/>
            <a:chOff x="5829984" y="3350032"/>
            <a:chExt cx="220755" cy="352348"/>
          </a:xfrm>
        </p:grpSpPr>
        <p:sp>
          <p:nvSpPr>
            <p:cNvPr id="11380" name="Google Shape;11380;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8"/>
          <p:cNvGrpSpPr/>
          <p:nvPr/>
        </p:nvGrpSpPr>
        <p:grpSpPr>
          <a:xfrm>
            <a:off x="4856795" y="3942916"/>
            <a:ext cx="358464" cy="352316"/>
            <a:chOff x="4882170" y="3349841"/>
            <a:chExt cx="358464" cy="352316"/>
          </a:xfrm>
        </p:grpSpPr>
        <p:sp>
          <p:nvSpPr>
            <p:cNvPr id="11385" name="Google Shape;11385;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78"/>
          <p:cNvSpPr/>
          <p:nvPr/>
        </p:nvSpPr>
        <p:spPr>
          <a:xfrm>
            <a:off x="3929846" y="3486083"/>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3474352" y="3035303"/>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9" name="Google Shape;11389;p78"/>
          <p:cNvGrpSpPr/>
          <p:nvPr/>
        </p:nvGrpSpPr>
        <p:grpSpPr>
          <a:xfrm>
            <a:off x="3019590" y="3028295"/>
            <a:ext cx="400194" cy="324316"/>
            <a:chOff x="3044965" y="2435220"/>
            <a:chExt cx="400194" cy="324316"/>
          </a:xfrm>
        </p:grpSpPr>
        <p:sp>
          <p:nvSpPr>
            <p:cNvPr id="11390" name="Google Shape;11390;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4853004" y="3066967"/>
            <a:ext cx="367161" cy="287523"/>
            <a:chOff x="4878379" y="2473892"/>
            <a:chExt cx="367161" cy="287523"/>
          </a:xfrm>
        </p:grpSpPr>
        <p:sp>
          <p:nvSpPr>
            <p:cNvPr id="11394" name="Google Shape;11394;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1300344" y="3480764"/>
            <a:ext cx="290581" cy="372481"/>
            <a:chOff x="1325719" y="2887689"/>
            <a:chExt cx="290581" cy="372481"/>
          </a:xfrm>
        </p:grpSpPr>
        <p:sp>
          <p:nvSpPr>
            <p:cNvPr id="11400" name="Google Shape;11400;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2" name="Google Shape;11402;p78"/>
          <p:cNvSpPr/>
          <p:nvPr/>
        </p:nvSpPr>
        <p:spPr>
          <a:xfrm>
            <a:off x="1793778" y="3475444"/>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3" name="Google Shape;11403;p78"/>
          <p:cNvGrpSpPr/>
          <p:nvPr/>
        </p:nvGrpSpPr>
        <p:grpSpPr>
          <a:xfrm>
            <a:off x="3484960" y="3485574"/>
            <a:ext cx="360726" cy="361204"/>
            <a:chOff x="3510335" y="2892499"/>
            <a:chExt cx="360726" cy="361204"/>
          </a:xfrm>
        </p:grpSpPr>
        <p:sp>
          <p:nvSpPr>
            <p:cNvPr id="11404" name="Google Shape;11404;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78"/>
          <p:cNvGrpSpPr/>
          <p:nvPr/>
        </p:nvGrpSpPr>
        <p:grpSpPr>
          <a:xfrm>
            <a:off x="3060938" y="3470124"/>
            <a:ext cx="320143" cy="392581"/>
            <a:chOff x="3086313" y="2877049"/>
            <a:chExt cx="320143" cy="392581"/>
          </a:xfrm>
        </p:grpSpPr>
        <p:sp>
          <p:nvSpPr>
            <p:cNvPr id="11410" name="Google Shape;11410;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78"/>
          <p:cNvSpPr/>
          <p:nvPr/>
        </p:nvSpPr>
        <p:spPr>
          <a:xfrm>
            <a:off x="2228439" y="3487198"/>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78"/>
          <p:cNvGrpSpPr/>
          <p:nvPr/>
        </p:nvGrpSpPr>
        <p:grpSpPr>
          <a:xfrm>
            <a:off x="835738" y="3478821"/>
            <a:ext cx="333809" cy="373277"/>
            <a:chOff x="861113" y="2885746"/>
            <a:chExt cx="333809" cy="373277"/>
          </a:xfrm>
        </p:grpSpPr>
        <p:sp>
          <p:nvSpPr>
            <p:cNvPr id="11424" name="Google Shape;11424;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7" name="Google Shape;11427;p78"/>
          <p:cNvSpPr/>
          <p:nvPr/>
        </p:nvSpPr>
        <p:spPr>
          <a:xfrm>
            <a:off x="2590630" y="3479617"/>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2134754" y="2109310"/>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9" name="Google Shape;11429;p78"/>
          <p:cNvGrpSpPr/>
          <p:nvPr/>
        </p:nvGrpSpPr>
        <p:grpSpPr>
          <a:xfrm>
            <a:off x="1272279" y="2097556"/>
            <a:ext cx="349354" cy="362223"/>
            <a:chOff x="1297654" y="1504481"/>
            <a:chExt cx="349354" cy="362223"/>
          </a:xfrm>
        </p:grpSpPr>
        <p:sp>
          <p:nvSpPr>
            <p:cNvPr id="11430" name="Google Shape;11430;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3" name="Google Shape;11433;p78"/>
          <p:cNvSpPr/>
          <p:nvPr/>
        </p:nvSpPr>
        <p:spPr>
          <a:xfrm>
            <a:off x="3920003" y="2123804"/>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4" name="Google Shape;11434;p78"/>
          <p:cNvGrpSpPr/>
          <p:nvPr/>
        </p:nvGrpSpPr>
        <p:grpSpPr>
          <a:xfrm>
            <a:off x="827010" y="2103991"/>
            <a:ext cx="353145" cy="351998"/>
            <a:chOff x="852385" y="1510916"/>
            <a:chExt cx="353145" cy="351998"/>
          </a:xfrm>
        </p:grpSpPr>
        <p:sp>
          <p:nvSpPr>
            <p:cNvPr id="11435"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8"/>
          <p:cNvGrpSpPr/>
          <p:nvPr/>
        </p:nvGrpSpPr>
        <p:grpSpPr>
          <a:xfrm>
            <a:off x="1719842" y="2108546"/>
            <a:ext cx="343269" cy="342505"/>
            <a:chOff x="1745217" y="1515471"/>
            <a:chExt cx="343269" cy="342505"/>
          </a:xfrm>
        </p:grpSpPr>
        <p:sp>
          <p:nvSpPr>
            <p:cNvPr id="11439" name="Google Shape;11439;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78"/>
          <p:cNvSpPr/>
          <p:nvPr/>
        </p:nvSpPr>
        <p:spPr>
          <a:xfrm>
            <a:off x="3483845" y="2098512"/>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4" name="Google Shape;11444;p78"/>
          <p:cNvGrpSpPr/>
          <p:nvPr/>
        </p:nvGrpSpPr>
        <p:grpSpPr>
          <a:xfrm>
            <a:off x="3017328" y="2122212"/>
            <a:ext cx="411535" cy="315587"/>
            <a:chOff x="3042703" y="1529137"/>
            <a:chExt cx="411535" cy="315587"/>
          </a:xfrm>
        </p:grpSpPr>
        <p:sp>
          <p:nvSpPr>
            <p:cNvPr id="11445" name="Google Shape;11445;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2603914" y="2137757"/>
            <a:ext cx="350501" cy="284497"/>
            <a:chOff x="2629289" y="1544682"/>
            <a:chExt cx="350501" cy="284497"/>
          </a:xfrm>
        </p:grpSpPr>
        <p:sp>
          <p:nvSpPr>
            <p:cNvPr id="11456" name="Google Shape;11456;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8"/>
          <p:cNvGrpSpPr/>
          <p:nvPr/>
        </p:nvGrpSpPr>
        <p:grpSpPr>
          <a:xfrm>
            <a:off x="5279702" y="2095708"/>
            <a:ext cx="367893" cy="365218"/>
            <a:chOff x="5305077" y="1502633"/>
            <a:chExt cx="367893" cy="365218"/>
          </a:xfrm>
        </p:grpSpPr>
        <p:sp>
          <p:nvSpPr>
            <p:cNvPr id="11462" name="Google Shape;11462;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8"/>
          <p:cNvGrpSpPr/>
          <p:nvPr/>
        </p:nvGrpSpPr>
        <p:grpSpPr>
          <a:xfrm>
            <a:off x="7074795" y="2093192"/>
            <a:ext cx="368308" cy="367033"/>
            <a:chOff x="7100170" y="1500117"/>
            <a:chExt cx="368308" cy="367033"/>
          </a:xfrm>
        </p:grpSpPr>
        <p:sp>
          <p:nvSpPr>
            <p:cNvPr id="11465" name="Google Shape;11465;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8" name="Google Shape;11478;p78"/>
          <p:cNvSpPr/>
          <p:nvPr/>
        </p:nvSpPr>
        <p:spPr>
          <a:xfrm>
            <a:off x="7514267" y="2093255"/>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78"/>
          <p:cNvGrpSpPr/>
          <p:nvPr/>
        </p:nvGrpSpPr>
        <p:grpSpPr>
          <a:xfrm>
            <a:off x="6623856" y="2093096"/>
            <a:ext cx="390287" cy="367065"/>
            <a:chOff x="6649231" y="1500021"/>
            <a:chExt cx="390287" cy="367065"/>
          </a:xfrm>
        </p:grpSpPr>
        <p:sp>
          <p:nvSpPr>
            <p:cNvPr id="11480" name="Google Shape;11480;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8"/>
          <p:cNvGrpSpPr/>
          <p:nvPr/>
        </p:nvGrpSpPr>
        <p:grpSpPr>
          <a:xfrm>
            <a:off x="5721563" y="2136578"/>
            <a:ext cx="387261" cy="280356"/>
            <a:chOff x="5746938" y="1543503"/>
            <a:chExt cx="387261" cy="280356"/>
          </a:xfrm>
        </p:grpSpPr>
        <p:sp>
          <p:nvSpPr>
            <p:cNvPr id="11493" name="Google Shape;11493;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78"/>
          <p:cNvGrpSpPr/>
          <p:nvPr/>
        </p:nvGrpSpPr>
        <p:grpSpPr>
          <a:xfrm>
            <a:off x="6171355" y="2118421"/>
            <a:ext cx="369072" cy="317467"/>
            <a:chOff x="6196730" y="1525346"/>
            <a:chExt cx="369072" cy="317467"/>
          </a:xfrm>
        </p:grpSpPr>
        <p:sp>
          <p:nvSpPr>
            <p:cNvPr id="11496" name="Google Shape;11496;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78"/>
          <p:cNvGrpSpPr/>
          <p:nvPr/>
        </p:nvGrpSpPr>
        <p:grpSpPr>
          <a:xfrm>
            <a:off x="4915217" y="2093765"/>
            <a:ext cx="246558" cy="367161"/>
            <a:chOff x="4940592" y="1500690"/>
            <a:chExt cx="246558" cy="367161"/>
          </a:xfrm>
        </p:grpSpPr>
        <p:sp>
          <p:nvSpPr>
            <p:cNvPr id="11500" name="Google Shape;11500;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7939531" y="2092969"/>
            <a:ext cx="380858" cy="367575"/>
            <a:chOff x="7964906" y="1499894"/>
            <a:chExt cx="380858" cy="367575"/>
          </a:xfrm>
        </p:grpSpPr>
        <p:sp>
          <p:nvSpPr>
            <p:cNvPr id="11505" name="Google Shape;11505;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78"/>
          <p:cNvSpPr/>
          <p:nvPr/>
        </p:nvSpPr>
        <p:spPr>
          <a:xfrm>
            <a:off x="5754182" y="3495162"/>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78"/>
          <p:cNvGrpSpPr/>
          <p:nvPr/>
        </p:nvGrpSpPr>
        <p:grpSpPr>
          <a:xfrm>
            <a:off x="7982025" y="3495353"/>
            <a:ext cx="285230" cy="355597"/>
            <a:chOff x="8007400" y="2902278"/>
            <a:chExt cx="285230" cy="355597"/>
          </a:xfrm>
        </p:grpSpPr>
        <p:sp>
          <p:nvSpPr>
            <p:cNvPr id="11510" name="Google Shape;11510;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78"/>
          <p:cNvGrpSpPr/>
          <p:nvPr/>
        </p:nvGrpSpPr>
        <p:grpSpPr>
          <a:xfrm>
            <a:off x="6193749" y="3495863"/>
            <a:ext cx="318231" cy="355470"/>
            <a:chOff x="6219124" y="2902788"/>
            <a:chExt cx="318231" cy="355470"/>
          </a:xfrm>
        </p:grpSpPr>
        <p:sp>
          <p:nvSpPr>
            <p:cNvPr id="11513" name="Google Shape;11513;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4944046" y="3495927"/>
            <a:ext cx="185109" cy="355406"/>
            <a:chOff x="4969421" y="2902852"/>
            <a:chExt cx="185109" cy="355406"/>
          </a:xfrm>
        </p:grpSpPr>
        <p:sp>
          <p:nvSpPr>
            <p:cNvPr id="11517" name="Google Shape;11517;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78"/>
          <p:cNvSpPr/>
          <p:nvPr/>
        </p:nvSpPr>
        <p:spPr>
          <a:xfrm>
            <a:off x="7549180" y="3496118"/>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8"/>
          <p:cNvSpPr/>
          <p:nvPr/>
        </p:nvSpPr>
        <p:spPr>
          <a:xfrm>
            <a:off x="7096425" y="3495927"/>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78"/>
          <p:cNvGrpSpPr/>
          <p:nvPr/>
        </p:nvGrpSpPr>
        <p:grpSpPr>
          <a:xfrm>
            <a:off x="6659884" y="3495927"/>
            <a:ext cx="311414" cy="355406"/>
            <a:chOff x="6685259" y="2902852"/>
            <a:chExt cx="311414" cy="355406"/>
          </a:xfrm>
        </p:grpSpPr>
        <p:sp>
          <p:nvSpPr>
            <p:cNvPr id="11526" name="Google Shape;11526;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78"/>
          <p:cNvGrpSpPr/>
          <p:nvPr/>
        </p:nvGrpSpPr>
        <p:grpSpPr>
          <a:xfrm>
            <a:off x="5283875" y="3496245"/>
            <a:ext cx="359579" cy="355852"/>
            <a:chOff x="5309250" y="2903170"/>
            <a:chExt cx="359579" cy="355852"/>
          </a:xfrm>
        </p:grpSpPr>
        <p:sp>
          <p:nvSpPr>
            <p:cNvPr id="11530" name="Google Shape;11530;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78"/>
          <p:cNvGrpSpPr/>
          <p:nvPr/>
        </p:nvGrpSpPr>
        <p:grpSpPr>
          <a:xfrm>
            <a:off x="2174190" y="3014247"/>
            <a:ext cx="312179" cy="353431"/>
            <a:chOff x="2199565" y="2421172"/>
            <a:chExt cx="312179" cy="353431"/>
          </a:xfrm>
        </p:grpSpPr>
        <p:sp>
          <p:nvSpPr>
            <p:cNvPr id="11534" name="Google Shape;11534;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78"/>
          <p:cNvGrpSpPr/>
          <p:nvPr/>
        </p:nvGrpSpPr>
        <p:grpSpPr>
          <a:xfrm>
            <a:off x="1725512" y="3018802"/>
            <a:ext cx="320143" cy="343269"/>
            <a:chOff x="1750887" y="2425727"/>
            <a:chExt cx="320143" cy="343269"/>
          </a:xfrm>
        </p:grpSpPr>
        <p:sp>
          <p:nvSpPr>
            <p:cNvPr id="11537" name="Google Shape;11537;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78"/>
          <p:cNvGrpSpPr/>
          <p:nvPr/>
        </p:nvGrpSpPr>
        <p:grpSpPr>
          <a:xfrm>
            <a:off x="1272662" y="3018802"/>
            <a:ext cx="338364" cy="342887"/>
            <a:chOff x="1298037" y="2425727"/>
            <a:chExt cx="338364" cy="342887"/>
          </a:xfrm>
        </p:grpSpPr>
        <p:sp>
          <p:nvSpPr>
            <p:cNvPr id="11540" name="Google Shape;11540;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4" name="Google Shape;11544;p78"/>
          <p:cNvSpPr/>
          <p:nvPr/>
        </p:nvSpPr>
        <p:spPr>
          <a:xfrm>
            <a:off x="823602" y="3011603"/>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5" name="Google Shape;11545;p78"/>
          <p:cNvGrpSpPr/>
          <p:nvPr/>
        </p:nvGrpSpPr>
        <p:grpSpPr>
          <a:xfrm>
            <a:off x="3948832" y="3022084"/>
            <a:ext cx="320143" cy="338491"/>
            <a:chOff x="3974207" y="2429009"/>
            <a:chExt cx="320143" cy="338491"/>
          </a:xfrm>
        </p:grpSpPr>
        <p:sp>
          <p:nvSpPr>
            <p:cNvPr id="11546" name="Google Shape;11546;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2597862" y="3024122"/>
            <a:ext cx="355024" cy="332630"/>
            <a:chOff x="2623237" y="2431047"/>
            <a:chExt cx="355024" cy="332630"/>
          </a:xfrm>
        </p:grpSpPr>
        <p:sp>
          <p:nvSpPr>
            <p:cNvPr id="11549" name="Google Shape;11549;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8"/>
          <p:cNvGrpSpPr/>
          <p:nvPr/>
        </p:nvGrpSpPr>
        <p:grpSpPr>
          <a:xfrm>
            <a:off x="6631819" y="3027148"/>
            <a:ext cx="375507" cy="367925"/>
            <a:chOff x="6657194" y="2434073"/>
            <a:chExt cx="375507" cy="367925"/>
          </a:xfrm>
        </p:grpSpPr>
        <p:sp>
          <p:nvSpPr>
            <p:cNvPr id="11554" name="Google Shape;11554;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8"/>
          <p:cNvGrpSpPr/>
          <p:nvPr/>
        </p:nvGrpSpPr>
        <p:grpSpPr>
          <a:xfrm>
            <a:off x="7075942" y="3034730"/>
            <a:ext cx="367925" cy="352380"/>
            <a:chOff x="7101317" y="2441655"/>
            <a:chExt cx="367925" cy="352380"/>
          </a:xfrm>
        </p:grpSpPr>
        <p:sp>
          <p:nvSpPr>
            <p:cNvPr id="11558" name="Google Shape;11558;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5731024" y="3027531"/>
            <a:ext cx="367925" cy="367161"/>
            <a:chOff x="5756399" y="2434456"/>
            <a:chExt cx="367925" cy="367161"/>
          </a:xfrm>
        </p:grpSpPr>
        <p:sp>
          <p:nvSpPr>
            <p:cNvPr id="11561" name="Google Shape;11561;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8" name="Google Shape;11568;p78"/>
          <p:cNvSpPr/>
          <p:nvPr/>
        </p:nvSpPr>
        <p:spPr>
          <a:xfrm>
            <a:off x="5279320" y="30276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8"/>
          <p:cNvSpPr/>
          <p:nvPr/>
        </p:nvSpPr>
        <p:spPr>
          <a:xfrm>
            <a:off x="7516656" y="3038616"/>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78"/>
          <p:cNvGrpSpPr/>
          <p:nvPr/>
        </p:nvGrpSpPr>
        <p:grpSpPr>
          <a:xfrm>
            <a:off x="7939531" y="3027148"/>
            <a:ext cx="373627" cy="367925"/>
            <a:chOff x="7964906" y="2434073"/>
            <a:chExt cx="373627" cy="367925"/>
          </a:xfrm>
        </p:grpSpPr>
        <p:sp>
          <p:nvSpPr>
            <p:cNvPr id="11571" name="Google Shape;11571;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78"/>
          <p:cNvGrpSpPr/>
          <p:nvPr/>
        </p:nvGrpSpPr>
        <p:grpSpPr>
          <a:xfrm>
            <a:off x="6168711" y="3030812"/>
            <a:ext cx="369837" cy="360471"/>
            <a:chOff x="6194086" y="2437737"/>
            <a:chExt cx="369837" cy="360471"/>
          </a:xfrm>
        </p:grpSpPr>
        <p:sp>
          <p:nvSpPr>
            <p:cNvPr id="11574" name="Google Shape;11574;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9"/>
        <p:cNvGrpSpPr/>
        <p:nvPr/>
      </p:nvGrpSpPr>
      <p:grpSpPr>
        <a:xfrm>
          <a:off x="0" y="0"/>
          <a:ext cx="0" cy="0"/>
          <a:chOff x="0" y="0"/>
          <a:chExt cx="0" cy="0"/>
        </a:xfrm>
      </p:grpSpPr>
      <p:sp>
        <p:nvSpPr>
          <p:cNvPr id="11580" name="Google Shape;11580;p79"/>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581" name="Google Shape;11581;p79"/>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582" name="Google Shape;11582;p79"/>
          <p:cNvGrpSpPr/>
          <p:nvPr/>
        </p:nvGrpSpPr>
        <p:grpSpPr>
          <a:xfrm>
            <a:off x="3518724" y="2102894"/>
            <a:ext cx="350166" cy="349434"/>
            <a:chOff x="3541011" y="1508594"/>
            <a:chExt cx="350166" cy="349434"/>
          </a:xfrm>
        </p:grpSpPr>
        <p:sp>
          <p:nvSpPr>
            <p:cNvPr id="11583" name="Google Shape;1158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9"/>
          <p:cNvGrpSpPr/>
          <p:nvPr/>
        </p:nvGrpSpPr>
        <p:grpSpPr>
          <a:xfrm>
            <a:off x="3099970" y="2102894"/>
            <a:ext cx="294850" cy="349434"/>
            <a:chOff x="3122257" y="1508594"/>
            <a:chExt cx="294850" cy="349434"/>
          </a:xfrm>
        </p:grpSpPr>
        <p:sp>
          <p:nvSpPr>
            <p:cNvPr id="11597" name="Google Shape;1159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9"/>
          <p:cNvGrpSpPr/>
          <p:nvPr/>
        </p:nvGrpSpPr>
        <p:grpSpPr>
          <a:xfrm>
            <a:off x="888436" y="2102512"/>
            <a:ext cx="251660" cy="350166"/>
            <a:chOff x="910723" y="1508212"/>
            <a:chExt cx="251660" cy="350166"/>
          </a:xfrm>
        </p:grpSpPr>
        <p:sp>
          <p:nvSpPr>
            <p:cNvPr id="11603" name="Google Shape;1160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9"/>
          <p:cNvGrpSpPr/>
          <p:nvPr/>
        </p:nvGrpSpPr>
        <p:grpSpPr>
          <a:xfrm>
            <a:off x="1286343" y="2102130"/>
            <a:ext cx="350166" cy="350198"/>
            <a:chOff x="1308631" y="1507830"/>
            <a:chExt cx="350166" cy="350198"/>
          </a:xfrm>
        </p:grpSpPr>
        <p:sp>
          <p:nvSpPr>
            <p:cNvPr id="11621" name="Google Shape;1162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9"/>
          <p:cNvGrpSpPr/>
          <p:nvPr/>
        </p:nvGrpSpPr>
        <p:grpSpPr>
          <a:xfrm>
            <a:off x="1734633" y="2104039"/>
            <a:ext cx="345997" cy="345997"/>
            <a:chOff x="1756921" y="1509739"/>
            <a:chExt cx="345997" cy="345997"/>
          </a:xfrm>
        </p:grpSpPr>
        <p:sp>
          <p:nvSpPr>
            <p:cNvPr id="11626" name="Google Shape;1162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79"/>
          <p:cNvGrpSpPr/>
          <p:nvPr/>
        </p:nvGrpSpPr>
        <p:grpSpPr>
          <a:xfrm>
            <a:off x="2194668" y="2104803"/>
            <a:ext cx="318721" cy="345615"/>
            <a:chOff x="2216956" y="1510503"/>
            <a:chExt cx="318721" cy="345615"/>
          </a:xfrm>
        </p:grpSpPr>
        <p:sp>
          <p:nvSpPr>
            <p:cNvPr id="11644" name="Google Shape;1164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9"/>
          <p:cNvGrpSpPr/>
          <p:nvPr/>
        </p:nvGrpSpPr>
        <p:grpSpPr>
          <a:xfrm>
            <a:off x="3965869" y="2162761"/>
            <a:ext cx="349052" cy="230049"/>
            <a:chOff x="3988156" y="1568461"/>
            <a:chExt cx="349052" cy="230049"/>
          </a:xfrm>
        </p:grpSpPr>
        <p:sp>
          <p:nvSpPr>
            <p:cNvPr id="11650" name="Google Shape;1165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79"/>
          <p:cNvGrpSpPr/>
          <p:nvPr/>
        </p:nvGrpSpPr>
        <p:grpSpPr>
          <a:xfrm>
            <a:off x="2610749" y="2094173"/>
            <a:ext cx="379002" cy="366112"/>
            <a:chOff x="2633037" y="1499873"/>
            <a:chExt cx="379002" cy="366112"/>
          </a:xfrm>
        </p:grpSpPr>
        <p:sp>
          <p:nvSpPr>
            <p:cNvPr id="11658" name="Google Shape;1165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9"/>
          <p:cNvGrpSpPr/>
          <p:nvPr/>
        </p:nvGrpSpPr>
        <p:grpSpPr>
          <a:xfrm>
            <a:off x="6652969" y="2110469"/>
            <a:ext cx="327823" cy="357009"/>
            <a:chOff x="6675256" y="1516169"/>
            <a:chExt cx="327823" cy="357009"/>
          </a:xfrm>
        </p:grpSpPr>
        <p:sp>
          <p:nvSpPr>
            <p:cNvPr id="11665" name="Google Shape;1166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79"/>
          <p:cNvGrpSpPr/>
          <p:nvPr/>
        </p:nvGrpSpPr>
        <p:grpSpPr>
          <a:xfrm>
            <a:off x="7997872" y="2110851"/>
            <a:ext cx="300897" cy="356627"/>
            <a:chOff x="8020159" y="1516551"/>
            <a:chExt cx="300897" cy="356627"/>
          </a:xfrm>
        </p:grpSpPr>
        <p:sp>
          <p:nvSpPr>
            <p:cNvPr id="11675" name="Google Shape;1167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79"/>
          <p:cNvGrpSpPr/>
          <p:nvPr/>
        </p:nvGrpSpPr>
        <p:grpSpPr>
          <a:xfrm>
            <a:off x="5355075" y="2110469"/>
            <a:ext cx="257357" cy="356627"/>
            <a:chOff x="5377363" y="1516169"/>
            <a:chExt cx="257357" cy="356627"/>
          </a:xfrm>
        </p:grpSpPr>
        <p:sp>
          <p:nvSpPr>
            <p:cNvPr id="11681" name="Google Shape;1168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9"/>
          <p:cNvGrpSpPr/>
          <p:nvPr/>
        </p:nvGrpSpPr>
        <p:grpSpPr>
          <a:xfrm>
            <a:off x="4858280" y="2130170"/>
            <a:ext cx="356245" cy="317607"/>
            <a:chOff x="4880567" y="1535870"/>
            <a:chExt cx="356245" cy="317607"/>
          </a:xfrm>
        </p:grpSpPr>
        <p:sp>
          <p:nvSpPr>
            <p:cNvPr id="11699" name="Google Shape;1169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9"/>
          <p:cNvGrpSpPr/>
          <p:nvPr/>
        </p:nvGrpSpPr>
        <p:grpSpPr>
          <a:xfrm>
            <a:off x="5749195" y="2110087"/>
            <a:ext cx="357359" cy="357391"/>
            <a:chOff x="5771483" y="1515787"/>
            <a:chExt cx="357359" cy="357391"/>
          </a:xfrm>
        </p:grpSpPr>
        <p:sp>
          <p:nvSpPr>
            <p:cNvPr id="11705" name="Google Shape;1170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79"/>
          <p:cNvGrpSpPr/>
          <p:nvPr/>
        </p:nvGrpSpPr>
        <p:grpSpPr>
          <a:xfrm>
            <a:off x="7099381" y="2127910"/>
            <a:ext cx="321362" cy="321362"/>
            <a:chOff x="7121669" y="1533610"/>
            <a:chExt cx="321362" cy="321362"/>
          </a:xfrm>
        </p:grpSpPr>
        <p:sp>
          <p:nvSpPr>
            <p:cNvPr id="11710" name="Google Shape;1171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9"/>
          <p:cNvGrpSpPr/>
          <p:nvPr/>
        </p:nvGrpSpPr>
        <p:grpSpPr>
          <a:xfrm>
            <a:off x="7540479" y="2109164"/>
            <a:ext cx="327059" cy="360192"/>
            <a:chOff x="7562766" y="1514864"/>
            <a:chExt cx="327059" cy="360192"/>
          </a:xfrm>
        </p:grpSpPr>
        <p:sp>
          <p:nvSpPr>
            <p:cNvPr id="11715" name="Google Shape;1171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9"/>
          <p:cNvGrpSpPr/>
          <p:nvPr/>
        </p:nvGrpSpPr>
        <p:grpSpPr>
          <a:xfrm>
            <a:off x="6198941" y="2092973"/>
            <a:ext cx="361636" cy="362183"/>
            <a:chOff x="6259175" y="1559008"/>
            <a:chExt cx="271743" cy="272093"/>
          </a:xfrm>
        </p:grpSpPr>
        <p:sp>
          <p:nvSpPr>
            <p:cNvPr id="11720" name="Google Shape;1172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9"/>
          <p:cNvGrpSpPr/>
          <p:nvPr/>
        </p:nvGrpSpPr>
        <p:grpSpPr>
          <a:xfrm>
            <a:off x="6648799" y="2603604"/>
            <a:ext cx="332757" cy="281833"/>
            <a:chOff x="6671087" y="2009304"/>
            <a:chExt cx="332757" cy="281833"/>
          </a:xfrm>
        </p:grpSpPr>
        <p:sp>
          <p:nvSpPr>
            <p:cNvPr id="11738" name="Google Shape;1173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79"/>
          <p:cNvSpPr/>
          <p:nvPr/>
        </p:nvSpPr>
        <p:spPr>
          <a:xfrm>
            <a:off x="1723653" y="25614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79"/>
          <p:cNvGrpSpPr/>
          <p:nvPr/>
        </p:nvGrpSpPr>
        <p:grpSpPr>
          <a:xfrm>
            <a:off x="2179518" y="2570885"/>
            <a:ext cx="349784" cy="349434"/>
            <a:chOff x="2201806" y="1976585"/>
            <a:chExt cx="349784" cy="349434"/>
          </a:xfrm>
        </p:grpSpPr>
        <p:sp>
          <p:nvSpPr>
            <p:cNvPr id="11742" name="Google Shape;1174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79"/>
          <p:cNvGrpSpPr/>
          <p:nvPr/>
        </p:nvGrpSpPr>
        <p:grpSpPr>
          <a:xfrm>
            <a:off x="3071930" y="2570885"/>
            <a:ext cx="350198" cy="350548"/>
            <a:chOff x="3094217" y="1976585"/>
            <a:chExt cx="350198" cy="350548"/>
          </a:xfrm>
        </p:grpSpPr>
        <p:sp>
          <p:nvSpPr>
            <p:cNvPr id="11747" name="Google Shape;1174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0" name="Google Shape;11760;p79"/>
          <p:cNvSpPr/>
          <p:nvPr/>
        </p:nvSpPr>
        <p:spPr>
          <a:xfrm>
            <a:off x="1253752" y="25561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79"/>
          <p:cNvGrpSpPr/>
          <p:nvPr/>
        </p:nvGrpSpPr>
        <p:grpSpPr>
          <a:xfrm>
            <a:off x="3957148" y="2570885"/>
            <a:ext cx="345265" cy="349848"/>
            <a:chOff x="3979435" y="1976585"/>
            <a:chExt cx="345265" cy="349848"/>
          </a:xfrm>
        </p:grpSpPr>
        <p:sp>
          <p:nvSpPr>
            <p:cNvPr id="11762" name="Google Shape;1176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79"/>
          <p:cNvGrpSpPr/>
          <p:nvPr/>
        </p:nvGrpSpPr>
        <p:grpSpPr>
          <a:xfrm>
            <a:off x="3554339" y="2570121"/>
            <a:ext cx="284251" cy="351694"/>
            <a:chOff x="3576626" y="1975821"/>
            <a:chExt cx="284251" cy="351694"/>
          </a:xfrm>
        </p:grpSpPr>
        <p:sp>
          <p:nvSpPr>
            <p:cNvPr id="11780" name="Google Shape;11780;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9"/>
          <p:cNvGrpSpPr/>
          <p:nvPr/>
        </p:nvGrpSpPr>
        <p:grpSpPr>
          <a:xfrm>
            <a:off x="2699802" y="3484462"/>
            <a:ext cx="238770" cy="371841"/>
            <a:chOff x="2722090" y="2890162"/>
            <a:chExt cx="238770" cy="371841"/>
          </a:xfrm>
        </p:grpSpPr>
        <p:sp>
          <p:nvSpPr>
            <p:cNvPr id="11784" name="Google Shape;11784;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7" name="Google Shape;11787;p79"/>
          <p:cNvSpPr/>
          <p:nvPr/>
        </p:nvSpPr>
        <p:spPr>
          <a:xfrm>
            <a:off x="5753365" y="25636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79"/>
          <p:cNvGrpSpPr/>
          <p:nvPr/>
        </p:nvGrpSpPr>
        <p:grpSpPr>
          <a:xfrm>
            <a:off x="6194080" y="2564456"/>
            <a:ext cx="361147" cy="361147"/>
            <a:chOff x="6216367" y="1970156"/>
            <a:chExt cx="361147" cy="361147"/>
          </a:xfrm>
        </p:grpSpPr>
        <p:sp>
          <p:nvSpPr>
            <p:cNvPr id="11789" name="Google Shape;11789;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9"/>
          <p:cNvGrpSpPr/>
          <p:nvPr/>
        </p:nvGrpSpPr>
        <p:grpSpPr>
          <a:xfrm>
            <a:off x="1267024" y="3520522"/>
            <a:ext cx="408156" cy="299783"/>
            <a:chOff x="1289311" y="2926222"/>
            <a:chExt cx="408156" cy="299783"/>
          </a:xfrm>
        </p:grpSpPr>
        <p:sp>
          <p:nvSpPr>
            <p:cNvPr id="11794" name="Google Shape;11794;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9"/>
          <p:cNvGrpSpPr/>
          <p:nvPr/>
        </p:nvGrpSpPr>
        <p:grpSpPr>
          <a:xfrm>
            <a:off x="7956178" y="2563692"/>
            <a:ext cx="361147" cy="360797"/>
            <a:chOff x="7978465" y="1969392"/>
            <a:chExt cx="361147" cy="360797"/>
          </a:xfrm>
        </p:grpSpPr>
        <p:sp>
          <p:nvSpPr>
            <p:cNvPr id="11797" name="Google Shape;11797;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6" name="Google Shape;11806;p79"/>
          <p:cNvSpPr/>
          <p:nvPr/>
        </p:nvSpPr>
        <p:spPr>
          <a:xfrm>
            <a:off x="2184070" y="34849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7" name="Google Shape;11807;p79"/>
          <p:cNvGrpSpPr/>
          <p:nvPr/>
        </p:nvGrpSpPr>
        <p:grpSpPr>
          <a:xfrm>
            <a:off x="831974" y="3503113"/>
            <a:ext cx="377474" cy="335748"/>
            <a:chOff x="854261" y="2908813"/>
            <a:chExt cx="377474" cy="335748"/>
          </a:xfrm>
        </p:grpSpPr>
        <p:sp>
          <p:nvSpPr>
            <p:cNvPr id="11808"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9"/>
          <p:cNvGrpSpPr/>
          <p:nvPr/>
        </p:nvGrpSpPr>
        <p:grpSpPr>
          <a:xfrm>
            <a:off x="1727440" y="3489077"/>
            <a:ext cx="386927" cy="363438"/>
            <a:chOff x="1749728" y="2894777"/>
            <a:chExt cx="386927" cy="363438"/>
          </a:xfrm>
        </p:grpSpPr>
        <p:sp>
          <p:nvSpPr>
            <p:cNvPr id="11814" name="Google Shape;11814;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9"/>
          <p:cNvGrpSpPr/>
          <p:nvPr/>
        </p:nvGrpSpPr>
        <p:grpSpPr>
          <a:xfrm>
            <a:off x="7076625" y="2563692"/>
            <a:ext cx="359651" cy="361560"/>
            <a:chOff x="7098912" y="1969392"/>
            <a:chExt cx="359651" cy="361560"/>
          </a:xfrm>
        </p:grpSpPr>
        <p:sp>
          <p:nvSpPr>
            <p:cNvPr id="11822" name="Google Shape;11822;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79"/>
          <p:cNvSpPr/>
          <p:nvPr/>
        </p:nvSpPr>
        <p:spPr>
          <a:xfrm>
            <a:off x="3071930" y="34894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6" name="Google Shape;11836;p79"/>
          <p:cNvGrpSpPr/>
          <p:nvPr/>
        </p:nvGrpSpPr>
        <p:grpSpPr>
          <a:xfrm>
            <a:off x="5330441" y="2584539"/>
            <a:ext cx="327091" cy="322508"/>
            <a:chOff x="5352728" y="1990239"/>
            <a:chExt cx="327091" cy="322508"/>
          </a:xfrm>
        </p:grpSpPr>
        <p:sp>
          <p:nvSpPr>
            <p:cNvPr id="11837" name="Google Shape;11837;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79"/>
          <p:cNvGrpSpPr/>
          <p:nvPr/>
        </p:nvGrpSpPr>
        <p:grpSpPr>
          <a:xfrm>
            <a:off x="7516608" y="2564456"/>
            <a:ext cx="361147" cy="361529"/>
            <a:chOff x="7538896" y="1970156"/>
            <a:chExt cx="361147" cy="361529"/>
          </a:xfrm>
        </p:grpSpPr>
        <p:sp>
          <p:nvSpPr>
            <p:cNvPr id="11841" name="Google Shape;11841;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9"/>
          <p:cNvGrpSpPr/>
          <p:nvPr/>
        </p:nvGrpSpPr>
        <p:grpSpPr>
          <a:xfrm>
            <a:off x="4873812" y="2565220"/>
            <a:ext cx="358155" cy="358123"/>
            <a:chOff x="4896099" y="1970920"/>
            <a:chExt cx="358155" cy="358123"/>
          </a:xfrm>
        </p:grpSpPr>
        <p:sp>
          <p:nvSpPr>
            <p:cNvPr id="11848" name="Google Shape;11848;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79"/>
          <p:cNvGrpSpPr/>
          <p:nvPr/>
        </p:nvGrpSpPr>
        <p:grpSpPr>
          <a:xfrm>
            <a:off x="4026500" y="3571319"/>
            <a:ext cx="283488" cy="198604"/>
            <a:chOff x="4048787" y="2977019"/>
            <a:chExt cx="283488" cy="198604"/>
          </a:xfrm>
        </p:grpSpPr>
        <p:sp>
          <p:nvSpPr>
            <p:cNvPr id="11852" name="Google Shape;11852;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79"/>
          <p:cNvGrpSpPr/>
          <p:nvPr/>
        </p:nvGrpSpPr>
        <p:grpSpPr>
          <a:xfrm>
            <a:off x="4031815" y="3024491"/>
            <a:ext cx="218687" cy="349052"/>
            <a:chOff x="4054103" y="2430191"/>
            <a:chExt cx="218687" cy="349052"/>
          </a:xfrm>
        </p:grpSpPr>
        <p:sp>
          <p:nvSpPr>
            <p:cNvPr id="11859" name="Google Shape;11859;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79"/>
          <p:cNvGrpSpPr/>
          <p:nvPr/>
        </p:nvGrpSpPr>
        <p:grpSpPr>
          <a:xfrm>
            <a:off x="2162841" y="3021849"/>
            <a:ext cx="382758" cy="356595"/>
            <a:chOff x="2185128" y="2427549"/>
            <a:chExt cx="382758" cy="356595"/>
          </a:xfrm>
        </p:grpSpPr>
        <p:sp>
          <p:nvSpPr>
            <p:cNvPr id="11862" name="Google Shape;11862;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79"/>
          <p:cNvGrpSpPr/>
          <p:nvPr/>
        </p:nvGrpSpPr>
        <p:grpSpPr>
          <a:xfrm>
            <a:off x="3516814" y="3021849"/>
            <a:ext cx="355099" cy="355481"/>
            <a:chOff x="3539102" y="2427549"/>
            <a:chExt cx="355099" cy="355481"/>
          </a:xfrm>
        </p:grpSpPr>
        <p:sp>
          <p:nvSpPr>
            <p:cNvPr id="11867" name="Google Shape;11867;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9"/>
          <p:cNvGrpSpPr/>
          <p:nvPr/>
        </p:nvGrpSpPr>
        <p:grpSpPr>
          <a:xfrm>
            <a:off x="2634620" y="3033593"/>
            <a:ext cx="332757" cy="332343"/>
            <a:chOff x="2656907" y="2439293"/>
            <a:chExt cx="332757" cy="332343"/>
          </a:xfrm>
        </p:grpSpPr>
        <p:sp>
          <p:nvSpPr>
            <p:cNvPr id="11870" name="Google Shape;11870;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9"/>
          <p:cNvGrpSpPr/>
          <p:nvPr/>
        </p:nvGrpSpPr>
        <p:grpSpPr>
          <a:xfrm>
            <a:off x="1709235" y="3016916"/>
            <a:ext cx="399435" cy="365698"/>
            <a:chOff x="1731523" y="2422616"/>
            <a:chExt cx="399435" cy="365698"/>
          </a:xfrm>
        </p:grpSpPr>
        <p:sp>
          <p:nvSpPr>
            <p:cNvPr id="11878" name="Google Shape;11878;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79"/>
          <p:cNvGrpSpPr/>
          <p:nvPr/>
        </p:nvGrpSpPr>
        <p:grpSpPr>
          <a:xfrm>
            <a:off x="3074953" y="3027864"/>
            <a:ext cx="344883" cy="343387"/>
            <a:chOff x="3097241" y="2433564"/>
            <a:chExt cx="344883" cy="343387"/>
          </a:xfrm>
        </p:grpSpPr>
        <p:sp>
          <p:nvSpPr>
            <p:cNvPr id="11882" name="Google Shape;11882;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9"/>
          <p:cNvGrpSpPr/>
          <p:nvPr/>
        </p:nvGrpSpPr>
        <p:grpSpPr>
          <a:xfrm>
            <a:off x="1256012" y="3033593"/>
            <a:ext cx="410829" cy="332343"/>
            <a:chOff x="1278299" y="2439293"/>
            <a:chExt cx="410829" cy="332343"/>
          </a:xfrm>
        </p:grpSpPr>
        <p:sp>
          <p:nvSpPr>
            <p:cNvPr id="11892" name="Google Shape;11892;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2639171" y="2609301"/>
            <a:ext cx="322508" cy="273494"/>
            <a:chOff x="2661459" y="2015001"/>
            <a:chExt cx="322508" cy="273494"/>
          </a:xfrm>
        </p:grpSpPr>
        <p:sp>
          <p:nvSpPr>
            <p:cNvPr id="11901" name="Google Shape;11901;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79"/>
          <p:cNvGrpSpPr/>
          <p:nvPr/>
        </p:nvGrpSpPr>
        <p:grpSpPr>
          <a:xfrm>
            <a:off x="848651" y="3033593"/>
            <a:ext cx="331993" cy="331993"/>
            <a:chOff x="870939" y="2439293"/>
            <a:chExt cx="331993" cy="331993"/>
          </a:xfrm>
        </p:grpSpPr>
        <p:sp>
          <p:nvSpPr>
            <p:cNvPr id="11904" name="Google Shape;11904;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9"/>
          <p:cNvGrpSpPr/>
          <p:nvPr/>
        </p:nvGrpSpPr>
        <p:grpSpPr>
          <a:xfrm>
            <a:off x="6622669" y="3050653"/>
            <a:ext cx="371395" cy="278904"/>
            <a:chOff x="6644957" y="2456353"/>
            <a:chExt cx="371395" cy="278904"/>
          </a:xfrm>
        </p:grpSpPr>
        <p:sp>
          <p:nvSpPr>
            <p:cNvPr id="11921" name="Google Shape;11921;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9"/>
          <p:cNvGrpSpPr/>
          <p:nvPr/>
        </p:nvGrpSpPr>
        <p:grpSpPr>
          <a:xfrm>
            <a:off x="5366469" y="3008959"/>
            <a:ext cx="260349" cy="362292"/>
            <a:chOff x="5388757" y="2414659"/>
            <a:chExt cx="260349" cy="362292"/>
          </a:xfrm>
        </p:grpSpPr>
        <p:sp>
          <p:nvSpPr>
            <p:cNvPr id="11927" name="Google Shape;11927;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9"/>
          <p:cNvGrpSpPr/>
          <p:nvPr/>
        </p:nvGrpSpPr>
        <p:grpSpPr>
          <a:xfrm>
            <a:off x="3544854" y="3500057"/>
            <a:ext cx="348288" cy="340331"/>
            <a:chOff x="3567142" y="2905757"/>
            <a:chExt cx="348288" cy="340331"/>
          </a:xfrm>
        </p:grpSpPr>
        <p:sp>
          <p:nvSpPr>
            <p:cNvPr id="11948" name="Google Shape;11948;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79"/>
          <p:cNvGrpSpPr/>
          <p:nvPr/>
        </p:nvGrpSpPr>
        <p:grpSpPr>
          <a:xfrm>
            <a:off x="848651" y="2570121"/>
            <a:ext cx="332375" cy="350071"/>
            <a:chOff x="870939" y="1975821"/>
            <a:chExt cx="332375" cy="350071"/>
          </a:xfrm>
        </p:grpSpPr>
        <p:sp>
          <p:nvSpPr>
            <p:cNvPr id="11954" name="Google Shape;11954;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9"/>
          <p:cNvGrpSpPr/>
          <p:nvPr/>
        </p:nvGrpSpPr>
        <p:grpSpPr>
          <a:xfrm>
            <a:off x="7944815" y="3009341"/>
            <a:ext cx="355863" cy="361911"/>
            <a:chOff x="7967103" y="2415041"/>
            <a:chExt cx="355863" cy="361911"/>
          </a:xfrm>
        </p:grpSpPr>
        <p:sp>
          <p:nvSpPr>
            <p:cNvPr id="11959" name="Google Shape;11959;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79"/>
          <p:cNvGrpSpPr/>
          <p:nvPr/>
        </p:nvGrpSpPr>
        <p:grpSpPr>
          <a:xfrm>
            <a:off x="7507123" y="3008959"/>
            <a:ext cx="355863" cy="362292"/>
            <a:chOff x="7529411" y="2414659"/>
            <a:chExt cx="355863" cy="362292"/>
          </a:xfrm>
        </p:grpSpPr>
        <p:sp>
          <p:nvSpPr>
            <p:cNvPr id="11971" name="Google Shape;11971;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9"/>
          <p:cNvGrpSpPr/>
          <p:nvPr/>
        </p:nvGrpSpPr>
        <p:grpSpPr>
          <a:xfrm>
            <a:off x="5710907" y="3026018"/>
            <a:ext cx="446826" cy="327059"/>
            <a:chOff x="5733194" y="2431718"/>
            <a:chExt cx="446826" cy="327059"/>
          </a:xfrm>
        </p:grpSpPr>
        <p:sp>
          <p:nvSpPr>
            <p:cNvPr id="11984" name="Google Shape;11984;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5" name="Google Shape;11985;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6" name="Google Shape;11986;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grpSp>
      <p:grpSp>
        <p:nvGrpSpPr>
          <p:cNvPr id="11987" name="Google Shape;11987;p79"/>
          <p:cNvGrpSpPr/>
          <p:nvPr/>
        </p:nvGrpSpPr>
        <p:grpSpPr>
          <a:xfrm>
            <a:off x="4854492" y="3012364"/>
            <a:ext cx="407774" cy="356627"/>
            <a:chOff x="4876780" y="2418064"/>
            <a:chExt cx="407774" cy="356627"/>
          </a:xfrm>
        </p:grpSpPr>
        <p:sp>
          <p:nvSpPr>
            <p:cNvPr id="11988" name="Google Shape;11988;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7048585" y="3005171"/>
            <a:ext cx="398321" cy="371013"/>
            <a:chOff x="7070872" y="2410871"/>
            <a:chExt cx="398321" cy="371013"/>
          </a:xfrm>
        </p:grpSpPr>
        <p:sp>
          <p:nvSpPr>
            <p:cNvPr id="11997" name="Google Shape;11997;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79"/>
          <p:cNvSpPr/>
          <p:nvPr/>
        </p:nvSpPr>
        <p:spPr>
          <a:xfrm>
            <a:off x="6216041" y="30278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79"/>
          <p:cNvGrpSpPr/>
          <p:nvPr/>
        </p:nvGrpSpPr>
        <p:grpSpPr>
          <a:xfrm>
            <a:off x="5295972" y="3576411"/>
            <a:ext cx="371013" cy="220787"/>
            <a:chOff x="5318259" y="2982111"/>
            <a:chExt cx="371013" cy="220787"/>
          </a:xfrm>
        </p:grpSpPr>
        <p:sp>
          <p:nvSpPr>
            <p:cNvPr id="12003" name="Google Shape;12003;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1" name="Google Shape;12011;p79"/>
          <p:cNvGrpSpPr/>
          <p:nvPr/>
        </p:nvGrpSpPr>
        <p:grpSpPr>
          <a:xfrm>
            <a:off x="7051640" y="3500057"/>
            <a:ext cx="371395" cy="371809"/>
            <a:chOff x="7073928" y="2905757"/>
            <a:chExt cx="371395" cy="371809"/>
          </a:xfrm>
        </p:grpSpPr>
        <p:sp>
          <p:nvSpPr>
            <p:cNvPr id="12012" name="Google Shape;12012;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9"/>
          <p:cNvGrpSpPr/>
          <p:nvPr/>
        </p:nvGrpSpPr>
        <p:grpSpPr>
          <a:xfrm>
            <a:off x="6166040" y="3549708"/>
            <a:ext cx="371395" cy="272857"/>
            <a:chOff x="6188327" y="2955408"/>
            <a:chExt cx="371395" cy="272857"/>
          </a:xfrm>
        </p:grpSpPr>
        <p:sp>
          <p:nvSpPr>
            <p:cNvPr id="12016" name="Google Shape;12016;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79"/>
          <p:cNvGrpSpPr/>
          <p:nvPr/>
        </p:nvGrpSpPr>
        <p:grpSpPr>
          <a:xfrm>
            <a:off x="7499167" y="3500439"/>
            <a:ext cx="359651" cy="371013"/>
            <a:chOff x="7521454" y="2906139"/>
            <a:chExt cx="359651" cy="371013"/>
          </a:xfrm>
        </p:grpSpPr>
        <p:sp>
          <p:nvSpPr>
            <p:cNvPr id="12019" name="Google Shape;12019;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5760558" y="3500821"/>
            <a:ext cx="301661" cy="371013"/>
            <a:chOff x="5782845" y="2906521"/>
            <a:chExt cx="301661" cy="371013"/>
          </a:xfrm>
        </p:grpSpPr>
        <p:sp>
          <p:nvSpPr>
            <p:cNvPr id="12025" name="Google Shape;12025;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79"/>
          <p:cNvGrpSpPr/>
          <p:nvPr/>
        </p:nvGrpSpPr>
        <p:grpSpPr>
          <a:xfrm>
            <a:off x="6608251" y="3511802"/>
            <a:ext cx="371777" cy="349434"/>
            <a:chOff x="6630539" y="2917502"/>
            <a:chExt cx="371777" cy="349434"/>
          </a:xfrm>
        </p:grpSpPr>
        <p:sp>
          <p:nvSpPr>
            <p:cNvPr id="12029" name="Google Shape;12029;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9"/>
          <p:cNvGrpSpPr/>
          <p:nvPr/>
        </p:nvGrpSpPr>
        <p:grpSpPr>
          <a:xfrm>
            <a:off x="2149187" y="3963529"/>
            <a:ext cx="408156" cy="343737"/>
            <a:chOff x="2171474" y="3369229"/>
            <a:chExt cx="408156" cy="343737"/>
          </a:xfrm>
        </p:grpSpPr>
        <p:sp>
          <p:nvSpPr>
            <p:cNvPr id="12037" name="Google Shape;12037;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9"/>
          <p:cNvGrpSpPr/>
          <p:nvPr/>
        </p:nvGrpSpPr>
        <p:grpSpPr>
          <a:xfrm>
            <a:off x="4868910" y="3519408"/>
            <a:ext cx="334634" cy="334634"/>
            <a:chOff x="4891198" y="2925108"/>
            <a:chExt cx="334634" cy="334634"/>
          </a:xfrm>
        </p:grpSpPr>
        <p:sp>
          <p:nvSpPr>
            <p:cNvPr id="12042" name="Google Shape;12042;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79"/>
          <p:cNvGrpSpPr/>
          <p:nvPr/>
        </p:nvGrpSpPr>
        <p:grpSpPr>
          <a:xfrm>
            <a:off x="7953886" y="3519408"/>
            <a:ext cx="334666" cy="334634"/>
            <a:chOff x="7976174" y="2925108"/>
            <a:chExt cx="334666" cy="334634"/>
          </a:xfrm>
        </p:grpSpPr>
        <p:sp>
          <p:nvSpPr>
            <p:cNvPr id="12051" name="Google Shape;12051;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9"/>
          <p:cNvGrpSpPr/>
          <p:nvPr/>
        </p:nvGrpSpPr>
        <p:grpSpPr>
          <a:xfrm>
            <a:off x="3069670" y="3968431"/>
            <a:ext cx="354717" cy="332757"/>
            <a:chOff x="3091957" y="3374131"/>
            <a:chExt cx="354717" cy="332757"/>
          </a:xfrm>
        </p:grpSpPr>
        <p:sp>
          <p:nvSpPr>
            <p:cNvPr id="12061" name="Google Shape;12061;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9"/>
          <p:cNvGrpSpPr/>
          <p:nvPr/>
        </p:nvGrpSpPr>
        <p:grpSpPr>
          <a:xfrm>
            <a:off x="3965869" y="3974510"/>
            <a:ext cx="353954" cy="318880"/>
            <a:chOff x="3988156" y="3380210"/>
            <a:chExt cx="353954" cy="318880"/>
          </a:xfrm>
        </p:grpSpPr>
        <p:sp>
          <p:nvSpPr>
            <p:cNvPr id="12068" name="Google Shape;12068;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9"/>
          <p:cNvGrpSpPr/>
          <p:nvPr/>
        </p:nvGrpSpPr>
        <p:grpSpPr>
          <a:xfrm>
            <a:off x="3518724" y="3961620"/>
            <a:ext cx="348257" cy="346188"/>
            <a:chOff x="3541011" y="3367320"/>
            <a:chExt cx="348257" cy="346188"/>
          </a:xfrm>
        </p:grpSpPr>
        <p:sp>
          <p:nvSpPr>
            <p:cNvPr id="12074" name="Google Shape;12074;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9"/>
          <p:cNvGrpSpPr/>
          <p:nvPr/>
        </p:nvGrpSpPr>
        <p:grpSpPr>
          <a:xfrm>
            <a:off x="1292390" y="3952517"/>
            <a:ext cx="334666" cy="365348"/>
            <a:chOff x="1314678" y="3358217"/>
            <a:chExt cx="334666" cy="365348"/>
          </a:xfrm>
        </p:grpSpPr>
        <p:sp>
          <p:nvSpPr>
            <p:cNvPr id="12079" name="Google Shape;1207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9"/>
          <p:cNvGrpSpPr/>
          <p:nvPr/>
        </p:nvGrpSpPr>
        <p:grpSpPr>
          <a:xfrm>
            <a:off x="1726295" y="3966935"/>
            <a:ext cx="359269" cy="335780"/>
            <a:chOff x="1748582" y="3372635"/>
            <a:chExt cx="359269" cy="335780"/>
          </a:xfrm>
        </p:grpSpPr>
        <p:sp>
          <p:nvSpPr>
            <p:cNvPr id="12085" name="Google Shape;1208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6" name="Google Shape;12086;p79"/>
            <p:cNvGrpSpPr/>
            <p:nvPr/>
          </p:nvGrpSpPr>
          <p:grpSpPr>
            <a:xfrm>
              <a:off x="1748582" y="3372635"/>
              <a:ext cx="333520" cy="335780"/>
              <a:chOff x="1748582" y="3372635"/>
              <a:chExt cx="333520" cy="335780"/>
            </a:xfrm>
          </p:grpSpPr>
          <p:sp>
            <p:nvSpPr>
              <p:cNvPr id="12087" name="Google Shape;1208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0" name="Google Shape;12090;p79"/>
          <p:cNvGrpSpPr/>
          <p:nvPr/>
        </p:nvGrpSpPr>
        <p:grpSpPr>
          <a:xfrm>
            <a:off x="2618706" y="3952135"/>
            <a:ext cx="365348" cy="364966"/>
            <a:chOff x="2640993" y="3357835"/>
            <a:chExt cx="365348" cy="364966"/>
          </a:xfrm>
        </p:grpSpPr>
        <p:sp>
          <p:nvSpPr>
            <p:cNvPr id="12091" name="Google Shape;1209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9"/>
          <p:cNvGrpSpPr/>
          <p:nvPr/>
        </p:nvGrpSpPr>
        <p:grpSpPr>
          <a:xfrm>
            <a:off x="4863977" y="3960474"/>
            <a:ext cx="350548" cy="350198"/>
            <a:chOff x="4886264" y="3366174"/>
            <a:chExt cx="350548" cy="350198"/>
          </a:xfrm>
        </p:grpSpPr>
        <p:sp>
          <p:nvSpPr>
            <p:cNvPr id="12102" name="Google Shape;1210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9"/>
          <p:cNvGrpSpPr/>
          <p:nvPr/>
        </p:nvGrpSpPr>
        <p:grpSpPr>
          <a:xfrm>
            <a:off x="5309626" y="4008247"/>
            <a:ext cx="347143" cy="254684"/>
            <a:chOff x="5331913" y="3413947"/>
            <a:chExt cx="347143" cy="254684"/>
          </a:xfrm>
        </p:grpSpPr>
        <p:sp>
          <p:nvSpPr>
            <p:cNvPr id="12116"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9"/>
          <p:cNvGrpSpPr/>
          <p:nvPr/>
        </p:nvGrpSpPr>
        <p:grpSpPr>
          <a:xfrm>
            <a:off x="5754510" y="4004078"/>
            <a:ext cx="346379" cy="264518"/>
            <a:chOff x="5776798" y="3409778"/>
            <a:chExt cx="346379" cy="264518"/>
          </a:xfrm>
        </p:grpSpPr>
        <p:sp>
          <p:nvSpPr>
            <p:cNvPr id="12123" name="Google Shape;1212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79"/>
          <p:cNvGrpSpPr/>
          <p:nvPr/>
        </p:nvGrpSpPr>
        <p:grpSpPr>
          <a:xfrm>
            <a:off x="7085727" y="3990805"/>
            <a:ext cx="344883" cy="290299"/>
            <a:chOff x="7108015" y="3396505"/>
            <a:chExt cx="344883" cy="290299"/>
          </a:xfrm>
        </p:grpSpPr>
        <p:sp>
          <p:nvSpPr>
            <p:cNvPr id="12130" name="Google Shape;1213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7529466" y="3985108"/>
            <a:ext cx="344883" cy="301311"/>
            <a:chOff x="7551754" y="3390808"/>
            <a:chExt cx="344883" cy="301311"/>
          </a:xfrm>
        </p:grpSpPr>
        <p:sp>
          <p:nvSpPr>
            <p:cNvPr id="12135" name="Google Shape;1213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6684796" y="3981703"/>
            <a:ext cx="261145" cy="308504"/>
            <a:chOff x="6707084" y="3387403"/>
            <a:chExt cx="261145" cy="308504"/>
          </a:xfrm>
        </p:grpSpPr>
        <p:sp>
          <p:nvSpPr>
            <p:cNvPr id="12147" name="Google Shape;1214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9"/>
          <p:cNvGrpSpPr/>
          <p:nvPr/>
        </p:nvGrpSpPr>
        <p:grpSpPr>
          <a:xfrm>
            <a:off x="826690" y="4891937"/>
            <a:ext cx="377824" cy="324418"/>
            <a:chOff x="848978" y="4297637"/>
            <a:chExt cx="377824" cy="324418"/>
          </a:xfrm>
        </p:grpSpPr>
        <p:sp>
          <p:nvSpPr>
            <p:cNvPr id="12152"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79"/>
          <p:cNvGrpSpPr/>
          <p:nvPr/>
        </p:nvGrpSpPr>
        <p:grpSpPr>
          <a:xfrm>
            <a:off x="1731992" y="4880893"/>
            <a:ext cx="351439" cy="345965"/>
            <a:chOff x="1754279" y="4286593"/>
            <a:chExt cx="351439" cy="345965"/>
          </a:xfrm>
        </p:grpSpPr>
        <p:sp>
          <p:nvSpPr>
            <p:cNvPr id="12155" name="Google Shape;1215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9"/>
          <p:cNvGrpSpPr/>
          <p:nvPr/>
        </p:nvGrpSpPr>
        <p:grpSpPr>
          <a:xfrm>
            <a:off x="3973825" y="4885476"/>
            <a:ext cx="336512" cy="335048"/>
            <a:chOff x="3996113" y="4291176"/>
            <a:chExt cx="336512" cy="335048"/>
          </a:xfrm>
        </p:grpSpPr>
        <p:sp>
          <p:nvSpPr>
            <p:cNvPr id="12161" name="Google Shape;1216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4" name="Google Shape;12164;p79"/>
          <p:cNvSpPr/>
          <p:nvPr/>
        </p:nvSpPr>
        <p:spPr>
          <a:xfrm>
            <a:off x="1309450" y="49016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9"/>
          <p:cNvGrpSpPr/>
          <p:nvPr/>
        </p:nvGrpSpPr>
        <p:grpSpPr>
          <a:xfrm>
            <a:off x="2156793" y="4879811"/>
            <a:ext cx="397525" cy="348670"/>
            <a:chOff x="2179081" y="4285511"/>
            <a:chExt cx="397525" cy="348670"/>
          </a:xfrm>
        </p:grpSpPr>
        <p:sp>
          <p:nvSpPr>
            <p:cNvPr id="12166" name="Google Shape;1216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79"/>
          <p:cNvGrpSpPr/>
          <p:nvPr/>
        </p:nvGrpSpPr>
        <p:grpSpPr>
          <a:xfrm>
            <a:off x="3561914" y="4889296"/>
            <a:ext cx="267574" cy="329415"/>
            <a:chOff x="3584201" y="4294996"/>
            <a:chExt cx="267574" cy="329415"/>
          </a:xfrm>
        </p:grpSpPr>
        <p:sp>
          <p:nvSpPr>
            <p:cNvPr id="12169" name="Google Shape;1216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9"/>
          <p:cNvGrpSpPr/>
          <p:nvPr/>
        </p:nvGrpSpPr>
        <p:grpSpPr>
          <a:xfrm>
            <a:off x="3060567" y="4890028"/>
            <a:ext cx="375946" cy="327823"/>
            <a:chOff x="3082855" y="4295728"/>
            <a:chExt cx="375946" cy="327823"/>
          </a:xfrm>
        </p:grpSpPr>
        <p:sp>
          <p:nvSpPr>
            <p:cNvPr id="12174" name="Google Shape;1217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2726728" y="4885476"/>
            <a:ext cx="150831" cy="336926"/>
            <a:chOff x="2749016" y="4291176"/>
            <a:chExt cx="150831" cy="336926"/>
          </a:xfrm>
        </p:grpSpPr>
        <p:sp>
          <p:nvSpPr>
            <p:cNvPr id="12186" name="Google Shape;1218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79"/>
          <p:cNvGrpSpPr/>
          <p:nvPr/>
        </p:nvGrpSpPr>
        <p:grpSpPr>
          <a:xfrm>
            <a:off x="7105429" y="4873732"/>
            <a:ext cx="248254" cy="361942"/>
            <a:chOff x="7127716" y="4279432"/>
            <a:chExt cx="248254" cy="361942"/>
          </a:xfrm>
        </p:grpSpPr>
        <p:sp>
          <p:nvSpPr>
            <p:cNvPr id="1219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9"/>
          <p:cNvGrpSpPr/>
          <p:nvPr/>
        </p:nvGrpSpPr>
        <p:grpSpPr>
          <a:xfrm>
            <a:off x="7543120" y="4873732"/>
            <a:ext cx="248255" cy="361942"/>
            <a:chOff x="7565408" y="4279432"/>
            <a:chExt cx="248255" cy="361942"/>
          </a:xfrm>
        </p:grpSpPr>
        <p:sp>
          <p:nvSpPr>
            <p:cNvPr id="12201"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79"/>
          <p:cNvGrpSpPr/>
          <p:nvPr/>
        </p:nvGrpSpPr>
        <p:grpSpPr>
          <a:xfrm>
            <a:off x="6241821" y="4873732"/>
            <a:ext cx="225498" cy="361560"/>
            <a:chOff x="6264109" y="4279432"/>
            <a:chExt cx="225498" cy="361560"/>
          </a:xfrm>
        </p:grpSpPr>
        <p:sp>
          <p:nvSpPr>
            <p:cNvPr id="12210" name="Google Shape;1221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907291" y="4878665"/>
            <a:ext cx="395266" cy="351312"/>
            <a:chOff x="7929578" y="4284365"/>
            <a:chExt cx="395266" cy="351312"/>
          </a:xfrm>
        </p:grpSpPr>
        <p:sp>
          <p:nvSpPr>
            <p:cNvPr id="12213" name="Google Shape;1221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9"/>
          <p:cNvGrpSpPr/>
          <p:nvPr/>
        </p:nvGrpSpPr>
        <p:grpSpPr>
          <a:xfrm>
            <a:off x="6573215" y="4918077"/>
            <a:ext cx="426315" cy="332826"/>
            <a:chOff x="6639652" y="4323777"/>
            <a:chExt cx="426315" cy="332826"/>
          </a:xfrm>
        </p:grpSpPr>
        <p:sp>
          <p:nvSpPr>
            <p:cNvPr id="12218" name="Google Shape;1221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9"/>
          <p:cNvGrpSpPr/>
          <p:nvPr/>
        </p:nvGrpSpPr>
        <p:grpSpPr>
          <a:xfrm>
            <a:off x="5335374" y="4891937"/>
            <a:ext cx="287275" cy="326296"/>
            <a:chOff x="5357662" y="4297637"/>
            <a:chExt cx="287275" cy="326296"/>
          </a:xfrm>
        </p:grpSpPr>
        <p:sp>
          <p:nvSpPr>
            <p:cNvPr id="12229" name="Google Shape;1222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79"/>
          <p:cNvGrpSpPr/>
          <p:nvPr/>
        </p:nvGrpSpPr>
        <p:grpSpPr>
          <a:xfrm>
            <a:off x="5751837" y="4888850"/>
            <a:ext cx="331611" cy="331674"/>
            <a:chOff x="5774124" y="4294550"/>
            <a:chExt cx="331611" cy="331674"/>
          </a:xfrm>
        </p:grpSpPr>
        <p:sp>
          <p:nvSpPr>
            <p:cNvPr id="12235" name="Google Shape;1223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9"/>
          <p:cNvGrpSpPr/>
          <p:nvPr/>
        </p:nvGrpSpPr>
        <p:grpSpPr>
          <a:xfrm>
            <a:off x="4868146" y="4881689"/>
            <a:ext cx="345997" cy="346029"/>
            <a:chOff x="4890434" y="4287389"/>
            <a:chExt cx="345997" cy="346029"/>
          </a:xfrm>
        </p:grpSpPr>
        <p:sp>
          <p:nvSpPr>
            <p:cNvPr id="12238" name="Google Shape;1223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9"/>
          <p:cNvGrpSpPr/>
          <p:nvPr/>
        </p:nvGrpSpPr>
        <p:grpSpPr>
          <a:xfrm>
            <a:off x="2143521" y="4405359"/>
            <a:ext cx="422542" cy="342973"/>
            <a:chOff x="2165809" y="3811059"/>
            <a:chExt cx="422542" cy="342973"/>
          </a:xfrm>
        </p:grpSpPr>
        <p:sp>
          <p:nvSpPr>
            <p:cNvPr id="12246" name="Google Shape;1224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79"/>
          <p:cNvSpPr/>
          <p:nvPr/>
        </p:nvSpPr>
        <p:spPr>
          <a:xfrm>
            <a:off x="6195226" y="39919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79"/>
          <p:cNvGrpSpPr/>
          <p:nvPr/>
        </p:nvGrpSpPr>
        <p:grpSpPr>
          <a:xfrm>
            <a:off x="881243" y="4400425"/>
            <a:ext cx="264550" cy="353222"/>
            <a:chOff x="903530" y="3806125"/>
            <a:chExt cx="264550" cy="353222"/>
          </a:xfrm>
        </p:grpSpPr>
        <p:sp>
          <p:nvSpPr>
            <p:cNvPr id="12266" name="Google Shape;1226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79"/>
          <p:cNvGrpSpPr/>
          <p:nvPr/>
        </p:nvGrpSpPr>
        <p:grpSpPr>
          <a:xfrm>
            <a:off x="827804" y="3947234"/>
            <a:ext cx="369517" cy="375660"/>
            <a:chOff x="850092" y="3352934"/>
            <a:chExt cx="369517" cy="375660"/>
          </a:xfrm>
        </p:grpSpPr>
        <p:sp>
          <p:nvSpPr>
            <p:cNvPr id="12271" name="Google Shape;12271;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79"/>
          <p:cNvGrpSpPr/>
          <p:nvPr/>
        </p:nvGrpSpPr>
        <p:grpSpPr>
          <a:xfrm>
            <a:off x="2589170" y="4410674"/>
            <a:ext cx="426329" cy="332375"/>
            <a:chOff x="2611458" y="3816374"/>
            <a:chExt cx="426329" cy="332375"/>
          </a:xfrm>
        </p:grpSpPr>
        <p:sp>
          <p:nvSpPr>
            <p:cNvPr id="12277" name="Google Shape;12277;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9"/>
          <p:cNvSpPr/>
          <p:nvPr/>
        </p:nvSpPr>
        <p:spPr>
          <a:xfrm>
            <a:off x="1730464" y="43981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9"/>
          <p:cNvGrpSpPr/>
          <p:nvPr/>
        </p:nvGrpSpPr>
        <p:grpSpPr>
          <a:xfrm>
            <a:off x="3997696" y="4399693"/>
            <a:ext cx="293704" cy="353954"/>
            <a:chOff x="4019984" y="3805393"/>
            <a:chExt cx="293704" cy="353954"/>
          </a:xfrm>
        </p:grpSpPr>
        <p:sp>
          <p:nvSpPr>
            <p:cNvPr id="12289" name="Google Shape;12289;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9"/>
          <p:cNvGrpSpPr/>
          <p:nvPr/>
        </p:nvGrpSpPr>
        <p:grpSpPr>
          <a:xfrm>
            <a:off x="7984218" y="3984344"/>
            <a:ext cx="323654" cy="303189"/>
            <a:chOff x="8006505" y="3390044"/>
            <a:chExt cx="323654" cy="303189"/>
          </a:xfrm>
        </p:grpSpPr>
        <p:sp>
          <p:nvSpPr>
            <p:cNvPr id="12292" name="Google Shape;12292;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79"/>
          <p:cNvGrpSpPr/>
          <p:nvPr/>
        </p:nvGrpSpPr>
        <p:grpSpPr>
          <a:xfrm>
            <a:off x="1276859" y="4400807"/>
            <a:ext cx="367990" cy="351312"/>
            <a:chOff x="1299146" y="3806507"/>
            <a:chExt cx="367990" cy="351312"/>
          </a:xfrm>
        </p:grpSpPr>
        <p:sp>
          <p:nvSpPr>
            <p:cNvPr id="12299" name="Google Shape;12299;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1" name="Google Shape;12301;p79"/>
          <p:cNvSpPr/>
          <p:nvPr/>
        </p:nvSpPr>
        <p:spPr>
          <a:xfrm>
            <a:off x="3502428" y="43984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2" name="Google Shape;12302;p79"/>
          <p:cNvGrpSpPr/>
          <p:nvPr/>
        </p:nvGrpSpPr>
        <p:grpSpPr>
          <a:xfrm>
            <a:off x="3073457" y="4399693"/>
            <a:ext cx="352840" cy="354717"/>
            <a:chOff x="3095745" y="3805393"/>
            <a:chExt cx="352840" cy="354717"/>
          </a:xfrm>
        </p:grpSpPr>
        <p:sp>
          <p:nvSpPr>
            <p:cNvPr id="12303"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79"/>
          <p:cNvGrpSpPr/>
          <p:nvPr/>
        </p:nvGrpSpPr>
        <p:grpSpPr>
          <a:xfrm>
            <a:off x="7527971" y="4426970"/>
            <a:ext cx="371395" cy="301279"/>
            <a:chOff x="7550258" y="3832670"/>
            <a:chExt cx="371395" cy="301279"/>
          </a:xfrm>
        </p:grpSpPr>
        <p:sp>
          <p:nvSpPr>
            <p:cNvPr id="12310" name="Google Shape;1231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79"/>
          <p:cNvSpPr/>
          <p:nvPr/>
        </p:nvSpPr>
        <p:spPr>
          <a:xfrm>
            <a:off x="7092188" y="44030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79"/>
          <p:cNvGrpSpPr/>
          <p:nvPr/>
        </p:nvGrpSpPr>
        <p:grpSpPr>
          <a:xfrm>
            <a:off x="6637437" y="4402335"/>
            <a:ext cx="367608" cy="350548"/>
            <a:chOff x="6659725" y="3808035"/>
            <a:chExt cx="367608" cy="350548"/>
          </a:xfrm>
        </p:grpSpPr>
        <p:sp>
          <p:nvSpPr>
            <p:cNvPr id="12330" name="Google Shape;1233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79"/>
          <p:cNvGrpSpPr/>
          <p:nvPr/>
        </p:nvGrpSpPr>
        <p:grpSpPr>
          <a:xfrm>
            <a:off x="6197104" y="4411056"/>
            <a:ext cx="356627" cy="334252"/>
            <a:chOff x="6219391" y="3816756"/>
            <a:chExt cx="356627" cy="334252"/>
          </a:xfrm>
        </p:grpSpPr>
        <p:sp>
          <p:nvSpPr>
            <p:cNvPr id="12333" name="Google Shape;1233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5756388" y="4421272"/>
            <a:ext cx="349052" cy="313055"/>
            <a:chOff x="5778676" y="3826972"/>
            <a:chExt cx="349052" cy="313055"/>
          </a:xfrm>
        </p:grpSpPr>
        <p:sp>
          <p:nvSpPr>
            <p:cNvPr id="12338" name="Google Shape;1233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9"/>
          <p:cNvGrpSpPr/>
          <p:nvPr/>
        </p:nvGrpSpPr>
        <p:grpSpPr>
          <a:xfrm>
            <a:off x="5333496" y="4428847"/>
            <a:ext cx="299019" cy="297905"/>
            <a:chOff x="5355784" y="3834547"/>
            <a:chExt cx="299019" cy="297905"/>
          </a:xfrm>
        </p:grpSpPr>
        <p:sp>
          <p:nvSpPr>
            <p:cNvPr id="12344" name="Google Shape;1234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8014167" y="4401571"/>
            <a:ext cx="292176" cy="353985"/>
            <a:chOff x="8036455" y="3807271"/>
            <a:chExt cx="292176" cy="353985"/>
          </a:xfrm>
        </p:grpSpPr>
        <p:sp>
          <p:nvSpPr>
            <p:cNvPr id="12349" name="Google Shape;1234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9"/>
          <p:cNvGrpSpPr/>
          <p:nvPr/>
        </p:nvGrpSpPr>
        <p:grpSpPr>
          <a:xfrm>
            <a:off x="4852615" y="4403099"/>
            <a:ext cx="345615" cy="350835"/>
            <a:chOff x="4874902" y="3808799"/>
            <a:chExt cx="345615" cy="350835"/>
          </a:xfrm>
        </p:grpSpPr>
        <p:sp>
          <p:nvSpPr>
            <p:cNvPr id="12352" name="Google Shape;12352;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72"/>
        <p:cNvGrpSpPr/>
        <p:nvPr/>
      </p:nvGrpSpPr>
      <p:grpSpPr>
        <a:xfrm>
          <a:off x="0" y="0"/>
          <a:ext cx="0" cy="0"/>
          <a:chOff x="0" y="0"/>
          <a:chExt cx="0" cy="0"/>
        </a:xfrm>
      </p:grpSpPr>
      <p:sp>
        <p:nvSpPr>
          <p:cNvPr id="12373" name="Google Shape;12373;p80"/>
          <p:cNvSpPr txBox="1">
            <a:spLocks noGrp="1"/>
          </p:cNvSpPr>
          <p:nvPr>
            <p:ph type="title" idx="4294967295"/>
          </p:nvPr>
        </p:nvSpPr>
        <p:spPr>
          <a:xfrm>
            <a:off x="7880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2374" name="Google Shape;12374;p80"/>
          <p:cNvSpPr txBox="1">
            <a:spLocks noGrp="1"/>
          </p:cNvSpPr>
          <p:nvPr>
            <p:ph type="title" idx="4294967295"/>
          </p:nvPr>
        </p:nvSpPr>
        <p:spPr>
          <a:xfrm>
            <a:off x="48144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375" name="Google Shape;12375;p80"/>
          <p:cNvGrpSpPr/>
          <p:nvPr/>
        </p:nvGrpSpPr>
        <p:grpSpPr>
          <a:xfrm>
            <a:off x="2688117" y="4851931"/>
            <a:ext cx="342144" cy="362704"/>
            <a:chOff x="2704005" y="4258781"/>
            <a:chExt cx="342144" cy="362704"/>
          </a:xfrm>
        </p:grpSpPr>
        <p:sp>
          <p:nvSpPr>
            <p:cNvPr id="12376" name="Google Shape;12376;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0"/>
          <p:cNvGrpSpPr/>
          <p:nvPr/>
        </p:nvGrpSpPr>
        <p:grpSpPr>
          <a:xfrm>
            <a:off x="2141574" y="4851646"/>
            <a:ext cx="347435" cy="363370"/>
            <a:chOff x="2157462" y="4258496"/>
            <a:chExt cx="347435" cy="363370"/>
          </a:xfrm>
        </p:grpSpPr>
        <p:sp>
          <p:nvSpPr>
            <p:cNvPr id="12384" name="Google Shape;12384;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80"/>
          <p:cNvGrpSpPr/>
          <p:nvPr/>
        </p:nvGrpSpPr>
        <p:grpSpPr>
          <a:xfrm>
            <a:off x="3995076" y="4356931"/>
            <a:ext cx="343665" cy="363211"/>
            <a:chOff x="4010963" y="3763781"/>
            <a:chExt cx="343665" cy="363211"/>
          </a:xfrm>
        </p:grpSpPr>
        <p:sp>
          <p:nvSpPr>
            <p:cNvPr id="12388" name="Google Shape;12388;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80"/>
          <p:cNvGrpSpPr/>
          <p:nvPr/>
        </p:nvGrpSpPr>
        <p:grpSpPr>
          <a:xfrm>
            <a:off x="2198155" y="4403659"/>
            <a:ext cx="368153" cy="311193"/>
            <a:chOff x="2214042" y="3810509"/>
            <a:chExt cx="368153" cy="311193"/>
          </a:xfrm>
        </p:grpSpPr>
        <p:sp>
          <p:nvSpPr>
            <p:cNvPr id="12394" name="Google Shape;12394;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0"/>
          <p:cNvGrpSpPr/>
          <p:nvPr/>
        </p:nvGrpSpPr>
        <p:grpSpPr>
          <a:xfrm>
            <a:off x="1753051" y="4375369"/>
            <a:ext cx="367805" cy="367773"/>
            <a:chOff x="1768938" y="3782219"/>
            <a:chExt cx="367805" cy="367773"/>
          </a:xfrm>
        </p:grpSpPr>
        <p:sp>
          <p:nvSpPr>
            <p:cNvPr id="12397" name="Google Shape;12397;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80"/>
          <p:cNvGrpSpPr/>
          <p:nvPr/>
        </p:nvGrpSpPr>
        <p:grpSpPr>
          <a:xfrm>
            <a:off x="2665498" y="4391589"/>
            <a:ext cx="325544" cy="327413"/>
            <a:chOff x="2681385" y="3798439"/>
            <a:chExt cx="325544" cy="327413"/>
          </a:xfrm>
        </p:grpSpPr>
        <p:sp>
          <p:nvSpPr>
            <p:cNvPr id="12403" name="Google Shape;12403;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80"/>
          <p:cNvGrpSpPr/>
          <p:nvPr/>
        </p:nvGrpSpPr>
        <p:grpSpPr>
          <a:xfrm>
            <a:off x="6228041" y="4856652"/>
            <a:ext cx="274254" cy="350824"/>
            <a:chOff x="6243928" y="4263502"/>
            <a:chExt cx="274254" cy="350824"/>
          </a:xfrm>
        </p:grpSpPr>
        <p:sp>
          <p:nvSpPr>
            <p:cNvPr id="12411" name="Google Shape;12411;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80"/>
          <p:cNvGrpSpPr/>
          <p:nvPr/>
        </p:nvGrpSpPr>
        <p:grpSpPr>
          <a:xfrm>
            <a:off x="3544713" y="4356488"/>
            <a:ext cx="352345" cy="363655"/>
            <a:chOff x="3560600" y="3763338"/>
            <a:chExt cx="352345" cy="363655"/>
          </a:xfrm>
        </p:grpSpPr>
        <p:sp>
          <p:nvSpPr>
            <p:cNvPr id="12420" name="Google Shape;12420;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80"/>
          <p:cNvGrpSpPr/>
          <p:nvPr/>
        </p:nvGrpSpPr>
        <p:grpSpPr>
          <a:xfrm>
            <a:off x="5774668" y="4854402"/>
            <a:ext cx="279513" cy="356083"/>
            <a:chOff x="5790556" y="4261252"/>
            <a:chExt cx="279513" cy="356083"/>
          </a:xfrm>
        </p:grpSpPr>
        <p:sp>
          <p:nvSpPr>
            <p:cNvPr id="12424" name="Google Shape;12424;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5325446" y="4854402"/>
            <a:ext cx="278752" cy="356463"/>
            <a:chOff x="5341333" y="4261252"/>
            <a:chExt cx="278752" cy="356463"/>
          </a:xfrm>
        </p:grpSpPr>
        <p:sp>
          <p:nvSpPr>
            <p:cNvPr id="12432" name="Google Shape;12432;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0"/>
          <p:cNvSpPr/>
          <p:nvPr/>
        </p:nvSpPr>
        <p:spPr>
          <a:xfrm>
            <a:off x="1306458" y="442973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0"/>
          <p:cNvGrpSpPr/>
          <p:nvPr/>
        </p:nvGrpSpPr>
        <p:grpSpPr>
          <a:xfrm>
            <a:off x="3087758" y="4359226"/>
            <a:ext cx="360233" cy="362451"/>
            <a:chOff x="3107608" y="3763401"/>
            <a:chExt cx="360233" cy="362451"/>
          </a:xfrm>
        </p:grpSpPr>
        <p:sp>
          <p:nvSpPr>
            <p:cNvPr id="12441" name="Google Shape;12441;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80"/>
          <p:cNvGrpSpPr/>
          <p:nvPr/>
        </p:nvGrpSpPr>
        <p:grpSpPr>
          <a:xfrm>
            <a:off x="873455" y="4394377"/>
            <a:ext cx="351585" cy="339705"/>
            <a:chOff x="889343" y="3801227"/>
            <a:chExt cx="351585" cy="339705"/>
          </a:xfrm>
        </p:grpSpPr>
        <p:sp>
          <p:nvSpPr>
            <p:cNvPr id="12445" name="Google Shape;12445;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80"/>
          <p:cNvGrpSpPr/>
          <p:nvPr/>
        </p:nvGrpSpPr>
        <p:grpSpPr>
          <a:xfrm>
            <a:off x="4880722" y="4854022"/>
            <a:ext cx="278784" cy="355323"/>
            <a:chOff x="4896609" y="4260872"/>
            <a:chExt cx="278784" cy="355323"/>
          </a:xfrm>
        </p:grpSpPr>
        <p:sp>
          <p:nvSpPr>
            <p:cNvPr id="12451" name="Google Shape;12451;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0"/>
          <p:cNvGrpSpPr/>
          <p:nvPr/>
        </p:nvGrpSpPr>
        <p:grpSpPr>
          <a:xfrm>
            <a:off x="7582551" y="4859281"/>
            <a:ext cx="260283" cy="345914"/>
            <a:chOff x="7598438" y="4266131"/>
            <a:chExt cx="260283" cy="345914"/>
          </a:xfrm>
        </p:grpSpPr>
        <p:sp>
          <p:nvSpPr>
            <p:cNvPr id="12458" name="Google Shape;12458;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0"/>
          <p:cNvGrpSpPr/>
          <p:nvPr/>
        </p:nvGrpSpPr>
        <p:grpSpPr>
          <a:xfrm>
            <a:off x="1751181" y="3953296"/>
            <a:ext cx="286324" cy="348163"/>
            <a:chOff x="1767069" y="3360146"/>
            <a:chExt cx="286324" cy="348163"/>
          </a:xfrm>
        </p:grpSpPr>
        <p:sp>
          <p:nvSpPr>
            <p:cNvPr id="12466" name="Google Shape;12466;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80"/>
          <p:cNvGrpSpPr/>
          <p:nvPr/>
        </p:nvGrpSpPr>
        <p:grpSpPr>
          <a:xfrm>
            <a:off x="7134057" y="4859281"/>
            <a:ext cx="260283" cy="345914"/>
            <a:chOff x="7149944" y="4266131"/>
            <a:chExt cx="260283" cy="345914"/>
          </a:xfrm>
        </p:grpSpPr>
        <p:sp>
          <p:nvSpPr>
            <p:cNvPr id="12474" name="Google Shape;12474;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0"/>
          <p:cNvGrpSpPr/>
          <p:nvPr/>
        </p:nvGrpSpPr>
        <p:grpSpPr>
          <a:xfrm>
            <a:off x="6679164" y="4852501"/>
            <a:ext cx="270104" cy="360233"/>
            <a:chOff x="6695051" y="4259351"/>
            <a:chExt cx="270104" cy="360233"/>
          </a:xfrm>
        </p:grpSpPr>
        <p:sp>
          <p:nvSpPr>
            <p:cNvPr id="12481" name="Google Shape;12481;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8031773" y="4850601"/>
            <a:ext cx="277263" cy="362514"/>
            <a:chOff x="8047661" y="4257451"/>
            <a:chExt cx="277263" cy="362514"/>
          </a:xfrm>
        </p:grpSpPr>
        <p:sp>
          <p:nvSpPr>
            <p:cNvPr id="12486" name="Google Shape;12486;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80"/>
          <p:cNvGrpSpPr/>
          <p:nvPr/>
        </p:nvGrpSpPr>
        <p:grpSpPr>
          <a:xfrm>
            <a:off x="6232191" y="4377618"/>
            <a:ext cx="277263" cy="356115"/>
            <a:chOff x="6248078" y="3784468"/>
            <a:chExt cx="277263" cy="356115"/>
          </a:xfrm>
        </p:grpSpPr>
        <p:sp>
          <p:nvSpPr>
            <p:cNvPr id="12491" name="Google Shape;12491;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0"/>
          <p:cNvGrpSpPr/>
          <p:nvPr/>
        </p:nvGrpSpPr>
        <p:grpSpPr>
          <a:xfrm>
            <a:off x="5784837" y="4379139"/>
            <a:ext cx="277644" cy="354594"/>
            <a:chOff x="5800725" y="3785989"/>
            <a:chExt cx="277644" cy="354594"/>
          </a:xfrm>
        </p:grpSpPr>
        <p:sp>
          <p:nvSpPr>
            <p:cNvPr id="12497" name="Google Shape;12497;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80"/>
          <p:cNvGrpSpPr/>
          <p:nvPr/>
        </p:nvGrpSpPr>
        <p:grpSpPr>
          <a:xfrm>
            <a:off x="2190235" y="3953898"/>
            <a:ext cx="308183" cy="347561"/>
            <a:chOff x="2206122" y="3360748"/>
            <a:chExt cx="308183" cy="347561"/>
          </a:xfrm>
        </p:grpSpPr>
        <p:sp>
          <p:nvSpPr>
            <p:cNvPr id="12505" name="Google Shape;12505;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0"/>
          <p:cNvGrpSpPr/>
          <p:nvPr/>
        </p:nvGrpSpPr>
        <p:grpSpPr>
          <a:xfrm>
            <a:off x="5337516" y="4378759"/>
            <a:ext cx="277992" cy="354974"/>
            <a:chOff x="5353403" y="3785609"/>
            <a:chExt cx="277992" cy="354974"/>
          </a:xfrm>
        </p:grpSpPr>
        <p:sp>
          <p:nvSpPr>
            <p:cNvPr id="12511" name="Google Shape;12511;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80"/>
          <p:cNvGrpSpPr/>
          <p:nvPr/>
        </p:nvGrpSpPr>
        <p:grpSpPr>
          <a:xfrm>
            <a:off x="4880342" y="4379139"/>
            <a:ext cx="278784" cy="354594"/>
            <a:chOff x="4896229" y="3785989"/>
            <a:chExt cx="278784" cy="354594"/>
          </a:xfrm>
        </p:grpSpPr>
        <p:sp>
          <p:nvSpPr>
            <p:cNvPr id="12518" name="Google Shape;12518;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0"/>
          <p:cNvGrpSpPr/>
          <p:nvPr/>
        </p:nvGrpSpPr>
        <p:grpSpPr>
          <a:xfrm>
            <a:off x="7576500" y="4381008"/>
            <a:ext cx="273874" cy="351204"/>
            <a:chOff x="7592387" y="3787858"/>
            <a:chExt cx="273874" cy="351204"/>
          </a:xfrm>
        </p:grpSpPr>
        <p:sp>
          <p:nvSpPr>
            <p:cNvPr id="12525" name="Google Shape;12525;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7129907" y="4381008"/>
            <a:ext cx="274254" cy="350444"/>
            <a:chOff x="7145794" y="3787858"/>
            <a:chExt cx="274254" cy="350444"/>
          </a:xfrm>
        </p:grpSpPr>
        <p:sp>
          <p:nvSpPr>
            <p:cNvPr id="12530" name="Google Shape;12530;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8038172" y="4380248"/>
            <a:ext cx="266334" cy="353834"/>
            <a:chOff x="8054060" y="3787098"/>
            <a:chExt cx="266334" cy="353834"/>
          </a:xfrm>
        </p:grpSpPr>
        <p:sp>
          <p:nvSpPr>
            <p:cNvPr id="12537" name="Google Shape;12537;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6686324" y="4375749"/>
            <a:ext cx="270104" cy="361754"/>
            <a:chOff x="6702211" y="3782599"/>
            <a:chExt cx="270104" cy="361754"/>
          </a:xfrm>
        </p:grpSpPr>
        <p:sp>
          <p:nvSpPr>
            <p:cNvPr id="12542" name="Google Shape;12542;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80"/>
          <p:cNvGrpSpPr/>
          <p:nvPr/>
        </p:nvGrpSpPr>
        <p:grpSpPr>
          <a:xfrm>
            <a:off x="3500998" y="4031877"/>
            <a:ext cx="391854" cy="269922"/>
            <a:chOff x="3516850" y="3406526"/>
            <a:chExt cx="369674" cy="254644"/>
          </a:xfrm>
        </p:grpSpPr>
        <p:sp>
          <p:nvSpPr>
            <p:cNvPr id="12548" name="Google Shape;12548;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0"/>
          <p:cNvGrpSpPr/>
          <p:nvPr/>
        </p:nvGrpSpPr>
        <p:grpSpPr>
          <a:xfrm>
            <a:off x="1294768" y="3953677"/>
            <a:ext cx="306314" cy="347403"/>
            <a:chOff x="1310655" y="3360527"/>
            <a:chExt cx="306314" cy="347403"/>
          </a:xfrm>
        </p:grpSpPr>
        <p:sp>
          <p:nvSpPr>
            <p:cNvPr id="12553" name="Google Shape;12553;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0"/>
          <p:cNvGrpSpPr/>
          <p:nvPr/>
        </p:nvGrpSpPr>
        <p:grpSpPr>
          <a:xfrm>
            <a:off x="3103791" y="3953296"/>
            <a:ext cx="269343" cy="348543"/>
            <a:chOff x="3119678" y="3360146"/>
            <a:chExt cx="269343" cy="348543"/>
          </a:xfrm>
        </p:grpSpPr>
        <p:sp>
          <p:nvSpPr>
            <p:cNvPr id="12559" name="Google Shape;12559;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0"/>
          <p:cNvGrpSpPr/>
          <p:nvPr/>
        </p:nvGrpSpPr>
        <p:grpSpPr>
          <a:xfrm>
            <a:off x="3951326" y="3950097"/>
            <a:ext cx="368185" cy="354753"/>
            <a:chOff x="3967213" y="3356947"/>
            <a:chExt cx="368185" cy="354753"/>
          </a:xfrm>
        </p:grpSpPr>
        <p:sp>
          <p:nvSpPr>
            <p:cNvPr id="12567" name="Google Shape;12567;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80"/>
          <p:cNvGrpSpPr/>
          <p:nvPr/>
        </p:nvGrpSpPr>
        <p:grpSpPr>
          <a:xfrm>
            <a:off x="855366" y="3953296"/>
            <a:ext cx="285183" cy="347023"/>
            <a:chOff x="871254" y="3360146"/>
            <a:chExt cx="285183" cy="347023"/>
          </a:xfrm>
        </p:grpSpPr>
        <p:sp>
          <p:nvSpPr>
            <p:cNvPr id="12573" name="Google Shape;12573;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80"/>
          <p:cNvGrpSpPr/>
          <p:nvPr/>
        </p:nvGrpSpPr>
        <p:grpSpPr>
          <a:xfrm>
            <a:off x="2649278" y="3953296"/>
            <a:ext cx="281794" cy="349684"/>
            <a:chOff x="2665165" y="3360146"/>
            <a:chExt cx="281794" cy="349684"/>
          </a:xfrm>
        </p:grpSpPr>
        <p:sp>
          <p:nvSpPr>
            <p:cNvPr id="12578" name="Google Shape;12578;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80"/>
          <p:cNvGrpSpPr/>
          <p:nvPr/>
        </p:nvGrpSpPr>
        <p:grpSpPr>
          <a:xfrm>
            <a:off x="7140456" y="3940846"/>
            <a:ext cx="264465" cy="353074"/>
            <a:chOff x="7156344" y="3347696"/>
            <a:chExt cx="264465" cy="353074"/>
          </a:xfrm>
        </p:grpSpPr>
        <p:sp>
          <p:nvSpPr>
            <p:cNvPr id="12584" name="Google Shape;12584;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6687844" y="3940086"/>
            <a:ext cx="264813" cy="352693"/>
            <a:chOff x="6703732" y="3346936"/>
            <a:chExt cx="264813" cy="352693"/>
          </a:xfrm>
        </p:grpSpPr>
        <p:sp>
          <p:nvSpPr>
            <p:cNvPr id="12590" name="Google Shape;12590;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6236341" y="3940086"/>
            <a:ext cx="265193" cy="352693"/>
            <a:chOff x="6252228" y="3346936"/>
            <a:chExt cx="265193" cy="352693"/>
          </a:xfrm>
        </p:grpSpPr>
        <p:sp>
          <p:nvSpPr>
            <p:cNvPr id="12596" name="Google Shape;12596;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80"/>
          <p:cNvGrpSpPr/>
          <p:nvPr/>
        </p:nvGrpSpPr>
        <p:grpSpPr>
          <a:xfrm>
            <a:off x="5785218" y="3940846"/>
            <a:ext cx="264813" cy="351933"/>
            <a:chOff x="5801105" y="3347696"/>
            <a:chExt cx="264813" cy="351933"/>
          </a:xfrm>
        </p:grpSpPr>
        <p:sp>
          <p:nvSpPr>
            <p:cNvPr id="12600" name="Google Shape;12600;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0"/>
          <p:cNvGrpSpPr/>
          <p:nvPr/>
        </p:nvGrpSpPr>
        <p:grpSpPr>
          <a:xfrm>
            <a:off x="5333366" y="3940086"/>
            <a:ext cx="265922" cy="352693"/>
            <a:chOff x="5349253" y="3346936"/>
            <a:chExt cx="265922" cy="352693"/>
          </a:xfrm>
        </p:grpSpPr>
        <p:sp>
          <p:nvSpPr>
            <p:cNvPr id="12605" name="Google Shape;12605;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4891271" y="3940086"/>
            <a:ext cx="264845" cy="354214"/>
            <a:chOff x="4907159" y="3346936"/>
            <a:chExt cx="264845" cy="354214"/>
          </a:xfrm>
        </p:grpSpPr>
        <p:sp>
          <p:nvSpPr>
            <p:cNvPr id="12612" name="Google Shape;12612;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0"/>
          <p:cNvGrpSpPr/>
          <p:nvPr/>
        </p:nvGrpSpPr>
        <p:grpSpPr>
          <a:xfrm>
            <a:off x="8032533" y="3927636"/>
            <a:ext cx="276503" cy="369674"/>
            <a:chOff x="8048421" y="3334486"/>
            <a:chExt cx="276503" cy="369674"/>
          </a:xfrm>
        </p:grpSpPr>
        <p:sp>
          <p:nvSpPr>
            <p:cNvPr id="12615" name="Google Shape;12615;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80"/>
          <p:cNvGrpSpPr/>
          <p:nvPr/>
        </p:nvGrpSpPr>
        <p:grpSpPr>
          <a:xfrm>
            <a:off x="7559900" y="3923105"/>
            <a:ext cx="295384" cy="376834"/>
            <a:chOff x="7575787" y="3329955"/>
            <a:chExt cx="295384" cy="376834"/>
          </a:xfrm>
        </p:grpSpPr>
        <p:sp>
          <p:nvSpPr>
            <p:cNvPr id="12622" name="Google Shape;12622;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0"/>
          <p:cNvGrpSpPr/>
          <p:nvPr/>
        </p:nvGrpSpPr>
        <p:grpSpPr>
          <a:xfrm>
            <a:off x="848175" y="3477653"/>
            <a:ext cx="264084" cy="347783"/>
            <a:chOff x="864062" y="2884503"/>
            <a:chExt cx="264084" cy="347783"/>
          </a:xfrm>
        </p:grpSpPr>
        <p:sp>
          <p:nvSpPr>
            <p:cNvPr id="12629" name="Google Shape;12629;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80"/>
          <p:cNvGrpSpPr/>
          <p:nvPr/>
        </p:nvGrpSpPr>
        <p:grpSpPr>
          <a:xfrm>
            <a:off x="3962636" y="3477811"/>
            <a:ext cx="348955" cy="346516"/>
            <a:chOff x="3978523" y="2884661"/>
            <a:chExt cx="348955" cy="346516"/>
          </a:xfrm>
        </p:grpSpPr>
        <p:sp>
          <p:nvSpPr>
            <p:cNvPr id="12640" name="Google Shape;12640;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80"/>
          <p:cNvGrpSpPr/>
          <p:nvPr/>
        </p:nvGrpSpPr>
        <p:grpSpPr>
          <a:xfrm>
            <a:off x="3511892" y="3478413"/>
            <a:ext cx="347435" cy="345534"/>
            <a:chOff x="3527780" y="2885263"/>
            <a:chExt cx="347435" cy="345534"/>
          </a:xfrm>
        </p:grpSpPr>
        <p:sp>
          <p:nvSpPr>
            <p:cNvPr id="12649" name="Google Shape;12649;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80"/>
          <p:cNvGrpSpPr/>
          <p:nvPr/>
        </p:nvGrpSpPr>
        <p:grpSpPr>
          <a:xfrm>
            <a:off x="2223784" y="3477653"/>
            <a:ext cx="218053" cy="348543"/>
            <a:chOff x="2239671" y="2884503"/>
            <a:chExt cx="218053" cy="348543"/>
          </a:xfrm>
        </p:grpSpPr>
        <p:sp>
          <p:nvSpPr>
            <p:cNvPr id="12673" name="Google Shape;12673;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80"/>
          <p:cNvGrpSpPr/>
          <p:nvPr/>
        </p:nvGrpSpPr>
        <p:grpSpPr>
          <a:xfrm>
            <a:off x="2675667" y="3477653"/>
            <a:ext cx="215044" cy="348924"/>
            <a:chOff x="2691555" y="2884503"/>
            <a:chExt cx="215044" cy="348924"/>
          </a:xfrm>
        </p:grpSpPr>
        <p:sp>
          <p:nvSpPr>
            <p:cNvPr id="12679" name="Google Shape;12679;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0"/>
          <p:cNvGrpSpPr/>
          <p:nvPr/>
        </p:nvGrpSpPr>
        <p:grpSpPr>
          <a:xfrm>
            <a:off x="1754571" y="3477653"/>
            <a:ext cx="254644" cy="348828"/>
            <a:chOff x="1770459" y="2884503"/>
            <a:chExt cx="254644" cy="348828"/>
          </a:xfrm>
        </p:grpSpPr>
        <p:sp>
          <p:nvSpPr>
            <p:cNvPr id="12683" name="Google Shape;12683;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0"/>
          <p:cNvGrpSpPr/>
          <p:nvPr/>
        </p:nvGrpSpPr>
        <p:grpSpPr>
          <a:xfrm>
            <a:off x="1301579" y="3478033"/>
            <a:ext cx="258382" cy="348543"/>
            <a:chOff x="1317466" y="2884883"/>
            <a:chExt cx="258382" cy="348543"/>
          </a:xfrm>
        </p:grpSpPr>
        <p:sp>
          <p:nvSpPr>
            <p:cNvPr id="12692" name="Google Shape;12692;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80"/>
          <p:cNvGrpSpPr/>
          <p:nvPr/>
        </p:nvGrpSpPr>
        <p:grpSpPr>
          <a:xfrm>
            <a:off x="3105280" y="3478033"/>
            <a:ext cx="258414" cy="348543"/>
            <a:chOff x="3121167" y="2884883"/>
            <a:chExt cx="258414" cy="348543"/>
          </a:xfrm>
        </p:grpSpPr>
        <p:sp>
          <p:nvSpPr>
            <p:cNvPr id="12701" name="Google Shape;12701;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0"/>
          <p:cNvGrpSpPr/>
          <p:nvPr/>
        </p:nvGrpSpPr>
        <p:grpSpPr>
          <a:xfrm>
            <a:off x="4884112" y="3475245"/>
            <a:ext cx="271244" cy="346801"/>
            <a:chOff x="4899999" y="2882095"/>
            <a:chExt cx="271244" cy="346801"/>
          </a:xfrm>
        </p:grpSpPr>
        <p:sp>
          <p:nvSpPr>
            <p:cNvPr id="12710" name="Google Shape;12710;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80"/>
          <p:cNvGrpSpPr/>
          <p:nvPr/>
        </p:nvGrpSpPr>
        <p:grpSpPr>
          <a:xfrm>
            <a:off x="7146887" y="3474263"/>
            <a:ext cx="259523" cy="346294"/>
            <a:chOff x="7162775" y="2881113"/>
            <a:chExt cx="259523" cy="346294"/>
          </a:xfrm>
        </p:grpSpPr>
        <p:sp>
          <p:nvSpPr>
            <p:cNvPr id="12721" name="Google Shape;12721;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80"/>
          <p:cNvGrpSpPr/>
          <p:nvPr/>
        </p:nvGrpSpPr>
        <p:grpSpPr>
          <a:xfrm>
            <a:off x="6693863" y="3474992"/>
            <a:ext cx="261075" cy="347815"/>
            <a:chOff x="6709751" y="2881842"/>
            <a:chExt cx="261075" cy="347815"/>
          </a:xfrm>
        </p:grpSpPr>
        <p:sp>
          <p:nvSpPr>
            <p:cNvPr id="12728" name="Google Shape;12728;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80"/>
          <p:cNvGrpSpPr/>
          <p:nvPr/>
        </p:nvGrpSpPr>
        <p:grpSpPr>
          <a:xfrm>
            <a:off x="5791268" y="3474263"/>
            <a:ext cx="261043" cy="348163"/>
            <a:chOff x="5807156" y="2881113"/>
            <a:chExt cx="261043" cy="348163"/>
          </a:xfrm>
        </p:grpSpPr>
        <p:sp>
          <p:nvSpPr>
            <p:cNvPr id="12735" name="Google Shape;12735;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80"/>
          <p:cNvGrpSpPr/>
          <p:nvPr/>
        </p:nvGrpSpPr>
        <p:grpSpPr>
          <a:xfrm>
            <a:off x="5339765" y="3474643"/>
            <a:ext cx="262184" cy="346643"/>
            <a:chOff x="5355653" y="2881493"/>
            <a:chExt cx="262184" cy="346643"/>
          </a:xfrm>
        </p:grpSpPr>
        <p:sp>
          <p:nvSpPr>
            <p:cNvPr id="12741" name="Google Shape;12741;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8040073" y="3474992"/>
            <a:ext cx="260283" cy="345914"/>
            <a:chOff x="8055961" y="2881842"/>
            <a:chExt cx="260283" cy="345914"/>
          </a:xfrm>
        </p:grpSpPr>
        <p:sp>
          <p:nvSpPr>
            <p:cNvPr id="12747" name="Google Shape;12747;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0"/>
          <p:cNvGrpSpPr/>
          <p:nvPr/>
        </p:nvGrpSpPr>
        <p:grpSpPr>
          <a:xfrm>
            <a:off x="7593480" y="3487062"/>
            <a:ext cx="264813" cy="353105"/>
            <a:chOff x="7609368" y="2893912"/>
            <a:chExt cx="264813" cy="353105"/>
          </a:xfrm>
        </p:grpSpPr>
        <p:sp>
          <p:nvSpPr>
            <p:cNvPr id="12752" name="Google Shape;12752;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6232571" y="3462922"/>
            <a:ext cx="270864" cy="360645"/>
            <a:chOff x="6248458" y="2869772"/>
            <a:chExt cx="270864" cy="360645"/>
          </a:xfrm>
        </p:grpSpPr>
        <p:sp>
          <p:nvSpPr>
            <p:cNvPr id="12759" name="Google Shape;12759;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0"/>
          <p:cNvGrpSpPr/>
          <p:nvPr/>
        </p:nvGrpSpPr>
        <p:grpSpPr>
          <a:xfrm>
            <a:off x="3060041" y="3038948"/>
            <a:ext cx="363243" cy="300675"/>
            <a:chOff x="3075928" y="2445798"/>
            <a:chExt cx="363243" cy="300675"/>
          </a:xfrm>
        </p:grpSpPr>
        <p:sp>
          <p:nvSpPr>
            <p:cNvPr id="12765" name="Google Shape;12765;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2617218" y="3025009"/>
            <a:ext cx="363243" cy="328585"/>
            <a:chOff x="2633105" y="2431859"/>
            <a:chExt cx="363243" cy="328585"/>
          </a:xfrm>
        </p:grpSpPr>
        <p:sp>
          <p:nvSpPr>
            <p:cNvPr id="12777" name="Google Shape;12777;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80"/>
          <p:cNvGrpSpPr/>
          <p:nvPr/>
        </p:nvGrpSpPr>
        <p:grpSpPr>
          <a:xfrm>
            <a:off x="2173254" y="3014460"/>
            <a:ext cx="365904" cy="350064"/>
            <a:chOff x="2189142" y="2421310"/>
            <a:chExt cx="365904" cy="350064"/>
          </a:xfrm>
        </p:grpSpPr>
        <p:sp>
          <p:nvSpPr>
            <p:cNvPr id="12786" name="Google Shape;12786;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5" name="Google Shape;12795;p80"/>
          <p:cNvSpPr/>
          <p:nvPr/>
        </p:nvSpPr>
        <p:spPr>
          <a:xfrm>
            <a:off x="3502864" y="300840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80"/>
          <p:cNvGrpSpPr/>
          <p:nvPr/>
        </p:nvGrpSpPr>
        <p:grpSpPr>
          <a:xfrm>
            <a:off x="3946035" y="3079467"/>
            <a:ext cx="364415" cy="220936"/>
            <a:chOff x="3961923" y="2486317"/>
            <a:chExt cx="364415" cy="220936"/>
          </a:xfrm>
        </p:grpSpPr>
        <p:sp>
          <p:nvSpPr>
            <p:cNvPr id="12797" name="Google Shape;12797;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80"/>
          <p:cNvSpPr/>
          <p:nvPr/>
        </p:nvSpPr>
        <p:spPr>
          <a:xfrm>
            <a:off x="1731952" y="300730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80"/>
          <p:cNvGrpSpPr/>
          <p:nvPr/>
        </p:nvGrpSpPr>
        <p:grpSpPr>
          <a:xfrm>
            <a:off x="1287988" y="3012527"/>
            <a:ext cx="363275" cy="354626"/>
            <a:chOff x="1303876" y="2419377"/>
            <a:chExt cx="363275" cy="354626"/>
          </a:xfrm>
        </p:grpSpPr>
        <p:sp>
          <p:nvSpPr>
            <p:cNvPr id="12803" name="Google Shape;12803;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0"/>
          <p:cNvGrpSpPr/>
          <p:nvPr/>
        </p:nvGrpSpPr>
        <p:grpSpPr>
          <a:xfrm>
            <a:off x="845165" y="3008060"/>
            <a:ext cx="362134" cy="363623"/>
            <a:chOff x="861053" y="2414910"/>
            <a:chExt cx="362134" cy="363623"/>
          </a:xfrm>
        </p:grpSpPr>
        <p:sp>
          <p:nvSpPr>
            <p:cNvPr id="12812" name="Google Shape;12812;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80"/>
          <p:cNvGrpSpPr/>
          <p:nvPr/>
        </p:nvGrpSpPr>
        <p:grpSpPr>
          <a:xfrm>
            <a:off x="7578401" y="3008409"/>
            <a:ext cx="279513" cy="355735"/>
            <a:chOff x="7594288" y="2415259"/>
            <a:chExt cx="279513" cy="355735"/>
          </a:xfrm>
        </p:grpSpPr>
        <p:sp>
          <p:nvSpPr>
            <p:cNvPr id="12818" name="Google Shape;12818;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80"/>
          <p:cNvGrpSpPr/>
          <p:nvPr/>
        </p:nvGrpSpPr>
        <p:grpSpPr>
          <a:xfrm>
            <a:off x="7129907" y="3008789"/>
            <a:ext cx="278784" cy="355735"/>
            <a:chOff x="7145794" y="2415639"/>
            <a:chExt cx="278784" cy="355735"/>
          </a:xfrm>
        </p:grpSpPr>
        <p:sp>
          <p:nvSpPr>
            <p:cNvPr id="12825" name="Google Shape;12825;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80"/>
          <p:cNvGrpSpPr/>
          <p:nvPr/>
        </p:nvGrpSpPr>
        <p:grpSpPr>
          <a:xfrm>
            <a:off x="6682554" y="3007680"/>
            <a:ext cx="277644" cy="357984"/>
            <a:chOff x="6698441" y="2414530"/>
            <a:chExt cx="277644" cy="357984"/>
          </a:xfrm>
        </p:grpSpPr>
        <p:sp>
          <p:nvSpPr>
            <p:cNvPr id="12836" name="Google Shape;12836;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80"/>
          <p:cNvGrpSpPr/>
          <p:nvPr/>
        </p:nvGrpSpPr>
        <p:grpSpPr>
          <a:xfrm>
            <a:off x="4881862" y="3008789"/>
            <a:ext cx="279513" cy="357255"/>
            <a:chOff x="4897750" y="2415639"/>
            <a:chExt cx="279513" cy="357255"/>
          </a:xfrm>
        </p:grpSpPr>
        <p:sp>
          <p:nvSpPr>
            <p:cNvPr id="12843" name="Google Shape;12843;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80"/>
          <p:cNvGrpSpPr/>
          <p:nvPr/>
        </p:nvGrpSpPr>
        <p:grpSpPr>
          <a:xfrm>
            <a:off x="5796179" y="3009169"/>
            <a:ext cx="264813" cy="353454"/>
            <a:chOff x="5812066" y="2416019"/>
            <a:chExt cx="264813" cy="353454"/>
          </a:xfrm>
        </p:grpSpPr>
        <p:sp>
          <p:nvSpPr>
            <p:cNvPr id="12852" name="Google Shape;12852;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0"/>
          <p:cNvGrpSpPr/>
          <p:nvPr/>
        </p:nvGrpSpPr>
        <p:grpSpPr>
          <a:xfrm>
            <a:off x="8038933" y="3009549"/>
            <a:ext cx="264433" cy="353454"/>
            <a:chOff x="8054820" y="2416399"/>
            <a:chExt cx="264433" cy="353454"/>
          </a:xfrm>
        </p:grpSpPr>
        <p:sp>
          <p:nvSpPr>
            <p:cNvPr id="12860" name="Google Shape;12860;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80"/>
          <p:cNvGrpSpPr/>
          <p:nvPr/>
        </p:nvGrpSpPr>
        <p:grpSpPr>
          <a:xfrm>
            <a:off x="5340525" y="3006540"/>
            <a:ext cx="271212" cy="361374"/>
            <a:chOff x="5356413" y="2413390"/>
            <a:chExt cx="271212" cy="361374"/>
          </a:xfrm>
        </p:grpSpPr>
        <p:sp>
          <p:nvSpPr>
            <p:cNvPr id="12867" name="Google Shape;12867;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0"/>
          <p:cNvGrpSpPr/>
          <p:nvPr/>
        </p:nvGrpSpPr>
        <p:grpSpPr>
          <a:xfrm>
            <a:off x="6239350" y="3005399"/>
            <a:ext cx="271244" cy="360994"/>
            <a:chOff x="6255238" y="2412249"/>
            <a:chExt cx="271244" cy="360994"/>
          </a:xfrm>
        </p:grpSpPr>
        <p:sp>
          <p:nvSpPr>
            <p:cNvPr id="12873" name="Google Shape;12873;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9" name="Google Shape;12879;p80"/>
          <p:cNvGrpSpPr/>
          <p:nvPr/>
        </p:nvGrpSpPr>
        <p:grpSpPr>
          <a:xfrm>
            <a:off x="2169484" y="2550949"/>
            <a:ext cx="366664" cy="366981"/>
            <a:chOff x="2185372" y="1957799"/>
            <a:chExt cx="366664" cy="366981"/>
          </a:xfrm>
        </p:grpSpPr>
        <p:sp>
          <p:nvSpPr>
            <p:cNvPr id="12880" name="Google Shape;12880;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0"/>
          <p:cNvGrpSpPr/>
          <p:nvPr/>
        </p:nvGrpSpPr>
        <p:grpSpPr>
          <a:xfrm>
            <a:off x="1721371" y="2581521"/>
            <a:ext cx="370814" cy="307359"/>
            <a:chOff x="1737258" y="1988371"/>
            <a:chExt cx="370814" cy="307359"/>
          </a:xfrm>
        </p:grpSpPr>
        <p:sp>
          <p:nvSpPr>
            <p:cNvPr id="12889" name="Google Shape;12889;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0"/>
          <p:cNvGrpSpPr/>
          <p:nvPr/>
        </p:nvGrpSpPr>
        <p:grpSpPr>
          <a:xfrm>
            <a:off x="833095" y="2582661"/>
            <a:ext cx="369294" cy="304350"/>
            <a:chOff x="848983" y="1989511"/>
            <a:chExt cx="369294" cy="304350"/>
          </a:xfrm>
        </p:grpSpPr>
        <p:sp>
          <p:nvSpPr>
            <p:cNvPr id="12894" name="Google Shape;12894;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80"/>
          <p:cNvGrpSpPr/>
          <p:nvPr/>
        </p:nvGrpSpPr>
        <p:grpSpPr>
          <a:xfrm>
            <a:off x="3058140" y="2576927"/>
            <a:ext cx="380604" cy="313854"/>
            <a:chOff x="3074027" y="1983777"/>
            <a:chExt cx="380604" cy="313854"/>
          </a:xfrm>
        </p:grpSpPr>
        <p:sp>
          <p:nvSpPr>
            <p:cNvPr id="12900" name="Google Shape;12900;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3506634" y="2569007"/>
            <a:ext cx="367013" cy="331278"/>
            <a:chOff x="3522521" y="1975857"/>
            <a:chExt cx="367013" cy="331278"/>
          </a:xfrm>
        </p:grpSpPr>
        <p:sp>
          <p:nvSpPr>
            <p:cNvPr id="12906" name="Google Shape;12906;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80"/>
          <p:cNvGrpSpPr/>
          <p:nvPr/>
        </p:nvGrpSpPr>
        <p:grpSpPr>
          <a:xfrm>
            <a:off x="2614937" y="2570116"/>
            <a:ext cx="368185" cy="330454"/>
            <a:chOff x="2630824" y="1976966"/>
            <a:chExt cx="368185" cy="330454"/>
          </a:xfrm>
        </p:grpSpPr>
        <p:sp>
          <p:nvSpPr>
            <p:cNvPr id="12914" name="Google Shape;12914;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80"/>
          <p:cNvGrpSpPr/>
          <p:nvPr/>
        </p:nvGrpSpPr>
        <p:grpSpPr>
          <a:xfrm>
            <a:off x="1277819" y="2559566"/>
            <a:ext cx="369294" cy="350444"/>
            <a:chOff x="1293706" y="1966416"/>
            <a:chExt cx="369294" cy="350444"/>
          </a:xfrm>
        </p:grpSpPr>
        <p:sp>
          <p:nvSpPr>
            <p:cNvPr id="12923" name="Google Shape;12923;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0"/>
          <p:cNvGrpSpPr/>
          <p:nvPr/>
        </p:nvGrpSpPr>
        <p:grpSpPr>
          <a:xfrm>
            <a:off x="3951326" y="2568627"/>
            <a:ext cx="368185" cy="331816"/>
            <a:chOff x="3967213" y="1975477"/>
            <a:chExt cx="368185" cy="331816"/>
          </a:xfrm>
        </p:grpSpPr>
        <p:sp>
          <p:nvSpPr>
            <p:cNvPr id="12932" name="Google Shape;12932;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80"/>
          <p:cNvGrpSpPr/>
          <p:nvPr/>
        </p:nvGrpSpPr>
        <p:grpSpPr>
          <a:xfrm>
            <a:off x="8031773" y="2562196"/>
            <a:ext cx="279132" cy="356875"/>
            <a:chOff x="8047661" y="1969046"/>
            <a:chExt cx="279132" cy="356875"/>
          </a:xfrm>
        </p:grpSpPr>
        <p:sp>
          <p:nvSpPr>
            <p:cNvPr id="12936" name="Google Shape;12936;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80"/>
          <p:cNvGrpSpPr/>
          <p:nvPr/>
        </p:nvGrpSpPr>
        <p:grpSpPr>
          <a:xfrm>
            <a:off x="7580270" y="2561309"/>
            <a:ext cx="279544" cy="358142"/>
            <a:chOff x="7596157" y="1968159"/>
            <a:chExt cx="279544" cy="358142"/>
          </a:xfrm>
        </p:grpSpPr>
        <p:sp>
          <p:nvSpPr>
            <p:cNvPr id="12941" name="Google Shape;12941;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7131427" y="2562196"/>
            <a:ext cx="279513" cy="357636"/>
            <a:chOff x="7147315" y="1969046"/>
            <a:chExt cx="279513" cy="357636"/>
          </a:xfrm>
        </p:grpSpPr>
        <p:sp>
          <p:nvSpPr>
            <p:cNvPr id="12948" name="Google Shape;12948;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80"/>
          <p:cNvGrpSpPr/>
          <p:nvPr/>
        </p:nvGrpSpPr>
        <p:grpSpPr>
          <a:xfrm>
            <a:off x="6681793" y="2561467"/>
            <a:ext cx="280305" cy="359093"/>
            <a:chOff x="6697681" y="1968317"/>
            <a:chExt cx="280305" cy="359093"/>
          </a:xfrm>
        </p:grpSpPr>
        <p:sp>
          <p:nvSpPr>
            <p:cNvPr id="12956" name="Google Shape;12956;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0"/>
          <p:cNvGrpSpPr/>
          <p:nvPr/>
        </p:nvGrpSpPr>
        <p:grpSpPr>
          <a:xfrm>
            <a:off x="6232951" y="2561087"/>
            <a:ext cx="280273" cy="358744"/>
            <a:chOff x="6248839" y="1967937"/>
            <a:chExt cx="280273" cy="358744"/>
          </a:xfrm>
        </p:grpSpPr>
        <p:sp>
          <p:nvSpPr>
            <p:cNvPr id="12964" name="Google Shape;12964;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0"/>
          <p:cNvGrpSpPr/>
          <p:nvPr/>
        </p:nvGrpSpPr>
        <p:grpSpPr>
          <a:xfrm>
            <a:off x="5785598" y="2562196"/>
            <a:ext cx="279164" cy="357794"/>
            <a:chOff x="5801485" y="1969046"/>
            <a:chExt cx="279164" cy="357794"/>
          </a:xfrm>
        </p:grpSpPr>
        <p:sp>
          <p:nvSpPr>
            <p:cNvPr id="12971" name="Google Shape;12971;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80"/>
          <p:cNvGrpSpPr/>
          <p:nvPr/>
        </p:nvGrpSpPr>
        <p:grpSpPr>
          <a:xfrm>
            <a:off x="5336756" y="2562196"/>
            <a:ext cx="278404" cy="358364"/>
            <a:chOff x="5352643" y="1969046"/>
            <a:chExt cx="278404" cy="358364"/>
          </a:xfrm>
        </p:grpSpPr>
        <p:sp>
          <p:nvSpPr>
            <p:cNvPr id="12985" name="Google Shape;12985;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0"/>
          <p:cNvGrpSpPr/>
          <p:nvPr/>
        </p:nvGrpSpPr>
        <p:grpSpPr>
          <a:xfrm>
            <a:off x="4881862" y="2561467"/>
            <a:ext cx="279132" cy="358364"/>
            <a:chOff x="4897750" y="1968317"/>
            <a:chExt cx="279132" cy="358364"/>
          </a:xfrm>
        </p:grpSpPr>
        <p:sp>
          <p:nvSpPr>
            <p:cNvPr id="12990" name="Google Shape;12990;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3" name="Google Shape;13003;p80"/>
          <p:cNvSpPr/>
          <p:nvPr/>
        </p:nvSpPr>
        <p:spPr>
          <a:xfrm>
            <a:off x="856475" y="210619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0"/>
          <p:cNvGrpSpPr/>
          <p:nvPr/>
        </p:nvGrpSpPr>
        <p:grpSpPr>
          <a:xfrm>
            <a:off x="1751562" y="2106194"/>
            <a:ext cx="324403" cy="347783"/>
            <a:chOff x="1767449" y="1513044"/>
            <a:chExt cx="324403" cy="347783"/>
          </a:xfrm>
        </p:grpSpPr>
        <p:sp>
          <p:nvSpPr>
            <p:cNvPr id="13005" name="Google Shape;13005;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80"/>
          <p:cNvGrpSpPr/>
          <p:nvPr/>
        </p:nvGrpSpPr>
        <p:grpSpPr>
          <a:xfrm>
            <a:off x="3991306" y="2105877"/>
            <a:ext cx="320633" cy="348100"/>
            <a:chOff x="4007193" y="1512727"/>
            <a:chExt cx="320633" cy="348100"/>
          </a:xfrm>
        </p:grpSpPr>
        <p:sp>
          <p:nvSpPr>
            <p:cNvPr id="13015" name="Google Shape;13015;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80"/>
          <p:cNvGrpSpPr/>
          <p:nvPr/>
        </p:nvGrpSpPr>
        <p:grpSpPr>
          <a:xfrm>
            <a:off x="3514537" y="2101897"/>
            <a:ext cx="368175" cy="344594"/>
            <a:chOff x="3530425" y="1508747"/>
            <a:chExt cx="368175" cy="344594"/>
          </a:xfrm>
        </p:grpSpPr>
        <p:sp>
          <p:nvSpPr>
            <p:cNvPr id="13021" name="Google Shape;13021;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0"/>
          <p:cNvGrpSpPr/>
          <p:nvPr/>
        </p:nvGrpSpPr>
        <p:grpSpPr>
          <a:xfrm>
            <a:off x="3111711" y="2106384"/>
            <a:ext cx="289714" cy="347593"/>
            <a:chOff x="3127598" y="1513234"/>
            <a:chExt cx="289714" cy="347593"/>
          </a:xfrm>
        </p:grpSpPr>
        <p:sp>
          <p:nvSpPr>
            <p:cNvPr id="13026" name="Google Shape;13026;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1" name="Google Shape;13031;p80"/>
          <p:cNvGrpSpPr/>
          <p:nvPr/>
        </p:nvGrpSpPr>
        <p:grpSpPr>
          <a:xfrm>
            <a:off x="2646997" y="2106194"/>
            <a:ext cx="322914" cy="348543"/>
            <a:chOff x="2662884" y="1513044"/>
            <a:chExt cx="322914" cy="348543"/>
          </a:xfrm>
        </p:grpSpPr>
        <p:sp>
          <p:nvSpPr>
            <p:cNvPr id="13032" name="Google Shape;13032;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80"/>
          <p:cNvGrpSpPr/>
          <p:nvPr/>
        </p:nvGrpSpPr>
        <p:grpSpPr>
          <a:xfrm>
            <a:off x="2216624" y="2105909"/>
            <a:ext cx="299534" cy="348068"/>
            <a:chOff x="2232511" y="1512759"/>
            <a:chExt cx="299534" cy="348068"/>
          </a:xfrm>
        </p:grpSpPr>
        <p:sp>
          <p:nvSpPr>
            <p:cNvPr id="13043" name="Google Shape;13043;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1315518" y="2106511"/>
            <a:ext cx="301784" cy="348607"/>
            <a:chOff x="1331406" y="1513361"/>
            <a:chExt cx="301784" cy="348607"/>
          </a:xfrm>
        </p:grpSpPr>
        <p:sp>
          <p:nvSpPr>
            <p:cNvPr id="13055" name="Google Shape;13055;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0"/>
          <p:cNvGrpSpPr/>
          <p:nvPr/>
        </p:nvGrpSpPr>
        <p:grpSpPr>
          <a:xfrm>
            <a:off x="7128386" y="2093364"/>
            <a:ext cx="282174" cy="355735"/>
            <a:chOff x="7144274" y="1500214"/>
            <a:chExt cx="282174" cy="355735"/>
          </a:xfrm>
        </p:grpSpPr>
        <p:sp>
          <p:nvSpPr>
            <p:cNvPr id="13060" name="Google Shape;13060;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6669375" y="2093364"/>
            <a:ext cx="289682" cy="354594"/>
            <a:chOff x="6685262" y="1500214"/>
            <a:chExt cx="289682" cy="354594"/>
          </a:xfrm>
        </p:grpSpPr>
        <p:sp>
          <p:nvSpPr>
            <p:cNvPr id="13067" name="Google Shape;13067;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6185051" y="2093744"/>
            <a:ext cx="322154" cy="355355"/>
            <a:chOff x="6200938" y="1500594"/>
            <a:chExt cx="322154" cy="355355"/>
          </a:xfrm>
        </p:grpSpPr>
        <p:sp>
          <p:nvSpPr>
            <p:cNvPr id="13072" name="Google Shape;13072;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0"/>
          <p:cNvGrpSpPr/>
          <p:nvPr/>
        </p:nvGrpSpPr>
        <p:grpSpPr>
          <a:xfrm>
            <a:off x="5273744" y="2093364"/>
            <a:ext cx="332355" cy="354974"/>
            <a:chOff x="5289631" y="1500214"/>
            <a:chExt cx="332355" cy="354974"/>
          </a:xfrm>
        </p:grpSpPr>
        <p:sp>
          <p:nvSpPr>
            <p:cNvPr id="13078" name="Google Shape;13078;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80"/>
          <p:cNvGrpSpPr/>
          <p:nvPr/>
        </p:nvGrpSpPr>
        <p:grpSpPr>
          <a:xfrm>
            <a:off x="5732407" y="2092983"/>
            <a:ext cx="323294" cy="356115"/>
            <a:chOff x="5748295" y="1499833"/>
            <a:chExt cx="323294" cy="356115"/>
          </a:xfrm>
        </p:grpSpPr>
        <p:sp>
          <p:nvSpPr>
            <p:cNvPr id="13085" name="Google Shape;13085;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80"/>
          <p:cNvGrpSpPr/>
          <p:nvPr/>
        </p:nvGrpSpPr>
        <p:grpSpPr>
          <a:xfrm>
            <a:off x="8031773" y="2094187"/>
            <a:ext cx="278404" cy="355260"/>
            <a:chOff x="8047661" y="1501037"/>
            <a:chExt cx="278404" cy="355260"/>
          </a:xfrm>
        </p:grpSpPr>
        <p:sp>
          <p:nvSpPr>
            <p:cNvPr id="13093" name="Google Shape;13093;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80"/>
          <p:cNvGrpSpPr/>
          <p:nvPr/>
        </p:nvGrpSpPr>
        <p:grpSpPr>
          <a:xfrm>
            <a:off x="4887501" y="2093364"/>
            <a:ext cx="267854" cy="355735"/>
            <a:chOff x="4903389" y="1500214"/>
            <a:chExt cx="267854" cy="355735"/>
          </a:xfrm>
        </p:grpSpPr>
        <p:sp>
          <p:nvSpPr>
            <p:cNvPr id="13098" name="Google Shape;13098;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0"/>
          <p:cNvGrpSpPr/>
          <p:nvPr/>
        </p:nvGrpSpPr>
        <p:grpSpPr>
          <a:xfrm>
            <a:off x="7597630" y="2094504"/>
            <a:ext cx="264433" cy="353074"/>
            <a:chOff x="7613518" y="1501354"/>
            <a:chExt cx="264433" cy="353074"/>
          </a:xfrm>
        </p:grpSpPr>
        <p:sp>
          <p:nvSpPr>
            <p:cNvPr id="13104" name="Google Shape;13104;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3"/>
        <p:cNvGrpSpPr/>
        <p:nvPr/>
      </p:nvGrpSpPr>
      <p:grpSpPr>
        <a:xfrm>
          <a:off x="0" y="0"/>
          <a:ext cx="0" cy="0"/>
          <a:chOff x="0" y="0"/>
          <a:chExt cx="0" cy="0"/>
        </a:xfrm>
      </p:grpSpPr>
      <p:sp>
        <p:nvSpPr>
          <p:cNvPr id="13114" name="Google Shape;13114;p81"/>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3115" name="Google Shape;13115;p81"/>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3116" name="Google Shape;13116;p81"/>
          <p:cNvGrpSpPr/>
          <p:nvPr/>
        </p:nvGrpSpPr>
        <p:grpSpPr>
          <a:xfrm>
            <a:off x="1738698" y="2093775"/>
            <a:ext cx="371069" cy="359396"/>
            <a:chOff x="1757085" y="1500675"/>
            <a:chExt cx="371069" cy="359396"/>
          </a:xfrm>
        </p:grpSpPr>
        <p:sp>
          <p:nvSpPr>
            <p:cNvPr id="13117" name="Google Shape;13117;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81"/>
          <p:cNvGrpSpPr/>
          <p:nvPr/>
        </p:nvGrpSpPr>
        <p:grpSpPr>
          <a:xfrm>
            <a:off x="2755822" y="2547791"/>
            <a:ext cx="116693" cy="374186"/>
            <a:chOff x="2774209" y="1954691"/>
            <a:chExt cx="116693" cy="374186"/>
          </a:xfrm>
        </p:grpSpPr>
        <p:sp>
          <p:nvSpPr>
            <p:cNvPr id="13147" name="Google Shape;13147;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81"/>
          <p:cNvGrpSpPr/>
          <p:nvPr/>
        </p:nvGrpSpPr>
        <p:grpSpPr>
          <a:xfrm>
            <a:off x="3999047" y="2093012"/>
            <a:ext cx="315092" cy="359397"/>
            <a:chOff x="4017435" y="1499912"/>
            <a:chExt cx="315092" cy="359397"/>
          </a:xfrm>
        </p:grpSpPr>
        <p:sp>
          <p:nvSpPr>
            <p:cNvPr id="13150" name="Google Shape;13150;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81"/>
          <p:cNvGrpSpPr/>
          <p:nvPr/>
        </p:nvGrpSpPr>
        <p:grpSpPr>
          <a:xfrm>
            <a:off x="3945265" y="2592859"/>
            <a:ext cx="374154" cy="284050"/>
            <a:chOff x="3963652" y="1999759"/>
            <a:chExt cx="374154" cy="284050"/>
          </a:xfrm>
        </p:grpSpPr>
        <p:sp>
          <p:nvSpPr>
            <p:cNvPr id="13153" name="Google Shape;13153;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81"/>
          <p:cNvGrpSpPr/>
          <p:nvPr/>
        </p:nvGrpSpPr>
        <p:grpSpPr>
          <a:xfrm>
            <a:off x="1759148" y="2607966"/>
            <a:ext cx="376444" cy="253772"/>
            <a:chOff x="1777536" y="2014866"/>
            <a:chExt cx="376444" cy="253772"/>
          </a:xfrm>
        </p:grpSpPr>
        <p:sp>
          <p:nvSpPr>
            <p:cNvPr id="13157" name="Google Shape;13157;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2" name="Google Shape;13162;p81"/>
          <p:cNvGrpSpPr/>
          <p:nvPr/>
        </p:nvGrpSpPr>
        <p:grpSpPr>
          <a:xfrm>
            <a:off x="1291488" y="2650426"/>
            <a:ext cx="374154" cy="169680"/>
            <a:chOff x="1309875" y="2057326"/>
            <a:chExt cx="374154" cy="169680"/>
          </a:xfrm>
        </p:grpSpPr>
        <p:sp>
          <p:nvSpPr>
            <p:cNvPr id="13163" name="Google Shape;1316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81"/>
          <p:cNvSpPr/>
          <p:nvPr/>
        </p:nvSpPr>
        <p:spPr>
          <a:xfrm>
            <a:off x="843896" y="26693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5" name="Google Shape;13175;p81"/>
          <p:cNvGrpSpPr/>
          <p:nvPr/>
        </p:nvGrpSpPr>
        <p:grpSpPr>
          <a:xfrm>
            <a:off x="2329062" y="2547664"/>
            <a:ext cx="113639" cy="373168"/>
            <a:chOff x="2347450" y="1954564"/>
            <a:chExt cx="113639" cy="373168"/>
          </a:xfrm>
        </p:grpSpPr>
        <p:sp>
          <p:nvSpPr>
            <p:cNvPr id="13176" name="Google Shape;13176;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81"/>
          <p:cNvSpPr/>
          <p:nvPr/>
        </p:nvSpPr>
        <p:spPr>
          <a:xfrm>
            <a:off x="843133" y="21799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81"/>
          <p:cNvGrpSpPr/>
          <p:nvPr/>
        </p:nvGrpSpPr>
        <p:grpSpPr>
          <a:xfrm>
            <a:off x="3091714" y="2092980"/>
            <a:ext cx="330613" cy="358379"/>
            <a:chOff x="3110102" y="1499880"/>
            <a:chExt cx="330613" cy="358379"/>
          </a:xfrm>
        </p:grpSpPr>
        <p:sp>
          <p:nvSpPr>
            <p:cNvPr id="13180" name="Google Shape;13180;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7" name="Google Shape;13187;p81"/>
          <p:cNvSpPr/>
          <p:nvPr/>
        </p:nvSpPr>
        <p:spPr>
          <a:xfrm>
            <a:off x="3178446" y="25473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8" name="Google Shape;13188;p81"/>
          <p:cNvGrpSpPr/>
          <p:nvPr/>
        </p:nvGrpSpPr>
        <p:grpSpPr>
          <a:xfrm>
            <a:off x="3467187" y="2592859"/>
            <a:ext cx="373772" cy="284050"/>
            <a:chOff x="3531200" y="1999759"/>
            <a:chExt cx="373772" cy="284050"/>
          </a:xfrm>
        </p:grpSpPr>
        <p:sp>
          <p:nvSpPr>
            <p:cNvPr id="13189" name="Google Shape;13189;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81"/>
          <p:cNvGrpSpPr/>
          <p:nvPr/>
        </p:nvGrpSpPr>
        <p:grpSpPr>
          <a:xfrm>
            <a:off x="2648671" y="2093393"/>
            <a:ext cx="330231" cy="359015"/>
            <a:chOff x="2667058" y="1500293"/>
            <a:chExt cx="330231" cy="359015"/>
          </a:xfrm>
        </p:grpSpPr>
        <p:sp>
          <p:nvSpPr>
            <p:cNvPr id="13194" name="Google Shape;13194;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81"/>
          <p:cNvGrpSpPr/>
          <p:nvPr/>
        </p:nvGrpSpPr>
        <p:grpSpPr>
          <a:xfrm>
            <a:off x="3549166" y="2093012"/>
            <a:ext cx="320022" cy="359778"/>
            <a:chOff x="3567553" y="1499912"/>
            <a:chExt cx="320022" cy="359778"/>
          </a:xfrm>
        </p:grpSpPr>
        <p:sp>
          <p:nvSpPr>
            <p:cNvPr id="13213" name="Google Shape;13213;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1"/>
          <p:cNvGrpSpPr/>
          <p:nvPr/>
        </p:nvGrpSpPr>
        <p:grpSpPr>
          <a:xfrm>
            <a:off x="1291488" y="2093012"/>
            <a:ext cx="359015" cy="358633"/>
            <a:chOff x="1309875" y="1499912"/>
            <a:chExt cx="359015" cy="358633"/>
          </a:xfrm>
        </p:grpSpPr>
        <p:sp>
          <p:nvSpPr>
            <p:cNvPr id="13220" name="Google Shape;13220;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81"/>
          <p:cNvGrpSpPr/>
          <p:nvPr/>
        </p:nvGrpSpPr>
        <p:grpSpPr>
          <a:xfrm>
            <a:off x="2201079" y="2093393"/>
            <a:ext cx="330613" cy="359015"/>
            <a:chOff x="2219466" y="1500293"/>
            <a:chExt cx="330613" cy="359015"/>
          </a:xfrm>
        </p:grpSpPr>
        <p:sp>
          <p:nvSpPr>
            <p:cNvPr id="13230" name="Google Shape;13230;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81"/>
          <p:cNvGrpSpPr/>
          <p:nvPr/>
        </p:nvGrpSpPr>
        <p:grpSpPr>
          <a:xfrm>
            <a:off x="5325157" y="2102458"/>
            <a:ext cx="244676" cy="351095"/>
            <a:chOff x="5343544" y="1509358"/>
            <a:chExt cx="244676" cy="351095"/>
          </a:xfrm>
        </p:grpSpPr>
        <p:sp>
          <p:nvSpPr>
            <p:cNvPr id="13233" name="Google Shape;13233;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81"/>
          <p:cNvGrpSpPr/>
          <p:nvPr/>
        </p:nvGrpSpPr>
        <p:grpSpPr>
          <a:xfrm>
            <a:off x="4863952" y="2102458"/>
            <a:ext cx="246171" cy="351095"/>
            <a:chOff x="4882340" y="1509358"/>
            <a:chExt cx="246171" cy="351095"/>
          </a:xfrm>
        </p:grpSpPr>
        <p:sp>
          <p:nvSpPr>
            <p:cNvPr id="13237" name="Google Shape;13237;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81"/>
          <p:cNvGrpSpPr/>
          <p:nvPr/>
        </p:nvGrpSpPr>
        <p:grpSpPr>
          <a:xfrm>
            <a:off x="6254817" y="2102108"/>
            <a:ext cx="236343" cy="351445"/>
            <a:chOff x="6273204" y="1509008"/>
            <a:chExt cx="236343" cy="351445"/>
          </a:xfrm>
        </p:grpSpPr>
        <p:sp>
          <p:nvSpPr>
            <p:cNvPr id="13243" name="Google Shape;13243;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81"/>
          <p:cNvSpPr/>
          <p:nvPr/>
        </p:nvSpPr>
        <p:spPr>
          <a:xfrm>
            <a:off x="5791323" y="21028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81"/>
          <p:cNvGrpSpPr/>
          <p:nvPr/>
        </p:nvGrpSpPr>
        <p:grpSpPr>
          <a:xfrm>
            <a:off x="7201143" y="2101344"/>
            <a:ext cx="191625" cy="352209"/>
            <a:chOff x="7219530" y="1508244"/>
            <a:chExt cx="191625" cy="352209"/>
          </a:xfrm>
        </p:grpSpPr>
        <p:sp>
          <p:nvSpPr>
            <p:cNvPr id="13247" name="Google Shape;13247;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81"/>
          <p:cNvGrpSpPr/>
          <p:nvPr/>
        </p:nvGrpSpPr>
        <p:grpSpPr>
          <a:xfrm>
            <a:off x="7680921" y="2101726"/>
            <a:ext cx="154922" cy="351827"/>
            <a:chOff x="7699309" y="1508626"/>
            <a:chExt cx="154922" cy="351827"/>
          </a:xfrm>
        </p:grpSpPr>
        <p:sp>
          <p:nvSpPr>
            <p:cNvPr id="13250" name="Google Shape;13250;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81"/>
          <p:cNvGrpSpPr/>
          <p:nvPr/>
        </p:nvGrpSpPr>
        <p:grpSpPr>
          <a:xfrm>
            <a:off x="8143302" y="2102108"/>
            <a:ext cx="153396" cy="351064"/>
            <a:chOff x="8161690" y="1509008"/>
            <a:chExt cx="153396" cy="351064"/>
          </a:xfrm>
        </p:grpSpPr>
        <p:sp>
          <p:nvSpPr>
            <p:cNvPr id="13258" name="Google Shape;13258;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81"/>
          <p:cNvGrpSpPr/>
          <p:nvPr/>
        </p:nvGrpSpPr>
        <p:grpSpPr>
          <a:xfrm>
            <a:off x="6728552" y="2101981"/>
            <a:ext cx="213221" cy="352304"/>
            <a:chOff x="6746940" y="1508881"/>
            <a:chExt cx="213221" cy="352304"/>
          </a:xfrm>
        </p:grpSpPr>
        <p:sp>
          <p:nvSpPr>
            <p:cNvPr id="13263" name="Google Shape;13263;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1"/>
          <p:cNvGrpSpPr/>
          <p:nvPr/>
        </p:nvGrpSpPr>
        <p:grpSpPr>
          <a:xfrm>
            <a:off x="5751948" y="2600715"/>
            <a:ext cx="350682" cy="292097"/>
            <a:chOff x="5770336" y="2007615"/>
            <a:chExt cx="350682" cy="292097"/>
          </a:xfrm>
        </p:grpSpPr>
        <p:sp>
          <p:nvSpPr>
            <p:cNvPr id="13268" name="Google Shape;13268;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81"/>
          <p:cNvGrpSpPr/>
          <p:nvPr/>
        </p:nvGrpSpPr>
        <p:grpSpPr>
          <a:xfrm>
            <a:off x="5308491" y="2573458"/>
            <a:ext cx="350332" cy="346229"/>
            <a:chOff x="5326878" y="1980358"/>
            <a:chExt cx="350332" cy="346229"/>
          </a:xfrm>
        </p:grpSpPr>
        <p:sp>
          <p:nvSpPr>
            <p:cNvPr id="13273" name="Google Shape;13273;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1"/>
          <p:cNvSpPr/>
          <p:nvPr/>
        </p:nvSpPr>
        <p:spPr>
          <a:xfrm>
            <a:off x="7974386" y="25708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1"/>
          <p:cNvGrpSpPr/>
          <p:nvPr/>
        </p:nvGrpSpPr>
        <p:grpSpPr>
          <a:xfrm>
            <a:off x="4865447" y="2585671"/>
            <a:ext cx="350300" cy="323043"/>
            <a:chOff x="4883835" y="1992571"/>
            <a:chExt cx="350300" cy="323043"/>
          </a:xfrm>
        </p:grpSpPr>
        <p:sp>
          <p:nvSpPr>
            <p:cNvPr id="13279" name="Google Shape;13279;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1"/>
          <p:cNvGrpSpPr/>
          <p:nvPr/>
        </p:nvGrpSpPr>
        <p:grpSpPr>
          <a:xfrm>
            <a:off x="7530579" y="2572027"/>
            <a:ext cx="333285" cy="349950"/>
            <a:chOff x="7548967" y="1978927"/>
            <a:chExt cx="333285" cy="349950"/>
          </a:xfrm>
        </p:grpSpPr>
        <p:sp>
          <p:nvSpPr>
            <p:cNvPr id="13286" name="Google Shape;13286;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1"/>
          <p:cNvGrpSpPr/>
          <p:nvPr/>
        </p:nvGrpSpPr>
        <p:grpSpPr>
          <a:xfrm>
            <a:off x="6195755" y="2572027"/>
            <a:ext cx="346515" cy="350300"/>
            <a:chOff x="6214142" y="1978927"/>
            <a:chExt cx="346515" cy="350300"/>
          </a:xfrm>
        </p:grpSpPr>
        <p:sp>
          <p:nvSpPr>
            <p:cNvPr id="13294" name="Google Shape;13294;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81"/>
          <p:cNvGrpSpPr/>
          <p:nvPr/>
        </p:nvGrpSpPr>
        <p:grpSpPr>
          <a:xfrm>
            <a:off x="7087535" y="2571645"/>
            <a:ext cx="333285" cy="350682"/>
            <a:chOff x="7105923" y="1978545"/>
            <a:chExt cx="333285" cy="350682"/>
          </a:xfrm>
        </p:grpSpPr>
        <p:sp>
          <p:nvSpPr>
            <p:cNvPr id="13297" name="Google Shape;13297;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4" name="Google Shape;13304;p81"/>
          <p:cNvSpPr/>
          <p:nvPr/>
        </p:nvSpPr>
        <p:spPr>
          <a:xfrm>
            <a:off x="6640325" y="25716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1"/>
          <p:cNvSpPr/>
          <p:nvPr/>
        </p:nvSpPr>
        <p:spPr>
          <a:xfrm>
            <a:off x="4086511" y="30153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81"/>
          <p:cNvGrpSpPr/>
          <p:nvPr/>
        </p:nvGrpSpPr>
        <p:grpSpPr>
          <a:xfrm>
            <a:off x="3598018" y="3015452"/>
            <a:ext cx="203393" cy="351827"/>
            <a:chOff x="3616406" y="2422352"/>
            <a:chExt cx="203393" cy="351827"/>
          </a:xfrm>
        </p:grpSpPr>
        <p:sp>
          <p:nvSpPr>
            <p:cNvPr id="13307" name="Google Shape;13307;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81"/>
          <p:cNvGrpSpPr/>
          <p:nvPr/>
        </p:nvGrpSpPr>
        <p:grpSpPr>
          <a:xfrm>
            <a:off x="859800" y="3015070"/>
            <a:ext cx="272696" cy="351827"/>
            <a:chOff x="913012" y="2421970"/>
            <a:chExt cx="272696" cy="351827"/>
          </a:xfrm>
        </p:grpSpPr>
        <p:sp>
          <p:nvSpPr>
            <p:cNvPr id="13310" name="Google Shape;13310;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81"/>
          <p:cNvGrpSpPr/>
          <p:nvPr/>
        </p:nvGrpSpPr>
        <p:grpSpPr>
          <a:xfrm>
            <a:off x="2256356" y="3015452"/>
            <a:ext cx="255649" cy="351445"/>
            <a:chOff x="2274743" y="2422352"/>
            <a:chExt cx="255649" cy="351445"/>
          </a:xfrm>
        </p:grpSpPr>
        <p:sp>
          <p:nvSpPr>
            <p:cNvPr id="13315" name="Google Shape;13315;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81"/>
          <p:cNvGrpSpPr/>
          <p:nvPr/>
        </p:nvGrpSpPr>
        <p:grpSpPr>
          <a:xfrm>
            <a:off x="2690335" y="3014339"/>
            <a:ext cx="246552" cy="352558"/>
            <a:chOff x="2708723" y="2421239"/>
            <a:chExt cx="246552" cy="352558"/>
          </a:xfrm>
        </p:grpSpPr>
        <p:sp>
          <p:nvSpPr>
            <p:cNvPr id="13319" name="Google Shape;13319;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1817097" y="3015452"/>
            <a:ext cx="259433" cy="350714"/>
            <a:chOff x="1835485" y="2422352"/>
            <a:chExt cx="259433" cy="350714"/>
          </a:xfrm>
        </p:grpSpPr>
        <p:sp>
          <p:nvSpPr>
            <p:cNvPr id="13322" name="Google Shape;13322;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81"/>
          <p:cNvGrpSpPr/>
          <p:nvPr/>
        </p:nvGrpSpPr>
        <p:grpSpPr>
          <a:xfrm>
            <a:off x="3131852" y="3015452"/>
            <a:ext cx="212489" cy="351445"/>
            <a:chOff x="3150240" y="2422352"/>
            <a:chExt cx="212489" cy="351445"/>
          </a:xfrm>
        </p:grpSpPr>
        <p:sp>
          <p:nvSpPr>
            <p:cNvPr id="13330" name="Google Shape;13330;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81"/>
          <p:cNvGrpSpPr/>
          <p:nvPr/>
        </p:nvGrpSpPr>
        <p:grpSpPr>
          <a:xfrm>
            <a:off x="1348673" y="3015229"/>
            <a:ext cx="269261" cy="352050"/>
            <a:chOff x="1367060" y="2422129"/>
            <a:chExt cx="269261" cy="352050"/>
          </a:xfrm>
        </p:grpSpPr>
        <p:sp>
          <p:nvSpPr>
            <p:cNvPr id="13333" name="Google Shape;13333;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7" name="Google Shape;13347;p81"/>
          <p:cNvSpPr/>
          <p:nvPr/>
        </p:nvSpPr>
        <p:spPr>
          <a:xfrm>
            <a:off x="7057607" y="30190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8" name="Google Shape;13348;p81"/>
          <p:cNvGrpSpPr/>
          <p:nvPr/>
        </p:nvGrpSpPr>
        <p:grpSpPr>
          <a:xfrm>
            <a:off x="4864302" y="3018505"/>
            <a:ext cx="274573" cy="350682"/>
            <a:chOff x="4882690" y="2425405"/>
            <a:chExt cx="274573" cy="350682"/>
          </a:xfrm>
        </p:grpSpPr>
        <p:sp>
          <p:nvSpPr>
            <p:cNvPr id="13349" name="Google Shape;13349;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81"/>
          <p:cNvGrpSpPr/>
          <p:nvPr/>
        </p:nvGrpSpPr>
        <p:grpSpPr>
          <a:xfrm>
            <a:off x="6609252" y="3036984"/>
            <a:ext cx="355993" cy="313247"/>
            <a:chOff x="6627639" y="2443884"/>
            <a:chExt cx="355993" cy="313247"/>
          </a:xfrm>
        </p:grpSpPr>
        <p:sp>
          <p:nvSpPr>
            <p:cNvPr id="13352" name="Google Shape;13352;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1"/>
          <p:cNvGrpSpPr/>
          <p:nvPr/>
        </p:nvGrpSpPr>
        <p:grpSpPr>
          <a:xfrm>
            <a:off x="6165063" y="3055240"/>
            <a:ext cx="351445" cy="277976"/>
            <a:chOff x="6183451" y="2462140"/>
            <a:chExt cx="351445" cy="277976"/>
          </a:xfrm>
        </p:grpSpPr>
        <p:sp>
          <p:nvSpPr>
            <p:cNvPr id="13356" name="Google Shape;13356;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5717090" y="3022958"/>
            <a:ext cx="353354" cy="341299"/>
            <a:chOff x="5735477" y="2429858"/>
            <a:chExt cx="353354" cy="341299"/>
          </a:xfrm>
        </p:grpSpPr>
        <p:sp>
          <p:nvSpPr>
            <p:cNvPr id="13364" name="Google Shape;13364;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81"/>
          <p:cNvGrpSpPr/>
          <p:nvPr/>
        </p:nvGrpSpPr>
        <p:grpSpPr>
          <a:xfrm>
            <a:off x="5225347" y="3040073"/>
            <a:ext cx="405255" cy="275499"/>
            <a:chOff x="5283337" y="2478774"/>
            <a:chExt cx="358633" cy="243913"/>
          </a:xfrm>
        </p:grpSpPr>
        <p:sp>
          <p:nvSpPr>
            <p:cNvPr id="13371" name="Google Shape;13371;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81"/>
          <p:cNvGrpSpPr/>
          <p:nvPr/>
        </p:nvGrpSpPr>
        <p:grpSpPr>
          <a:xfrm>
            <a:off x="7946366" y="3063923"/>
            <a:ext cx="362068" cy="258670"/>
            <a:chOff x="7964753" y="2470823"/>
            <a:chExt cx="362068" cy="258670"/>
          </a:xfrm>
        </p:grpSpPr>
        <p:sp>
          <p:nvSpPr>
            <p:cNvPr id="13389" name="Google Shape;13389;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81"/>
          <p:cNvGrpSpPr/>
          <p:nvPr/>
        </p:nvGrpSpPr>
        <p:grpSpPr>
          <a:xfrm>
            <a:off x="7505962" y="3049547"/>
            <a:ext cx="350332" cy="288948"/>
            <a:chOff x="7524349" y="2456447"/>
            <a:chExt cx="350332" cy="288948"/>
          </a:xfrm>
        </p:grpSpPr>
        <p:sp>
          <p:nvSpPr>
            <p:cNvPr id="13399" name="Google Shape;13399;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1"/>
          <p:cNvGrpSpPr/>
          <p:nvPr/>
        </p:nvGrpSpPr>
        <p:grpSpPr>
          <a:xfrm>
            <a:off x="3954361" y="3487311"/>
            <a:ext cx="355230" cy="356725"/>
            <a:chOff x="3972749" y="2894211"/>
            <a:chExt cx="355230" cy="356725"/>
          </a:xfrm>
        </p:grpSpPr>
        <p:sp>
          <p:nvSpPr>
            <p:cNvPr id="13405" name="Google Shape;13405;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3509409" y="3511896"/>
            <a:ext cx="355993" cy="307904"/>
            <a:chOff x="3527797" y="2918796"/>
            <a:chExt cx="355993" cy="307904"/>
          </a:xfrm>
        </p:grpSpPr>
        <p:sp>
          <p:nvSpPr>
            <p:cNvPr id="13411" name="Google Shape;13411;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1"/>
          <p:cNvGrpSpPr/>
          <p:nvPr/>
        </p:nvGrpSpPr>
        <p:grpSpPr>
          <a:xfrm>
            <a:off x="3064457" y="3514059"/>
            <a:ext cx="356375" cy="302338"/>
            <a:chOff x="3082845" y="2920959"/>
            <a:chExt cx="356375" cy="302338"/>
          </a:xfrm>
        </p:grpSpPr>
        <p:sp>
          <p:nvSpPr>
            <p:cNvPr id="13422" name="Google Shape;13422;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81"/>
          <p:cNvGrpSpPr/>
          <p:nvPr/>
        </p:nvGrpSpPr>
        <p:grpSpPr>
          <a:xfrm>
            <a:off x="2620650" y="3488042"/>
            <a:ext cx="355612" cy="355612"/>
            <a:chOff x="2639038" y="2894942"/>
            <a:chExt cx="355612" cy="355612"/>
          </a:xfrm>
        </p:grpSpPr>
        <p:sp>
          <p:nvSpPr>
            <p:cNvPr id="13425" name="Google Shape;13425;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81"/>
          <p:cNvGrpSpPr/>
          <p:nvPr/>
        </p:nvGrpSpPr>
        <p:grpSpPr>
          <a:xfrm>
            <a:off x="2176080" y="3531965"/>
            <a:ext cx="355993" cy="267766"/>
            <a:chOff x="2194468" y="2938865"/>
            <a:chExt cx="355993" cy="267766"/>
          </a:xfrm>
        </p:grpSpPr>
        <p:sp>
          <p:nvSpPr>
            <p:cNvPr id="13428" name="Google Shape;13428;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81"/>
          <p:cNvGrpSpPr/>
          <p:nvPr/>
        </p:nvGrpSpPr>
        <p:grpSpPr>
          <a:xfrm>
            <a:off x="1731510" y="3487661"/>
            <a:ext cx="355993" cy="355612"/>
            <a:chOff x="1749897" y="2894561"/>
            <a:chExt cx="355993" cy="355612"/>
          </a:xfrm>
        </p:grpSpPr>
        <p:sp>
          <p:nvSpPr>
            <p:cNvPr id="13449" name="Google Shape;13449;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286939" y="3487311"/>
            <a:ext cx="357520" cy="357488"/>
            <a:chOff x="1305327" y="2894211"/>
            <a:chExt cx="357520" cy="357488"/>
          </a:xfrm>
        </p:grpSpPr>
        <p:sp>
          <p:nvSpPr>
            <p:cNvPr id="13461" name="Google Shape;13461;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81"/>
          <p:cNvGrpSpPr/>
          <p:nvPr/>
        </p:nvGrpSpPr>
        <p:grpSpPr>
          <a:xfrm>
            <a:off x="835563" y="3487820"/>
            <a:ext cx="364104" cy="353290"/>
            <a:chOff x="853950" y="2894720"/>
            <a:chExt cx="364104" cy="353290"/>
          </a:xfrm>
        </p:grpSpPr>
        <p:sp>
          <p:nvSpPr>
            <p:cNvPr id="13467" name="Google Shape;13467;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81"/>
          <p:cNvGrpSpPr/>
          <p:nvPr/>
        </p:nvGrpSpPr>
        <p:grpSpPr>
          <a:xfrm>
            <a:off x="7048161" y="3505694"/>
            <a:ext cx="352209" cy="334938"/>
            <a:chOff x="7066548" y="2912594"/>
            <a:chExt cx="352209" cy="334938"/>
          </a:xfrm>
        </p:grpSpPr>
        <p:sp>
          <p:nvSpPr>
            <p:cNvPr id="13475" name="Google Shape;13475;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1" name="Google Shape;13481;p81"/>
          <p:cNvSpPr/>
          <p:nvPr/>
        </p:nvSpPr>
        <p:spPr>
          <a:xfrm>
            <a:off x="6572899" y="34770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6116592" y="34948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3" name="Google Shape;13483;p81"/>
          <p:cNvGrpSpPr/>
          <p:nvPr/>
        </p:nvGrpSpPr>
        <p:grpSpPr>
          <a:xfrm>
            <a:off x="7523009" y="3497902"/>
            <a:ext cx="318495" cy="352209"/>
            <a:chOff x="7541397" y="2904802"/>
            <a:chExt cx="318495" cy="352209"/>
          </a:xfrm>
        </p:grpSpPr>
        <p:sp>
          <p:nvSpPr>
            <p:cNvPr id="13484" name="Google Shape;13484;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984627" y="3497139"/>
            <a:ext cx="306759" cy="351445"/>
            <a:chOff x="8003015" y="2904039"/>
            <a:chExt cx="306759" cy="351445"/>
          </a:xfrm>
        </p:grpSpPr>
        <p:sp>
          <p:nvSpPr>
            <p:cNvPr id="13487" name="Google Shape;13487;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81"/>
          <p:cNvGrpSpPr/>
          <p:nvPr/>
        </p:nvGrpSpPr>
        <p:grpSpPr>
          <a:xfrm>
            <a:off x="5669382" y="3478596"/>
            <a:ext cx="369638" cy="369606"/>
            <a:chOff x="5687770" y="2885496"/>
            <a:chExt cx="369638" cy="369606"/>
          </a:xfrm>
        </p:grpSpPr>
        <p:sp>
          <p:nvSpPr>
            <p:cNvPr id="13494" name="Google Shape;13494;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81"/>
          <p:cNvGrpSpPr/>
          <p:nvPr/>
        </p:nvGrpSpPr>
        <p:grpSpPr>
          <a:xfrm>
            <a:off x="4863571" y="3497902"/>
            <a:ext cx="156417" cy="349537"/>
            <a:chOff x="4881958" y="2904802"/>
            <a:chExt cx="156417" cy="349537"/>
          </a:xfrm>
        </p:grpSpPr>
        <p:sp>
          <p:nvSpPr>
            <p:cNvPr id="13505" name="Google Shape;13505;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1"/>
          <p:cNvGrpSpPr/>
          <p:nvPr/>
        </p:nvGrpSpPr>
        <p:grpSpPr>
          <a:xfrm>
            <a:off x="5211931" y="3479614"/>
            <a:ext cx="371133" cy="367443"/>
            <a:chOff x="5230318" y="2886514"/>
            <a:chExt cx="371133" cy="367443"/>
          </a:xfrm>
        </p:grpSpPr>
        <p:sp>
          <p:nvSpPr>
            <p:cNvPr id="13513" name="Google Shape;13513;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81"/>
          <p:cNvGrpSpPr/>
          <p:nvPr/>
        </p:nvGrpSpPr>
        <p:grpSpPr>
          <a:xfrm>
            <a:off x="5729971" y="4027678"/>
            <a:ext cx="352590" cy="182561"/>
            <a:chOff x="5748358" y="3434578"/>
            <a:chExt cx="352590" cy="182561"/>
          </a:xfrm>
        </p:grpSpPr>
        <p:sp>
          <p:nvSpPr>
            <p:cNvPr id="13523" name="Google Shape;13523;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1"/>
          <p:cNvGrpSpPr/>
          <p:nvPr/>
        </p:nvGrpSpPr>
        <p:grpSpPr>
          <a:xfrm>
            <a:off x="843896" y="4867871"/>
            <a:ext cx="341204" cy="359301"/>
            <a:chOff x="862283" y="4274771"/>
            <a:chExt cx="341204" cy="359301"/>
          </a:xfrm>
        </p:grpSpPr>
        <p:sp>
          <p:nvSpPr>
            <p:cNvPr id="13530" name="Google Shape;13530;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81"/>
          <p:cNvGrpSpPr/>
          <p:nvPr/>
        </p:nvGrpSpPr>
        <p:grpSpPr>
          <a:xfrm>
            <a:off x="1378570" y="4880465"/>
            <a:ext cx="301861" cy="332871"/>
            <a:chOff x="1396957" y="4287365"/>
            <a:chExt cx="301861" cy="332871"/>
          </a:xfrm>
        </p:grpSpPr>
        <p:sp>
          <p:nvSpPr>
            <p:cNvPr id="13534" name="Google Shape;13534;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1"/>
          <p:cNvGrpSpPr/>
          <p:nvPr/>
        </p:nvGrpSpPr>
        <p:grpSpPr>
          <a:xfrm>
            <a:off x="1846994" y="4870606"/>
            <a:ext cx="396131" cy="355612"/>
            <a:chOff x="1865381" y="4277506"/>
            <a:chExt cx="396131" cy="355612"/>
          </a:xfrm>
        </p:grpSpPr>
        <p:sp>
          <p:nvSpPr>
            <p:cNvPr id="13550" name="Google Shape;13550;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1"/>
          <p:cNvGrpSpPr/>
          <p:nvPr/>
        </p:nvGrpSpPr>
        <p:grpSpPr>
          <a:xfrm>
            <a:off x="2393435" y="4897099"/>
            <a:ext cx="334398" cy="299953"/>
            <a:chOff x="2411823" y="4303999"/>
            <a:chExt cx="334398" cy="299953"/>
          </a:xfrm>
        </p:grpSpPr>
        <p:sp>
          <p:nvSpPr>
            <p:cNvPr id="13557" name="Google Shape;13557;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1"/>
          <p:cNvGrpSpPr/>
          <p:nvPr/>
        </p:nvGrpSpPr>
        <p:grpSpPr>
          <a:xfrm>
            <a:off x="2884950" y="4872132"/>
            <a:ext cx="382519" cy="350682"/>
            <a:chOff x="2903337" y="4279032"/>
            <a:chExt cx="382519" cy="350682"/>
          </a:xfrm>
        </p:grpSpPr>
        <p:sp>
          <p:nvSpPr>
            <p:cNvPr id="13565" name="Google Shape;13565;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81"/>
          <p:cNvGrpSpPr/>
          <p:nvPr/>
        </p:nvGrpSpPr>
        <p:grpSpPr>
          <a:xfrm>
            <a:off x="3914955" y="4908867"/>
            <a:ext cx="383632" cy="276449"/>
            <a:chOff x="3933342" y="4315767"/>
            <a:chExt cx="383632" cy="276449"/>
          </a:xfrm>
        </p:grpSpPr>
        <p:sp>
          <p:nvSpPr>
            <p:cNvPr id="13581" name="Google Shape;13581;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81"/>
          <p:cNvGrpSpPr/>
          <p:nvPr/>
        </p:nvGrpSpPr>
        <p:grpSpPr>
          <a:xfrm>
            <a:off x="3422677" y="4895605"/>
            <a:ext cx="337069" cy="302593"/>
            <a:chOff x="3441065" y="4302505"/>
            <a:chExt cx="337069" cy="302593"/>
          </a:xfrm>
        </p:grpSpPr>
        <p:sp>
          <p:nvSpPr>
            <p:cNvPr id="13588" name="Google Shape;13588;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81"/>
          <p:cNvGrpSpPr/>
          <p:nvPr/>
        </p:nvGrpSpPr>
        <p:grpSpPr>
          <a:xfrm>
            <a:off x="3513957" y="3955735"/>
            <a:ext cx="339328" cy="336274"/>
            <a:chOff x="3532345" y="3362635"/>
            <a:chExt cx="339328" cy="336274"/>
          </a:xfrm>
        </p:grpSpPr>
        <p:sp>
          <p:nvSpPr>
            <p:cNvPr id="13602" name="Google Shape;1360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7" name="Google Shape;13607;p81"/>
          <p:cNvSpPr/>
          <p:nvPr/>
        </p:nvSpPr>
        <p:spPr>
          <a:xfrm>
            <a:off x="3950576" y="39430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81"/>
          <p:cNvGrpSpPr/>
          <p:nvPr/>
        </p:nvGrpSpPr>
        <p:grpSpPr>
          <a:xfrm>
            <a:off x="1865568" y="4401800"/>
            <a:ext cx="162873" cy="351445"/>
            <a:chOff x="1883955" y="3808700"/>
            <a:chExt cx="162873" cy="351445"/>
          </a:xfrm>
        </p:grpSpPr>
        <p:sp>
          <p:nvSpPr>
            <p:cNvPr id="13609" name="Google Shape;13609;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1"/>
          <p:cNvGrpSpPr/>
          <p:nvPr/>
        </p:nvGrpSpPr>
        <p:grpSpPr>
          <a:xfrm>
            <a:off x="920769" y="4402309"/>
            <a:ext cx="192007" cy="351318"/>
            <a:chOff x="939156" y="3809209"/>
            <a:chExt cx="192007" cy="351318"/>
          </a:xfrm>
        </p:grpSpPr>
        <p:sp>
          <p:nvSpPr>
            <p:cNvPr id="13612" name="Google Shape;13612;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1"/>
          <p:cNvGrpSpPr/>
          <p:nvPr/>
        </p:nvGrpSpPr>
        <p:grpSpPr>
          <a:xfrm>
            <a:off x="2287779" y="4402945"/>
            <a:ext cx="193915" cy="349155"/>
            <a:chOff x="2306167" y="3809845"/>
            <a:chExt cx="193915" cy="349155"/>
          </a:xfrm>
        </p:grpSpPr>
        <p:sp>
          <p:nvSpPr>
            <p:cNvPr id="13615" name="Google Shape;13615;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81"/>
          <p:cNvGrpSpPr/>
          <p:nvPr/>
        </p:nvGrpSpPr>
        <p:grpSpPr>
          <a:xfrm>
            <a:off x="1305514" y="4400273"/>
            <a:ext cx="356343" cy="356757"/>
            <a:chOff x="1323901" y="3807173"/>
            <a:chExt cx="356343" cy="356757"/>
          </a:xfrm>
        </p:grpSpPr>
        <p:sp>
          <p:nvSpPr>
            <p:cNvPr id="13623" name="Google Shape;13623;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7" name="Google Shape;13647;p81"/>
          <p:cNvSpPr/>
          <p:nvPr/>
        </p:nvSpPr>
        <p:spPr>
          <a:xfrm>
            <a:off x="2769084" y="43980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8" name="Google Shape;13648;p81"/>
          <p:cNvGrpSpPr/>
          <p:nvPr/>
        </p:nvGrpSpPr>
        <p:grpSpPr>
          <a:xfrm>
            <a:off x="840874" y="3947020"/>
            <a:ext cx="306759" cy="351445"/>
            <a:chOff x="859262" y="3353920"/>
            <a:chExt cx="306759" cy="351445"/>
          </a:xfrm>
        </p:grpSpPr>
        <p:sp>
          <p:nvSpPr>
            <p:cNvPr id="1364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4" name="Google Shape;13654;p81"/>
          <p:cNvSpPr/>
          <p:nvPr/>
        </p:nvSpPr>
        <p:spPr>
          <a:xfrm>
            <a:off x="1297531" y="39537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5" name="Google Shape;13655;p81"/>
          <p:cNvGrpSpPr/>
          <p:nvPr/>
        </p:nvGrpSpPr>
        <p:grpSpPr>
          <a:xfrm>
            <a:off x="3949050" y="4430202"/>
            <a:ext cx="364708" cy="295405"/>
            <a:chOff x="3967437" y="3837102"/>
            <a:chExt cx="364708" cy="295405"/>
          </a:xfrm>
        </p:grpSpPr>
        <p:sp>
          <p:nvSpPr>
            <p:cNvPr id="13656" name="Google Shape;13656;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1" name="Google Shape;13661;p81"/>
          <p:cNvSpPr/>
          <p:nvPr/>
        </p:nvSpPr>
        <p:spPr>
          <a:xfrm>
            <a:off x="3198134" y="44010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3451079" y="44212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5296224" y="44116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4" name="Google Shape;13664;p81"/>
          <p:cNvGrpSpPr/>
          <p:nvPr/>
        </p:nvGrpSpPr>
        <p:grpSpPr>
          <a:xfrm>
            <a:off x="5793439" y="4399551"/>
            <a:ext cx="283743" cy="308444"/>
            <a:chOff x="5964227" y="3858701"/>
            <a:chExt cx="283743" cy="308444"/>
          </a:xfrm>
        </p:grpSpPr>
        <p:sp>
          <p:nvSpPr>
            <p:cNvPr id="13665" name="Google Shape;13665;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81"/>
          <p:cNvGrpSpPr/>
          <p:nvPr/>
        </p:nvGrpSpPr>
        <p:grpSpPr>
          <a:xfrm>
            <a:off x="6225121" y="4466173"/>
            <a:ext cx="320372" cy="213602"/>
            <a:chOff x="6395908" y="3873073"/>
            <a:chExt cx="320372" cy="213602"/>
          </a:xfrm>
        </p:grpSpPr>
        <p:sp>
          <p:nvSpPr>
            <p:cNvPr id="13670" name="Google Shape;13670;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1"/>
          <p:cNvGrpSpPr/>
          <p:nvPr/>
        </p:nvGrpSpPr>
        <p:grpSpPr>
          <a:xfrm>
            <a:off x="7244503" y="4395916"/>
            <a:ext cx="357138" cy="352018"/>
            <a:chOff x="7415290" y="3802816"/>
            <a:chExt cx="357138" cy="352018"/>
          </a:xfrm>
        </p:grpSpPr>
        <p:sp>
          <p:nvSpPr>
            <p:cNvPr id="13681" name="Google Shape;13681;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81"/>
          <p:cNvGrpSpPr/>
          <p:nvPr/>
        </p:nvGrpSpPr>
        <p:grpSpPr>
          <a:xfrm>
            <a:off x="6718925" y="4426513"/>
            <a:ext cx="355230" cy="293401"/>
            <a:chOff x="6889712" y="3833413"/>
            <a:chExt cx="355230" cy="293401"/>
          </a:xfrm>
        </p:grpSpPr>
        <p:sp>
          <p:nvSpPr>
            <p:cNvPr id="13690" name="Google Shape;13690;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1"/>
          <p:cNvGrpSpPr/>
          <p:nvPr/>
        </p:nvGrpSpPr>
        <p:grpSpPr>
          <a:xfrm>
            <a:off x="7688764" y="4428970"/>
            <a:ext cx="282318" cy="337168"/>
            <a:chOff x="1635875" y="237775"/>
            <a:chExt cx="4370250" cy="5219325"/>
          </a:xfrm>
        </p:grpSpPr>
        <p:sp>
          <p:nvSpPr>
            <p:cNvPr id="13696" name="Google Shape;13696;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81"/>
          <p:cNvGrpSpPr/>
          <p:nvPr/>
        </p:nvGrpSpPr>
        <p:grpSpPr>
          <a:xfrm>
            <a:off x="3085576" y="3954240"/>
            <a:ext cx="297886" cy="337578"/>
            <a:chOff x="3103963" y="3361140"/>
            <a:chExt cx="297886" cy="337578"/>
          </a:xfrm>
        </p:grpSpPr>
        <p:sp>
          <p:nvSpPr>
            <p:cNvPr id="13699" name="Google Shape;13699;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81"/>
          <p:cNvGrpSpPr/>
          <p:nvPr/>
        </p:nvGrpSpPr>
        <p:grpSpPr>
          <a:xfrm>
            <a:off x="2649434" y="3954208"/>
            <a:ext cx="273046" cy="337801"/>
            <a:chOff x="2667821" y="3361108"/>
            <a:chExt cx="273046" cy="337801"/>
          </a:xfrm>
        </p:grpSpPr>
        <p:sp>
          <p:nvSpPr>
            <p:cNvPr id="13724" name="Google Shape;13724;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1"/>
          <p:cNvGrpSpPr/>
          <p:nvPr/>
        </p:nvGrpSpPr>
        <p:grpSpPr>
          <a:xfrm>
            <a:off x="2194082" y="3953413"/>
            <a:ext cx="282715" cy="338660"/>
            <a:chOff x="2212469" y="3360313"/>
            <a:chExt cx="282715" cy="338660"/>
          </a:xfrm>
        </p:grpSpPr>
        <p:sp>
          <p:nvSpPr>
            <p:cNvPr id="13744" name="Google Shape;13744;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81"/>
          <p:cNvGrpSpPr/>
          <p:nvPr/>
        </p:nvGrpSpPr>
        <p:grpSpPr>
          <a:xfrm>
            <a:off x="1750434" y="3954208"/>
            <a:ext cx="278739" cy="339073"/>
            <a:chOff x="1768821" y="3361108"/>
            <a:chExt cx="278739" cy="339073"/>
          </a:xfrm>
        </p:grpSpPr>
        <p:sp>
          <p:nvSpPr>
            <p:cNvPr id="13748"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5319495" y="3929973"/>
            <a:ext cx="307141" cy="376826"/>
            <a:chOff x="5337883" y="3336873"/>
            <a:chExt cx="307141" cy="376826"/>
          </a:xfrm>
        </p:grpSpPr>
        <p:sp>
          <p:nvSpPr>
            <p:cNvPr id="13760" name="Google Shape;13760;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81"/>
          <p:cNvGrpSpPr/>
          <p:nvPr/>
        </p:nvGrpSpPr>
        <p:grpSpPr>
          <a:xfrm>
            <a:off x="4865447" y="3930355"/>
            <a:ext cx="323425" cy="377557"/>
            <a:chOff x="4883835" y="3337255"/>
            <a:chExt cx="323425" cy="377557"/>
          </a:xfrm>
        </p:grpSpPr>
        <p:sp>
          <p:nvSpPr>
            <p:cNvPr id="13763" name="Google Shape;13763;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1"/>
          <p:cNvGrpSpPr/>
          <p:nvPr/>
        </p:nvGrpSpPr>
        <p:grpSpPr>
          <a:xfrm>
            <a:off x="6174923" y="4000389"/>
            <a:ext cx="352590" cy="237488"/>
            <a:chOff x="6193310" y="3407289"/>
            <a:chExt cx="352590" cy="237488"/>
          </a:xfrm>
        </p:grpSpPr>
        <p:sp>
          <p:nvSpPr>
            <p:cNvPr id="13767" name="Google Shape;13767;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1"/>
          <p:cNvGrpSpPr/>
          <p:nvPr/>
        </p:nvGrpSpPr>
        <p:grpSpPr>
          <a:xfrm>
            <a:off x="6618730" y="3990943"/>
            <a:ext cx="353735" cy="254504"/>
            <a:chOff x="6637117" y="3397843"/>
            <a:chExt cx="353735" cy="254504"/>
          </a:xfrm>
        </p:grpSpPr>
        <p:sp>
          <p:nvSpPr>
            <p:cNvPr id="13773" name="Google Shape;13773;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81"/>
          <p:cNvGrpSpPr/>
          <p:nvPr/>
        </p:nvGrpSpPr>
        <p:grpSpPr>
          <a:xfrm>
            <a:off x="7057607" y="3942631"/>
            <a:ext cx="360637" cy="352336"/>
            <a:chOff x="7075994" y="3349531"/>
            <a:chExt cx="360637" cy="352336"/>
          </a:xfrm>
        </p:grpSpPr>
        <p:sp>
          <p:nvSpPr>
            <p:cNvPr id="13780" name="Google Shape;13780;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81"/>
          <p:cNvGrpSpPr/>
          <p:nvPr/>
        </p:nvGrpSpPr>
        <p:grpSpPr>
          <a:xfrm>
            <a:off x="7633595" y="3942281"/>
            <a:ext cx="107183" cy="352399"/>
            <a:chOff x="7651983" y="3349181"/>
            <a:chExt cx="107183" cy="352399"/>
          </a:xfrm>
        </p:grpSpPr>
        <p:sp>
          <p:nvSpPr>
            <p:cNvPr id="13788" name="Google Shape;13788;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81"/>
          <p:cNvGrpSpPr/>
          <p:nvPr/>
        </p:nvGrpSpPr>
        <p:grpSpPr>
          <a:xfrm>
            <a:off x="7955080" y="3975422"/>
            <a:ext cx="352590" cy="287072"/>
            <a:chOff x="7973468" y="3382322"/>
            <a:chExt cx="352590" cy="287072"/>
          </a:xfrm>
        </p:grpSpPr>
        <p:sp>
          <p:nvSpPr>
            <p:cNvPr id="13791" name="Google Shape;13791;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6"/>
        <p:cNvGrpSpPr/>
        <p:nvPr/>
      </p:nvGrpSpPr>
      <p:grpSpPr>
        <a:xfrm>
          <a:off x="0" y="0"/>
          <a:ext cx="0" cy="0"/>
          <a:chOff x="0" y="0"/>
          <a:chExt cx="0" cy="0"/>
        </a:xfrm>
      </p:grpSpPr>
      <p:sp>
        <p:nvSpPr>
          <p:cNvPr id="13807" name="Google Shape;13807;p82"/>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3808" name="Google Shape;13808;p82"/>
          <p:cNvGrpSpPr/>
          <p:nvPr/>
        </p:nvGrpSpPr>
        <p:grpSpPr>
          <a:xfrm>
            <a:off x="821814" y="2550933"/>
            <a:ext cx="347872" cy="347488"/>
            <a:chOff x="849677" y="1500658"/>
            <a:chExt cx="347872" cy="347488"/>
          </a:xfrm>
        </p:grpSpPr>
        <p:sp>
          <p:nvSpPr>
            <p:cNvPr id="13809" name="Google Shape;13809;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5" name="Google Shape;13815;p82"/>
          <p:cNvGrpSpPr/>
          <p:nvPr/>
        </p:nvGrpSpPr>
        <p:grpSpPr>
          <a:xfrm>
            <a:off x="1387990" y="2550933"/>
            <a:ext cx="315872" cy="347488"/>
            <a:chOff x="1415853" y="1500658"/>
            <a:chExt cx="315872" cy="347488"/>
          </a:xfrm>
        </p:grpSpPr>
        <p:sp>
          <p:nvSpPr>
            <p:cNvPr id="13816" name="Google Shape;13816;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82"/>
          <p:cNvGrpSpPr/>
          <p:nvPr/>
        </p:nvGrpSpPr>
        <p:grpSpPr>
          <a:xfrm>
            <a:off x="4669526" y="2550933"/>
            <a:ext cx="347520" cy="347104"/>
            <a:chOff x="4697389" y="1500658"/>
            <a:chExt cx="347520" cy="347104"/>
          </a:xfrm>
        </p:grpSpPr>
        <p:sp>
          <p:nvSpPr>
            <p:cNvPr id="13821" name="Google Shape;13821;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2"/>
          <p:cNvGrpSpPr/>
          <p:nvPr/>
        </p:nvGrpSpPr>
        <p:grpSpPr>
          <a:xfrm>
            <a:off x="3575670" y="3015221"/>
            <a:ext cx="347520" cy="353760"/>
            <a:chOff x="3603533" y="1964946"/>
            <a:chExt cx="347520" cy="353760"/>
          </a:xfrm>
        </p:grpSpPr>
        <p:sp>
          <p:nvSpPr>
            <p:cNvPr id="13825" name="Google Shape;13825;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922902" y="3014613"/>
            <a:ext cx="357792" cy="352448"/>
            <a:chOff x="1950765" y="1964338"/>
            <a:chExt cx="357792" cy="352448"/>
          </a:xfrm>
        </p:grpSpPr>
        <p:sp>
          <p:nvSpPr>
            <p:cNvPr id="13829" name="Google Shape;13829;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7407766" y="3014965"/>
            <a:ext cx="367712" cy="353248"/>
            <a:chOff x="7435629" y="1964690"/>
            <a:chExt cx="367712" cy="353248"/>
          </a:xfrm>
        </p:grpSpPr>
        <p:sp>
          <p:nvSpPr>
            <p:cNvPr id="13834" name="Google Shape;13834;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2"/>
          <p:cNvGrpSpPr/>
          <p:nvPr/>
        </p:nvGrpSpPr>
        <p:grpSpPr>
          <a:xfrm>
            <a:off x="2484886" y="3015317"/>
            <a:ext cx="333024" cy="352896"/>
            <a:chOff x="2512749" y="1965042"/>
            <a:chExt cx="333024" cy="352896"/>
          </a:xfrm>
        </p:grpSpPr>
        <p:sp>
          <p:nvSpPr>
            <p:cNvPr id="13839" name="Google Shape;13839;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2"/>
          <p:cNvGrpSpPr/>
          <p:nvPr/>
        </p:nvGrpSpPr>
        <p:grpSpPr>
          <a:xfrm>
            <a:off x="1370454" y="3032053"/>
            <a:ext cx="365792" cy="335392"/>
            <a:chOff x="1398317" y="1981778"/>
            <a:chExt cx="365792" cy="335392"/>
          </a:xfrm>
        </p:grpSpPr>
        <p:sp>
          <p:nvSpPr>
            <p:cNvPr id="13845" name="Google Shape;13845;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3024374" y="3053845"/>
            <a:ext cx="353600" cy="314752"/>
            <a:chOff x="3052237" y="2003570"/>
            <a:chExt cx="353600" cy="314752"/>
          </a:xfrm>
        </p:grpSpPr>
        <p:sp>
          <p:nvSpPr>
            <p:cNvPr id="13852" name="Google Shape;13852;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2"/>
          <p:cNvGrpSpPr/>
          <p:nvPr/>
        </p:nvGrpSpPr>
        <p:grpSpPr>
          <a:xfrm>
            <a:off x="1376150" y="4008341"/>
            <a:ext cx="368096" cy="223968"/>
            <a:chOff x="1404013" y="2958066"/>
            <a:chExt cx="368096" cy="223968"/>
          </a:xfrm>
        </p:grpSpPr>
        <p:sp>
          <p:nvSpPr>
            <p:cNvPr id="13856" name="Google Shape;13856;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8" name="Google Shape;13858;p82"/>
          <p:cNvSpPr/>
          <p:nvPr/>
        </p:nvSpPr>
        <p:spPr>
          <a:xfrm>
            <a:off x="4119734" y="3936629"/>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852278" y="3936565"/>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0" name="Google Shape;13860;p82"/>
          <p:cNvGrpSpPr/>
          <p:nvPr/>
        </p:nvGrpSpPr>
        <p:grpSpPr>
          <a:xfrm>
            <a:off x="1923286" y="3935477"/>
            <a:ext cx="370368" cy="367328"/>
            <a:chOff x="1951149" y="2885202"/>
            <a:chExt cx="370368" cy="367328"/>
          </a:xfrm>
        </p:grpSpPr>
        <p:sp>
          <p:nvSpPr>
            <p:cNvPr id="13861" name="Google Shape;13861;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2473814" y="3956437"/>
            <a:ext cx="367328" cy="327296"/>
            <a:chOff x="2501677" y="2906162"/>
            <a:chExt cx="367328" cy="327296"/>
          </a:xfrm>
        </p:grpSpPr>
        <p:sp>
          <p:nvSpPr>
            <p:cNvPr id="13865" name="Google Shape;13865;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8" name="Google Shape;13868;p82"/>
          <p:cNvSpPr/>
          <p:nvPr/>
        </p:nvSpPr>
        <p:spPr>
          <a:xfrm>
            <a:off x="3569974" y="3979669"/>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9" name="Google Shape;13869;p82"/>
          <p:cNvGrpSpPr/>
          <p:nvPr/>
        </p:nvGrpSpPr>
        <p:grpSpPr>
          <a:xfrm>
            <a:off x="3022454" y="3943989"/>
            <a:ext cx="367712" cy="354240"/>
            <a:chOff x="3050317" y="2893714"/>
            <a:chExt cx="367712" cy="354240"/>
          </a:xfrm>
        </p:grpSpPr>
        <p:sp>
          <p:nvSpPr>
            <p:cNvPr id="13870" name="Google Shape;13870;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82"/>
          <p:cNvSpPr/>
          <p:nvPr/>
        </p:nvSpPr>
        <p:spPr>
          <a:xfrm>
            <a:off x="4666870" y="3934709"/>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2"/>
          <p:cNvSpPr/>
          <p:nvPr/>
        </p:nvSpPr>
        <p:spPr>
          <a:xfrm>
            <a:off x="8018518" y="3936565"/>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2"/>
          <p:cNvGrpSpPr/>
          <p:nvPr/>
        </p:nvGrpSpPr>
        <p:grpSpPr>
          <a:xfrm>
            <a:off x="7503414" y="3936629"/>
            <a:ext cx="185184" cy="367296"/>
            <a:chOff x="7531277" y="2886354"/>
            <a:chExt cx="185184" cy="367296"/>
          </a:xfrm>
        </p:grpSpPr>
        <p:sp>
          <p:nvSpPr>
            <p:cNvPr id="13875" name="Google Shape;13875;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2"/>
          <p:cNvGrpSpPr/>
          <p:nvPr/>
        </p:nvGrpSpPr>
        <p:grpSpPr>
          <a:xfrm>
            <a:off x="6898774" y="3937013"/>
            <a:ext cx="297184" cy="367296"/>
            <a:chOff x="6926637" y="2886738"/>
            <a:chExt cx="297184" cy="367296"/>
          </a:xfrm>
        </p:grpSpPr>
        <p:sp>
          <p:nvSpPr>
            <p:cNvPr id="13879" name="Google Shape;13879;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2" name="Google Shape;13882;p82"/>
          <p:cNvSpPr/>
          <p:nvPr/>
        </p:nvSpPr>
        <p:spPr>
          <a:xfrm>
            <a:off x="5227702" y="3936245"/>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2"/>
          <p:cNvSpPr/>
          <p:nvPr/>
        </p:nvSpPr>
        <p:spPr>
          <a:xfrm>
            <a:off x="5806422" y="3936949"/>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4" name="Google Shape;13884;p82"/>
          <p:cNvGrpSpPr/>
          <p:nvPr/>
        </p:nvGrpSpPr>
        <p:grpSpPr>
          <a:xfrm>
            <a:off x="6312790" y="3936629"/>
            <a:ext cx="370368" cy="368064"/>
            <a:chOff x="6340653" y="2886354"/>
            <a:chExt cx="370368" cy="368064"/>
          </a:xfrm>
        </p:grpSpPr>
        <p:sp>
          <p:nvSpPr>
            <p:cNvPr id="13885" name="Google Shape;13885;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5218934" y="3031701"/>
            <a:ext cx="354752" cy="336512"/>
            <a:chOff x="5246797" y="1981426"/>
            <a:chExt cx="354752" cy="336512"/>
          </a:xfrm>
        </p:grpSpPr>
        <p:sp>
          <p:nvSpPr>
            <p:cNvPr id="13892" name="Google Shape;13892;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82"/>
          <p:cNvGrpSpPr/>
          <p:nvPr/>
        </p:nvGrpSpPr>
        <p:grpSpPr>
          <a:xfrm>
            <a:off x="4120886" y="3152341"/>
            <a:ext cx="355136" cy="216256"/>
            <a:chOff x="4148749" y="2102066"/>
            <a:chExt cx="355136" cy="216256"/>
          </a:xfrm>
        </p:grpSpPr>
        <p:sp>
          <p:nvSpPr>
            <p:cNvPr id="13895" name="Google Shape;13895;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82"/>
          <p:cNvGrpSpPr/>
          <p:nvPr/>
        </p:nvGrpSpPr>
        <p:grpSpPr>
          <a:xfrm>
            <a:off x="5766806" y="3051701"/>
            <a:ext cx="354752" cy="315360"/>
            <a:chOff x="5794669" y="2001426"/>
            <a:chExt cx="354752" cy="315360"/>
          </a:xfrm>
        </p:grpSpPr>
        <p:sp>
          <p:nvSpPr>
            <p:cNvPr id="13898" name="Google Shape;13898;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82"/>
          <p:cNvGrpSpPr/>
          <p:nvPr/>
        </p:nvGrpSpPr>
        <p:grpSpPr>
          <a:xfrm>
            <a:off x="6317366" y="3080117"/>
            <a:ext cx="352832" cy="289216"/>
            <a:chOff x="6345229" y="2029842"/>
            <a:chExt cx="352832" cy="289216"/>
          </a:xfrm>
        </p:grpSpPr>
        <p:sp>
          <p:nvSpPr>
            <p:cNvPr id="13901" name="Google Shape;13901;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82"/>
          <p:cNvGrpSpPr/>
          <p:nvPr/>
        </p:nvGrpSpPr>
        <p:grpSpPr>
          <a:xfrm>
            <a:off x="4669526" y="3086613"/>
            <a:ext cx="354752" cy="281984"/>
            <a:chOff x="4697389" y="2036338"/>
            <a:chExt cx="354752" cy="281984"/>
          </a:xfrm>
        </p:grpSpPr>
        <p:sp>
          <p:nvSpPr>
            <p:cNvPr id="13904" name="Google Shape;13904;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82"/>
          <p:cNvGrpSpPr/>
          <p:nvPr/>
        </p:nvGrpSpPr>
        <p:grpSpPr>
          <a:xfrm>
            <a:off x="1376150" y="3475029"/>
            <a:ext cx="353600" cy="354944"/>
            <a:chOff x="1404013" y="2424754"/>
            <a:chExt cx="353600" cy="354944"/>
          </a:xfrm>
        </p:grpSpPr>
        <p:sp>
          <p:nvSpPr>
            <p:cNvPr id="13907" name="Google Shape;13907;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82"/>
          <p:cNvGrpSpPr/>
          <p:nvPr/>
        </p:nvGrpSpPr>
        <p:grpSpPr>
          <a:xfrm>
            <a:off x="826390" y="3478549"/>
            <a:ext cx="355104" cy="351040"/>
            <a:chOff x="854253" y="2428274"/>
            <a:chExt cx="355104" cy="351040"/>
          </a:xfrm>
        </p:grpSpPr>
        <p:sp>
          <p:nvSpPr>
            <p:cNvPr id="13913" name="Google Shape;13913;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2"/>
          <p:cNvGrpSpPr/>
          <p:nvPr/>
        </p:nvGrpSpPr>
        <p:grpSpPr>
          <a:xfrm>
            <a:off x="6869046" y="3491221"/>
            <a:ext cx="354752" cy="275904"/>
            <a:chOff x="6896909" y="2440946"/>
            <a:chExt cx="354752" cy="275904"/>
          </a:xfrm>
        </p:grpSpPr>
        <p:sp>
          <p:nvSpPr>
            <p:cNvPr id="13916" name="Google Shape;13916;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82"/>
          <p:cNvSpPr/>
          <p:nvPr/>
        </p:nvSpPr>
        <p:spPr>
          <a:xfrm>
            <a:off x="6319638" y="3499029"/>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9" name="Google Shape;13919;p82"/>
          <p:cNvGrpSpPr/>
          <p:nvPr/>
        </p:nvGrpSpPr>
        <p:grpSpPr>
          <a:xfrm>
            <a:off x="5237206" y="3475029"/>
            <a:ext cx="321984" cy="354560"/>
            <a:chOff x="5265069" y="2424754"/>
            <a:chExt cx="321984" cy="354560"/>
          </a:xfrm>
        </p:grpSpPr>
        <p:sp>
          <p:nvSpPr>
            <p:cNvPr id="13920" name="Google Shape;13920;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82"/>
          <p:cNvGrpSpPr/>
          <p:nvPr/>
        </p:nvGrpSpPr>
        <p:grpSpPr>
          <a:xfrm>
            <a:off x="4122806" y="3517045"/>
            <a:ext cx="355104" cy="259584"/>
            <a:chOff x="4150669" y="2466770"/>
            <a:chExt cx="355104" cy="259584"/>
          </a:xfrm>
        </p:grpSpPr>
        <p:sp>
          <p:nvSpPr>
            <p:cNvPr id="13923" name="Google Shape;13923;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82"/>
          <p:cNvGrpSpPr/>
          <p:nvPr/>
        </p:nvGrpSpPr>
        <p:grpSpPr>
          <a:xfrm>
            <a:off x="4671830" y="3475221"/>
            <a:ext cx="354336" cy="353984"/>
            <a:chOff x="4699693" y="2424946"/>
            <a:chExt cx="354336" cy="353984"/>
          </a:xfrm>
        </p:grpSpPr>
        <p:sp>
          <p:nvSpPr>
            <p:cNvPr id="13928" name="Google Shape;13928;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0" name="Google Shape;13930;p82"/>
          <p:cNvSpPr/>
          <p:nvPr/>
        </p:nvSpPr>
        <p:spPr>
          <a:xfrm>
            <a:off x="5782038" y="3474869"/>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2"/>
          <p:cNvSpPr/>
          <p:nvPr/>
        </p:nvSpPr>
        <p:spPr>
          <a:xfrm>
            <a:off x="3023990" y="3513813"/>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1925174" y="3602517"/>
            <a:ext cx="355136" cy="227072"/>
            <a:chOff x="1953037" y="2552242"/>
            <a:chExt cx="355136" cy="227072"/>
          </a:xfrm>
        </p:grpSpPr>
        <p:sp>
          <p:nvSpPr>
            <p:cNvPr id="13933" name="Google Shape;13933;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5" name="Google Shape;13935;p82"/>
          <p:cNvSpPr/>
          <p:nvPr/>
        </p:nvSpPr>
        <p:spPr>
          <a:xfrm>
            <a:off x="3576054" y="3474421"/>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6" name="Google Shape;13936;p82"/>
          <p:cNvGrpSpPr/>
          <p:nvPr/>
        </p:nvGrpSpPr>
        <p:grpSpPr>
          <a:xfrm>
            <a:off x="2473078" y="3577493"/>
            <a:ext cx="355104" cy="250944"/>
            <a:chOff x="2500941" y="2527218"/>
            <a:chExt cx="355104" cy="250944"/>
          </a:xfrm>
        </p:grpSpPr>
        <p:sp>
          <p:nvSpPr>
            <p:cNvPr id="13937" name="Google Shape;13937;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82"/>
          <p:cNvSpPr/>
          <p:nvPr/>
        </p:nvSpPr>
        <p:spPr>
          <a:xfrm>
            <a:off x="7419574" y="3549557"/>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82"/>
          <p:cNvGrpSpPr/>
          <p:nvPr/>
        </p:nvGrpSpPr>
        <p:grpSpPr>
          <a:xfrm>
            <a:off x="7965942" y="3477397"/>
            <a:ext cx="356256" cy="351808"/>
            <a:chOff x="7993805" y="2427122"/>
            <a:chExt cx="356256" cy="351808"/>
          </a:xfrm>
        </p:grpSpPr>
        <p:sp>
          <p:nvSpPr>
            <p:cNvPr id="13944" name="Google Shape;13944;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82"/>
          <p:cNvGrpSpPr/>
          <p:nvPr/>
        </p:nvGrpSpPr>
        <p:grpSpPr>
          <a:xfrm>
            <a:off x="850774" y="3015285"/>
            <a:ext cx="308640" cy="353312"/>
            <a:chOff x="878637" y="1965010"/>
            <a:chExt cx="308640" cy="353312"/>
          </a:xfrm>
        </p:grpSpPr>
        <p:sp>
          <p:nvSpPr>
            <p:cNvPr id="13948" name="Google Shape;13948;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2"/>
          <p:cNvGrpSpPr/>
          <p:nvPr/>
        </p:nvGrpSpPr>
        <p:grpSpPr>
          <a:xfrm>
            <a:off x="6868278" y="3014997"/>
            <a:ext cx="348256" cy="352448"/>
            <a:chOff x="6896141" y="1964722"/>
            <a:chExt cx="348256" cy="352448"/>
          </a:xfrm>
        </p:grpSpPr>
        <p:sp>
          <p:nvSpPr>
            <p:cNvPr id="13952" name="Google Shape;13952;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2"/>
          <p:cNvGrpSpPr/>
          <p:nvPr/>
        </p:nvGrpSpPr>
        <p:grpSpPr>
          <a:xfrm>
            <a:off x="7962134" y="3065653"/>
            <a:ext cx="355136" cy="303328"/>
            <a:chOff x="7989997" y="2015378"/>
            <a:chExt cx="355136" cy="303328"/>
          </a:xfrm>
        </p:grpSpPr>
        <p:sp>
          <p:nvSpPr>
            <p:cNvPr id="13956" name="Google Shape;13956;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82"/>
          <p:cNvGrpSpPr/>
          <p:nvPr/>
        </p:nvGrpSpPr>
        <p:grpSpPr>
          <a:xfrm>
            <a:off x="3570358" y="2559637"/>
            <a:ext cx="348640" cy="330784"/>
            <a:chOff x="3598221" y="1509362"/>
            <a:chExt cx="348640" cy="330784"/>
          </a:xfrm>
        </p:grpSpPr>
        <p:sp>
          <p:nvSpPr>
            <p:cNvPr id="13960" name="Google Shape;13960;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5218934" y="2550933"/>
            <a:ext cx="347872" cy="347488"/>
            <a:chOff x="5246797" y="1500658"/>
            <a:chExt cx="347872" cy="347488"/>
          </a:xfrm>
        </p:grpSpPr>
        <p:sp>
          <p:nvSpPr>
            <p:cNvPr id="13965" name="Google Shape;13965;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82"/>
          <p:cNvGrpSpPr/>
          <p:nvPr/>
        </p:nvGrpSpPr>
        <p:grpSpPr>
          <a:xfrm>
            <a:off x="5768726" y="2550933"/>
            <a:ext cx="349024" cy="346752"/>
            <a:chOff x="5796589" y="1500658"/>
            <a:chExt cx="349024" cy="346752"/>
          </a:xfrm>
        </p:grpSpPr>
        <p:sp>
          <p:nvSpPr>
            <p:cNvPr id="13970" name="Google Shape;13970;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1" name="Google Shape;13971;p82"/>
            <p:cNvGrpSpPr/>
            <p:nvPr/>
          </p:nvGrpSpPr>
          <p:grpSpPr>
            <a:xfrm>
              <a:off x="5796589" y="1500658"/>
              <a:ext cx="349024" cy="346752"/>
              <a:chOff x="5796589" y="1500658"/>
              <a:chExt cx="349024" cy="346752"/>
            </a:xfrm>
          </p:grpSpPr>
          <p:sp>
            <p:nvSpPr>
              <p:cNvPr id="13972" name="Google Shape;13972;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82"/>
          <p:cNvGrpSpPr/>
          <p:nvPr/>
        </p:nvGrpSpPr>
        <p:grpSpPr>
          <a:xfrm>
            <a:off x="6867510" y="2552853"/>
            <a:ext cx="348640" cy="343296"/>
            <a:chOff x="6895373" y="1502578"/>
            <a:chExt cx="348640" cy="343296"/>
          </a:xfrm>
        </p:grpSpPr>
        <p:sp>
          <p:nvSpPr>
            <p:cNvPr id="13977" name="Google Shape;13977;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82"/>
          <p:cNvGrpSpPr/>
          <p:nvPr/>
        </p:nvGrpSpPr>
        <p:grpSpPr>
          <a:xfrm>
            <a:off x="4119734" y="2555733"/>
            <a:ext cx="347904" cy="336992"/>
            <a:chOff x="4147597" y="1505458"/>
            <a:chExt cx="347904" cy="336992"/>
          </a:xfrm>
        </p:grpSpPr>
        <p:sp>
          <p:nvSpPr>
            <p:cNvPr id="13981" name="Google Shape;13981;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82"/>
          <p:cNvGrpSpPr/>
          <p:nvPr/>
        </p:nvGrpSpPr>
        <p:grpSpPr>
          <a:xfrm>
            <a:off x="2471542" y="2550165"/>
            <a:ext cx="347488" cy="348256"/>
            <a:chOff x="2499405" y="1499890"/>
            <a:chExt cx="347488" cy="348256"/>
          </a:xfrm>
        </p:grpSpPr>
        <p:sp>
          <p:nvSpPr>
            <p:cNvPr id="13989" name="Google Shape;13989;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82"/>
          <p:cNvGrpSpPr/>
          <p:nvPr/>
        </p:nvGrpSpPr>
        <p:grpSpPr>
          <a:xfrm>
            <a:off x="1928982" y="2550773"/>
            <a:ext cx="331520" cy="348032"/>
            <a:chOff x="1956845" y="1500498"/>
            <a:chExt cx="331520" cy="348032"/>
          </a:xfrm>
        </p:grpSpPr>
        <p:sp>
          <p:nvSpPr>
            <p:cNvPr id="13995" name="Google Shape;13995;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6317750" y="2600149"/>
            <a:ext cx="348640" cy="250656"/>
            <a:chOff x="6345613" y="1549874"/>
            <a:chExt cx="348640" cy="250656"/>
          </a:xfrm>
        </p:grpSpPr>
        <p:sp>
          <p:nvSpPr>
            <p:cNvPr id="14008" name="Google Shape;14008;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82"/>
          <p:cNvGrpSpPr/>
          <p:nvPr/>
        </p:nvGrpSpPr>
        <p:grpSpPr>
          <a:xfrm>
            <a:off x="7416918" y="2557301"/>
            <a:ext cx="348640" cy="334272"/>
            <a:chOff x="7444781" y="1507026"/>
            <a:chExt cx="348640" cy="334272"/>
          </a:xfrm>
        </p:grpSpPr>
        <p:sp>
          <p:nvSpPr>
            <p:cNvPr id="14015" name="Google Shape;14015;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7967478" y="2557013"/>
            <a:ext cx="347872" cy="334944"/>
            <a:chOff x="7995341" y="1506738"/>
            <a:chExt cx="347872" cy="334944"/>
          </a:xfrm>
        </p:grpSpPr>
        <p:sp>
          <p:nvSpPr>
            <p:cNvPr id="14021" name="Google Shape;14021;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3020182" y="2573205"/>
            <a:ext cx="347872" cy="303904"/>
            <a:chOff x="3048045" y="1522930"/>
            <a:chExt cx="347872" cy="303904"/>
          </a:xfrm>
        </p:grpSpPr>
        <p:sp>
          <p:nvSpPr>
            <p:cNvPr id="14028" name="Google Shape;14028;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82"/>
            <p:cNvGrpSpPr/>
            <p:nvPr/>
          </p:nvGrpSpPr>
          <p:grpSpPr>
            <a:xfrm>
              <a:off x="3048045" y="1522930"/>
              <a:ext cx="347872" cy="303904"/>
              <a:chOff x="3048045" y="1522930"/>
              <a:chExt cx="347872" cy="303904"/>
            </a:xfrm>
          </p:grpSpPr>
          <p:sp>
            <p:nvSpPr>
              <p:cNvPr id="14030" name="Google Shape;14030;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32" name="Google Shape;14032;p82"/>
          <p:cNvGrpSpPr/>
          <p:nvPr/>
        </p:nvGrpSpPr>
        <p:grpSpPr>
          <a:xfrm>
            <a:off x="1105270" y="4402197"/>
            <a:ext cx="313984" cy="358560"/>
            <a:chOff x="1133133" y="3351922"/>
            <a:chExt cx="313984" cy="358560"/>
          </a:xfrm>
        </p:grpSpPr>
        <p:sp>
          <p:nvSpPr>
            <p:cNvPr id="14033" name="Google Shape;14033;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9" name="Google Shape;14049;p82"/>
          <p:cNvSpPr/>
          <p:nvPr/>
        </p:nvSpPr>
        <p:spPr>
          <a:xfrm>
            <a:off x="1681334" y="4404117"/>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0" name="Google Shape;14050;p82"/>
          <p:cNvGrpSpPr/>
          <p:nvPr/>
        </p:nvGrpSpPr>
        <p:grpSpPr>
          <a:xfrm>
            <a:off x="2767190" y="4402869"/>
            <a:ext cx="288448" cy="357120"/>
            <a:chOff x="2795053" y="3352594"/>
            <a:chExt cx="288448" cy="357120"/>
          </a:xfrm>
        </p:grpSpPr>
        <p:sp>
          <p:nvSpPr>
            <p:cNvPr id="14051" name="Google Shape;14051;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2"/>
          <p:cNvGrpSpPr/>
          <p:nvPr/>
        </p:nvGrpSpPr>
        <p:grpSpPr>
          <a:xfrm>
            <a:off x="2208662" y="4403477"/>
            <a:ext cx="304832" cy="356512"/>
            <a:chOff x="2236525" y="3353202"/>
            <a:chExt cx="304832" cy="356512"/>
          </a:xfrm>
        </p:grpSpPr>
        <p:sp>
          <p:nvSpPr>
            <p:cNvPr id="14061" name="Google Shape;14061;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82"/>
          <p:cNvGrpSpPr/>
          <p:nvPr/>
        </p:nvGrpSpPr>
        <p:grpSpPr>
          <a:xfrm>
            <a:off x="3882774" y="4402965"/>
            <a:ext cx="256800" cy="357024"/>
            <a:chOff x="3910637" y="3352690"/>
            <a:chExt cx="256800" cy="357024"/>
          </a:xfrm>
        </p:grpSpPr>
        <p:sp>
          <p:nvSpPr>
            <p:cNvPr id="14065" name="Google Shape;14065;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82"/>
          <p:cNvGrpSpPr/>
          <p:nvPr/>
        </p:nvGrpSpPr>
        <p:grpSpPr>
          <a:xfrm>
            <a:off x="6028566" y="4402197"/>
            <a:ext cx="360064" cy="360096"/>
            <a:chOff x="6056429" y="3351922"/>
            <a:chExt cx="360064" cy="360096"/>
          </a:xfrm>
        </p:grpSpPr>
        <p:sp>
          <p:nvSpPr>
            <p:cNvPr id="14069" name="Google Shape;14069;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82"/>
          <p:cNvGrpSpPr/>
          <p:nvPr/>
        </p:nvGrpSpPr>
        <p:grpSpPr>
          <a:xfrm>
            <a:off x="6581014" y="4403349"/>
            <a:ext cx="357408" cy="357408"/>
            <a:chOff x="6608877" y="3353074"/>
            <a:chExt cx="357408" cy="357408"/>
          </a:xfrm>
        </p:grpSpPr>
        <p:sp>
          <p:nvSpPr>
            <p:cNvPr id="14073" name="Google Shape;14073;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0" name="Google Shape;14080;p82"/>
          <p:cNvSpPr/>
          <p:nvPr/>
        </p:nvSpPr>
        <p:spPr>
          <a:xfrm>
            <a:off x="7680182" y="4401813"/>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2"/>
          <p:cNvSpPr/>
          <p:nvPr/>
        </p:nvSpPr>
        <p:spPr>
          <a:xfrm>
            <a:off x="4395222" y="4403349"/>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2" name="Google Shape;14082;p82"/>
          <p:cNvGrpSpPr/>
          <p:nvPr/>
        </p:nvGrpSpPr>
        <p:grpSpPr>
          <a:xfrm>
            <a:off x="4931670" y="4420501"/>
            <a:ext cx="357408" cy="323488"/>
            <a:chOff x="4959533" y="3370226"/>
            <a:chExt cx="357408" cy="323488"/>
          </a:xfrm>
        </p:grpSpPr>
        <p:sp>
          <p:nvSpPr>
            <p:cNvPr id="14083" name="Google Shape;14083;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7130774" y="4403349"/>
            <a:ext cx="357056" cy="357408"/>
            <a:chOff x="7158637" y="3353074"/>
            <a:chExt cx="357056" cy="357408"/>
          </a:xfrm>
        </p:grpSpPr>
        <p:sp>
          <p:nvSpPr>
            <p:cNvPr id="14086" name="Google Shape;14086;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82"/>
          <p:cNvGrpSpPr/>
          <p:nvPr/>
        </p:nvGrpSpPr>
        <p:grpSpPr>
          <a:xfrm>
            <a:off x="3288406" y="4402677"/>
            <a:ext cx="344832" cy="356544"/>
            <a:chOff x="3316269" y="3352402"/>
            <a:chExt cx="344832" cy="356544"/>
          </a:xfrm>
        </p:grpSpPr>
        <p:sp>
          <p:nvSpPr>
            <p:cNvPr id="14091" name="Google Shape;14091;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2"/>
          <p:cNvGrpSpPr/>
          <p:nvPr/>
        </p:nvGrpSpPr>
        <p:grpSpPr>
          <a:xfrm>
            <a:off x="5481046" y="4421781"/>
            <a:ext cx="358560" cy="319552"/>
            <a:chOff x="5508909" y="3371506"/>
            <a:chExt cx="358560" cy="319552"/>
          </a:xfrm>
        </p:grpSpPr>
        <p:sp>
          <p:nvSpPr>
            <p:cNvPr id="14095" name="Google Shape;14095;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08"/>
        <p:cNvGrpSpPr/>
        <p:nvPr/>
      </p:nvGrpSpPr>
      <p:grpSpPr>
        <a:xfrm>
          <a:off x="0" y="0"/>
          <a:ext cx="0" cy="0"/>
          <a:chOff x="0" y="0"/>
          <a:chExt cx="0" cy="0"/>
        </a:xfrm>
      </p:grpSpPr>
      <p:sp>
        <p:nvSpPr>
          <p:cNvPr id="14109" name="Google Shape;14109;p83"/>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sp>
        <p:nvSpPr>
          <p:cNvPr id="14110" name="Google Shape;14110;p83"/>
          <p:cNvSpPr/>
          <p:nvPr/>
        </p:nvSpPr>
        <p:spPr>
          <a:xfrm>
            <a:off x="2576743" y="4646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1" name="Google Shape;14111;p83"/>
          <p:cNvGrpSpPr/>
          <p:nvPr/>
        </p:nvGrpSpPr>
        <p:grpSpPr>
          <a:xfrm>
            <a:off x="3026214" y="4646527"/>
            <a:ext cx="346056" cy="345674"/>
            <a:chOff x="3303268" y="3817349"/>
            <a:chExt cx="346056" cy="345674"/>
          </a:xfrm>
        </p:grpSpPr>
        <p:sp>
          <p:nvSpPr>
            <p:cNvPr id="14112" name="Google Shape;14112;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3"/>
          <p:cNvGrpSpPr/>
          <p:nvPr/>
        </p:nvGrpSpPr>
        <p:grpSpPr>
          <a:xfrm>
            <a:off x="3475304" y="4646527"/>
            <a:ext cx="346056" cy="345674"/>
            <a:chOff x="3752358" y="3817349"/>
            <a:chExt cx="346056" cy="345674"/>
          </a:xfrm>
        </p:grpSpPr>
        <p:sp>
          <p:nvSpPr>
            <p:cNvPr id="14117" name="Google Shape;14117;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83"/>
          <p:cNvGrpSpPr/>
          <p:nvPr/>
        </p:nvGrpSpPr>
        <p:grpSpPr>
          <a:xfrm>
            <a:off x="4822954" y="4646527"/>
            <a:ext cx="346024" cy="345674"/>
            <a:chOff x="5100008" y="3817349"/>
            <a:chExt cx="346024" cy="345674"/>
          </a:xfrm>
        </p:grpSpPr>
        <p:sp>
          <p:nvSpPr>
            <p:cNvPr id="14122" name="Google Shape;14122;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3"/>
          <p:cNvGrpSpPr/>
          <p:nvPr/>
        </p:nvGrpSpPr>
        <p:grpSpPr>
          <a:xfrm>
            <a:off x="5721865" y="4646527"/>
            <a:ext cx="345674" cy="345674"/>
            <a:chOff x="5998919" y="3817349"/>
            <a:chExt cx="345674" cy="345674"/>
          </a:xfrm>
        </p:grpSpPr>
        <p:sp>
          <p:nvSpPr>
            <p:cNvPr id="14126" name="Google Shape;14126;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924393" y="4646527"/>
            <a:ext cx="346024" cy="345674"/>
            <a:chOff x="4201447" y="3817349"/>
            <a:chExt cx="346024" cy="345674"/>
          </a:xfrm>
        </p:grpSpPr>
        <p:sp>
          <p:nvSpPr>
            <p:cNvPr id="14130" name="Google Shape;14130;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2" name="Google Shape;14132;p83"/>
          <p:cNvGrpSpPr/>
          <p:nvPr/>
        </p:nvGrpSpPr>
        <p:grpSpPr>
          <a:xfrm>
            <a:off x="4373864" y="4646527"/>
            <a:ext cx="346024" cy="345674"/>
            <a:chOff x="4650919" y="3817349"/>
            <a:chExt cx="346024" cy="345674"/>
          </a:xfrm>
        </p:grpSpPr>
        <p:sp>
          <p:nvSpPr>
            <p:cNvPr id="14133" name="Google Shape;14133;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83"/>
          <p:cNvGrpSpPr/>
          <p:nvPr/>
        </p:nvGrpSpPr>
        <p:grpSpPr>
          <a:xfrm>
            <a:off x="5272807" y="4646527"/>
            <a:ext cx="345642" cy="345674"/>
            <a:chOff x="5549861" y="3817349"/>
            <a:chExt cx="345642" cy="345674"/>
          </a:xfrm>
        </p:grpSpPr>
        <p:sp>
          <p:nvSpPr>
            <p:cNvPr id="14137" name="Google Shape;14137;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83"/>
          <p:cNvGrpSpPr/>
          <p:nvPr/>
        </p:nvGrpSpPr>
        <p:grpSpPr>
          <a:xfrm>
            <a:off x="1281333" y="4227204"/>
            <a:ext cx="367255" cy="269855"/>
            <a:chOff x="1306445" y="3397829"/>
            <a:chExt cx="367255" cy="269855"/>
          </a:xfrm>
        </p:grpSpPr>
        <p:sp>
          <p:nvSpPr>
            <p:cNvPr id="14141" name="Google Shape;14141;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83"/>
          <p:cNvGrpSpPr/>
          <p:nvPr/>
        </p:nvGrpSpPr>
        <p:grpSpPr>
          <a:xfrm>
            <a:off x="1756204" y="4220775"/>
            <a:ext cx="367255" cy="282364"/>
            <a:chOff x="1781317" y="3391400"/>
            <a:chExt cx="367255" cy="282364"/>
          </a:xfrm>
        </p:grpSpPr>
        <p:sp>
          <p:nvSpPr>
            <p:cNvPr id="14148" name="Google Shape;14148;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3"/>
          <p:cNvGrpSpPr/>
          <p:nvPr/>
        </p:nvGrpSpPr>
        <p:grpSpPr>
          <a:xfrm>
            <a:off x="3653718" y="4200308"/>
            <a:ext cx="369164" cy="323297"/>
            <a:chOff x="3678830" y="3370933"/>
            <a:chExt cx="369164" cy="323297"/>
          </a:xfrm>
        </p:grpSpPr>
        <p:sp>
          <p:nvSpPr>
            <p:cNvPr id="14155" name="Google Shape;14155;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83"/>
          <p:cNvGrpSpPr/>
          <p:nvPr/>
        </p:nvGrpSpPr>
        <p:grpSpPr>
          <a:xfrm>
            <a:off x="834153" y="4177550"/>
            <a:ext cx="312316" cy="368400"/>
            <a:chOff x="859265" y="3348175"/>
            <a:chExt cx="312316" cy="368400"/>
          </a:xfrm>
        </p:grpSpPr>
        <p:sp>
          <p:nvSpPr>
            <p:cNvPr id="14167"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2" name="Google Shape;14172;p83"/>
          <p:cNvSpPr/>
          <p:nvPr/>
        </p:nvSpPr>
        <p:spPr>
          <a:xfrm>
            <a:off x="2231808" y="4207502"/>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3" name="Google Shape;14173;p83"/>
          <p:cNvGrpSpPr/>
          <p:nvPr/>
        </p:nvGrpSpPr>
        <p:grpSpPr>
          <a:xfrm>
            <a:off x="2741262" y="4190388"/>
            <a:ext cx="330110" cy="308908"/>
            <a:chOff x="2766264" y="3394042"/>
            <a:chExt cx="294873" cy="275934"/>
          </a:xfrm>
        </p:grpSpPr>
        <p:sp>
          <p:nvSpPr>
            <p:cNvPr id="14174" name="Google Shape;14174;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83"/>
          <p:cNvGrpSpPr/>
          <p:nvPr/>
        </p:nvGrpSpPr>
        <p:grpSpPr>
          <a:xfrm>
            <a:off x="3189859" y="4188563"/>
            <a:ext cx="346406" cy="347552"/>
            <a:chOff x="3214972" y="3359188"/>
            <a:chExt cx="346406" cy="347552"/>
          </a:xfrm>
        </p:grpSpPr>
        <p:sp>
          <p:nvSpPr>
            <p:cNvPr id="14179"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83"/>
          <p:cNvGrpSpPr/>
          <p:nvPr/>
        </p:nvGrpSpPr>
        <p:grpSpPr>
          <a:xfrm>
            <a:off x="4604194" y="4238568"/>
            <a:ext cx="367255" cy="244486"/>
            <a:chOff x="4629306" y="3409193"/>
            <a:chExt cx="367255" cy="244486"/>
          </a:xfrm>
        </p:grpSpPr>
        <p:sp>
          <p:nvSpPr>
            <p:cNvPr id="14194" name="Google Shape;14194;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83"/>
          <p:cNvGrpSpPr/>
          <p:nvPr/>
        </p:nvGrpSpPr>
        <p:grpSpPr>
          <a:xfrm>
            <a:off x="4168377" y="4179459"/>
            <a:ext cx="289939" cy="334661"/>
            <a:chOff x="4193490" y="3350084"/>
            <a:chExt cx="289939" cy="334661"/>
          </a:xfrm>
        </p:grpSpPr>
        <p:sp>
          <p:nvSpPr>
            <p:cNvPr id="14205" name="Google Shape;14205;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5" name="Google Shape;14215;p83"/>
          <p:cNvGrpSpPr/>
          <p:nvPr/>
        </p:nvGrpSpPr>
        <p:grpSpPr>
          <a:xfrm>
            <a:off x="6508169" y="4180605"/>
            <a:ext cx="357037" cy="357005"/>
            <a:chOff x="6533281" y="3351230"/>
            <a:chExt cx="357037" cy="357005"/>
          </a:xfrm>
        </p:grpSpPr>
        <p:sp>
          <p:nvSpPr>
            <p:cNvPr id="14216" name="Google Shape;14216;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3"/>
          <p:cNvGrpSpPr/>
          <p:nvPr/>
        </p:nvGrpSpPr>
        <p:grpSpPr>
          <a:xfrm>
            <a:off x="6033329" y="4180605"/>
            <a:ext cx="357387" cy="357005"/>
            <a:chOff x="6058441" y="3351230"/>
            <a:chExt cx="357387" cy="357005"/>
          </a:xfrm>
        </p:grpSpPr>
        <p:sp>
          <p:nvSpPr>
            <p:cNvPr id="14220" name="Google Shape;14220;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83"/>
          <p:cNvGrpSpPr/>
          <p:nvPr/>
        </p:nvGrpSpPr>
        <p:grpSpPr>
          <a:xfrm>
            <a:off x="7932370" y="4180223"/>
            <a:ext cx="357387" cy="357387"/>
            <a:chOff x="7957483" y="3350848"/>
            <a:chExt cx="357387" cy="357387"/>
          </a:xfrm>
        </p:grpSpPr>
        <p:sp>
          <p:nvSpPr>
            <p:cNvPr id="14223" name="Google Shape;14223;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83"/>
          <p:cNvGrpSpPr/>
          <p:nvPr/>
        </p:nvGrpSpPr>
        <p:grpSpPr>
          <a:xfrm>
            <a:off x="6982658" y="4180605"/>
            <a:ext cx="357387" cy="357005"/>
            <a:chOff x="7007771" y="3351230"/>
            <a:chExt cx="357387" cy="357005"/>
          </a:xfrm>
        </p:grpSpPr>
        <p:sp>
          <p:nvSpPr>
            <p:cNvPr id="14227" name="Google Shape;14227;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5083617" y="4180605"/>
            <a:ext cx="357005" cy="357005"/>
            <a:chOff x="5108729" y="3351230"/>
            <a:chExt cx="357005" cy="357005"/>
          </a:xfrm>
        </p:grpSpPr>
        <p:sp>
          <p:nvSpPr>
            <p:cNvPr id="14233" name="Google Shape;14233;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5558457" y="4180605"/>
            <a:ext cx="357419" cy="357005"/>
            <a:chOff x="5583569" y="3351230"/>
            <a:chExt cx="357419" cy="357005"/>
          </a:xfrm>
        </p:grpSpPr>
        <p:sp>
          <p:nvSpPr>
            <p:cNvPr id="14236" name="Google Shape;14236;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83"/>
          <p:cNvGrpSpPr/>
          <p:nvPr/>
        </p:nvGrpSpPr>
        <p:grpSpPr>
          <a:xfrm>
            <a:off x="7457116" y="4180605"/>
            <a:ext cx="357419" cy="357005"/>
            <a:chOff x="7482229" y="3351230"/>
            <a:chExt cx="357419" cy="357005"/>
          </a:xfrm>
        </p:grpSpPr>
        <p:sp>
          <p:nvSpPr>
            <p:cNvPr id="14239" name="Google Shape;14239;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83"/>
          <p:cNvGrpSpPr/>
          <p:nvPr/>
        </p:nvGrpSpPr>
        <p:grpSpPr>
          <a:xfrm>
            <a:off x="3739372" y="3720057"/>
            <a:ext cx="222874" cy="345737"/>
            <a:chOff x="3764485" y="2890682"/>
            <a:chExt cx="222874" cy="345737"/>
          </a:xfrm>
        </p:grpSpPr>
        <p:sp>
          <p:nvSpPr>
            <p:cNvPr id="14245" name="Google Shape;14245;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2213504" y="3737506"/>
            <a:ext cx="422596" cy="310382"/>
            <a:chOff x="2278533" y="2937377"/>
            <a:chExt cx="346788" cy="254704"/>
          </a:xfrm>
        </p:grpSpPr>
        <p:sp>
          <p:nvSpPr>
            <p:cNvPr id="14249" name="Google Shape;14249;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1" name="Google Shape;14251;p83"/>
          <p:cNvSpPr/>
          <p:nvPr/>
        </p:nvSpPr>
        <p:spPr>
          <a:xfrm>
            <a:off x="3202750" y="3720503"/>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2" name="Google Shape;14252;p83"/>
          <p:cNvGrpSpPr/>
          <p:nvPr/>
        </p:nvGrpSpPr>
        <p:grpSpPr>
          <a:xfrm>
            <a:off x="1811525" y="3720885"/>
            <a:ext cx="286152" cy="346438"/>
            <a:chOff x="1836637" y="2891510"/>
            <a:chExt cx="286152" cy="346438"/>
          </a:xfrm>
        </p:grpSpPr>
        <p:sp>
          <p:nvSpPr>
            <p:cNvPr id="14253" name="Google Shape;14253;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3"/>
          <p:cNvGrpSpPr/>
          <p:nvPr/>
        </p:nvGrpSpPr>
        <p:grpSpPr>
          <a:xfrm>
            <a:off x="5560749" y="3735304"/>
            <a:ext cx="379764" cy="337684"/>
            <a:chOff x="5585861" y="2905929"/>
            <a:chExt cx="379764" cy="337684"/>
          </a:xfrm>
        </p:grpSpPr>
        <p:sp>
          <p:nvSpPr>
            <p:cNvPr id="14257" name="Google Shape;14257;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1302563" y="3739855"/>
            <a:ext cx="347934" cy="310024"/>
            <a:chOff x="1327676" y="2910480"/>
            <a:chExt cx="347934" cy="310024"/>
          </a:xfrm>
        </p:grpSpPr>
        <p:sp>
          <p:nvSpPr>
            <p:cNvPr id="14262" name="Google Shape;14262;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7" name="Google Shape;14267;p83"/>
          <p:cNvSpPr/>
          <p:nvPr/>
        </p:nvSpPr>
        <p:spPr>
          <a:xfrm>
            <a:off x="2760855" y="4024447"/>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8" name="Google Shape;14268;p83"/>
          <p:cNvGrpSpPr/>
          <p:nvPr/>
        </p:nvGrpSpPr>
        <p:grpSpPr>
          <a:xfrm>
            <a:off x="2728289" y="3698939"/>
            <a:ext cx="382828" cy="358601"/>
            <a:chOff x="2753373" y="2902523"/>
            <a:chExt cx="347552" cy="325557"/>
          </a:xfrm>
        </p:grpSpPr>
        <p:sp>
          <p:nvSpPr>
            <p:cNvPr id="14269" name="Google Shape;14269;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83"/>
          <p:cNvGrpSpPr/>
          <p:nvPr/>
        </p:nvGrpSpPr>
        <p:grpSpPr>
          <a:xfrm>
            <a:off x="823904" y="3732630"/>
            <a:ext cx="356655" cy="335425"/>
            <a:chOff x="849016" y="2903255"/>
            <a:chExt cx="356655" cy="335425"/>
          </a:xfrm>
        </p:grpSpPr>
        <p:sp>
          <p:nvSpPr>
            <p:cNvPr id="14276" name="Google Shape;14276;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4185820" y="3756152"/>
            <a:ext cx="280072" cy="275520"/>
            <a:chOff x="4210933" y="2926777"/>
            <a:chExt cx="280072" cy="275520"/>
          </a:xfrm>
        </p:grpSpPr>
        <p:sp>
          <p:nvSpPr>
            <p:cNvPr id="14288" name="Google Shape;14288;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642103" y="3744757"/>
            <a:ext cx="320273" cy="318395"/>
            <a:chOff x="4667216" y="2915382"/>
            <a:chExt cx="320273" cy="318395"/>
          </a:xfrm>
        </p:grpSpPr>
        <p:sp>
          <p:nvSpPr>
            <p:cNvPr id="14302" name="Google Shape;14302;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3"/>
          <p:cNvGrpSpPr/>
          <p:nvPr/>
        </p:nvGrpSpPr>
        <p:grpSpPr>
          <a:xfrm>
            <a:off x="5145367" y="3764014"/>
            <a:ext cx="261929" cy="280550"/>
            <a:chOff x="5170480" y="2934639"/>
            <a:chExt cx="261929" cy="280550"/>
          </a:xfrm>
        </p:grpSpPr>
        <p:sp>
          <p:nvSpPr>
            <p:cNvPr id="14307" name="Google Shape;14307;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6044310" y="3721266"/>
            <a:ext cx="362321" cy="364231"/>
            <a:chOff x="6069423" y="2891892"/>
            <a:chExt cx="362321" cy="364231"/>
          </a:xfrm>
        </p:grpSpPr>
        <p:sp>
          <p:nvSpPr>
            <p:cNvPr id="14315" name="Google Shape;14315;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83"/>
          <p:cNvGrpSpPr/>
          <p:nvPr/>
        </p:nvGrpSpPr>
        <p:grpSpPr>
          <a:xfrm>
            <a:off x="6546842" y="3748545"/>
            <a:ext cx="308878" cy="311170"/>
            <a:chOff x="6571955" y="2919170"/>
            <a:chExt cx="308878" cy="311170"/>
          </a:xfrm>
        </p:grpSpPr>
        <p:sp>
          <p:nvSpPr>
            <p:cNvPr id="14322" name="Google Shape;14322;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83"/>
          <p:cNvGrpSpPr/>
          <p:nvPr/>
        </p:nvGrpSpPr>
        <p:grpSpPr>
          <a:xfrm>
            <a:off x="7474941" y="3764110"/>
            <a:ext cx="350576" cy="280454"/>
            <a:chOff x="7500054" y="2934735"/>
            <a:chExt cx="350576" cy="280454"/>
          </a:xfrm>
        </p:grpSpPr>
        <p:sp>
          <p:nvSpPr>
            <p:cNvPr id="14333" name="Google Shape;14333;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83"/>
          <p:cNvGrpSpPr/>
          <p:nvPr/>
        </p:nvGrpSpPr>
        <p:grpSpPr>
          <a:xfrm>
            <a:off x="6999318" y="3704037"/>
            <a:ext cx="332012" cy="355454"/>
            <a:chOff x="7055134" y="2919170"/>
            <a:chExt cx="290321" cy="310820"/>
          </a:xfrm>
        </p:grpSpPr>
        <p:sp>
          <p:nvSpPr>
            <p:cNvPr id="14342" name="Google Shape;14342;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3"/>
          <p:cNvGrpSpPr/>
          <p:nvPr/>
        </p:nvGrpSpPr>
        <p:grpSpPr>
          <a:xfrm>
            <a:off x="7960030" y="3729988"/>
            <a:ext cx="330109" cy="347552"/>
            <a:chOff x="7985143" y="2900613"/>
            <a:chExt cx="330109" cy="347552"/>
          </a:xfrm>
        </p:grpSpPr>
        <p:sp>
          <p:nvSpPr>
            <p:cNvPr id="14357" name="Google Shape;14357;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3"/>
          <p:cNvGrpSpPr/>
          <p:nvPr/>
        </p:nvGrpSpPr>
        <p:grpSpPr>
          <a:xfrm>
            <a:off x="7965728" y="3264601"/>
            <a:ext cx="354363" cy="353631"/>
            <a:chOff x="7990840" y="2435226"/>
            <a:chExt cx="354363" cy="353631"/>
          </a:xfrm>
        </p:grpSpPr>
        <p:sp>
          <p:nvSpPr>
            <p:cNvPr id="14366" name="Google Shape;14366;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1792204" y="3309705"/>
            <a:ext cx="350958" cy="263043"/>
            <a:chOff x="1817317" y="2480330"/>
            <a:chExt cx="350958" cy="263043"/>
          </a:xfrm>
        </p:grpSpPr>
        <p:sp>
          <p:nvSpPr>
            <p:cNvPr id="14370" name="Google Shape;14370;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83"/>
          <p:cNvGrpSpPr/>
          <p:nvPr/>
        </p:nvGrpSpPr>
        <p:grpSpPr>
          <a:xfrm>
            <a:off x="1316614" y="3312724"/>
            <a:ext cx="419913" cy="308109"/>
            <a:chOff x="1341727" y="2483349"/>
            <a:chExt cx="419913" cy="308109"/>
          </a:xfrm>
        </p:grpSpPr>
        <p:sp>
          <p:nvSpPr>
            <p:cNvPr id="14376" name="Google Shape;14376;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83"/>
          <p:cNvGrpSpPr/>
          <p:nvPr/>
        </p:nvGrpSpPr>
        <p:grpSpPr>
          <a:xfrm>
            <a:off x="829219" y="3277111"/>
            <a:ext cx="376358" cy="330109"/>
            <a:chOff x="854332" y="2447736"/>
            <a:chExt cx="376358" cy="330109"/>
          </a:xfrm>
        </p:grpSpPr>
        <p:sp>
          <p:nvSpPr>
            <p:cNvPr id="14380" name="Google Shape;14380;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4181650" y="3280326"/>
            <a:ext cx="322151" cy="322374"/>
            <a:chOff x="4206763" y="2450951"/>
            <a:chExt cx="322151" cy="322374"/>
          </a:xfrm>
        </p:grpSpPr>
        <p:sp>
          <p:nvSpPr>
            <p:cNvPr id="14389" name="Google Shape;14389;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83"/>
          <p:cNvGrpSpPr/>
          <p:nvPr/>
        </p:nvGrpSpPr>
        <p:grpSpPr>
          <a:xfrm>
            <a:off x="7502983" y="3279434"/>
            <a:ext cx="327976" cy="324316"/>
            <a:chOff x="7528096" y="2450059"/>
            <a:chExt cx="327976" cy="324316"/>
          </a:xfrm>
        </p:grpSpPr>
        <p:sp>
          <p:nvSpPr>
            <p:cNvPr id="14392" name="Google Shape;14392;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3"/>
          <p:cNvGrpSpPr/>
          <p:nvPr/>
        </p:nvGrpSpPr>
        <p:grpSpPr>
          <a:xfrm>
            <a:off x="7052016" y="3341917"/>
            <a:ext cx="282364" cy="198619"/>
            <a:chOff x="7077129" y="2512542"/>
            <a:chExt cx="282364" cy="198619"/>
          </a:xfrm>
        </p:grpSpPr>
        <p:sp>
          <p:nvSpPr>
            <p:cNvPr id="14398" name="Google Shape;14398;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3700349" y="3274087"/>
            <a:ext cx="334279" cy="334661"/>
            <a:chOff x="3725461" y="2444712"/>
            <a:chExt cx="334279" cy="334661"/>
          </a:xfrm>
        </p:grpSpPr>
        <p:sp>
          <p:nvSpPr>
            <p:cNvPr id="14405" name="Google Shape;14405;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83"/>
          <p:cNvGrpSpPr/>
          <p:nvPr/>
        </p:nvGrpSpPr>
        <p:grpSpPr>
          <a:xfrm>
            <a:off x="6552126" y="3286596"/>
            <a:ext cx="332019" cy="310788"/>
            <a:chOff x="6577238" y="2457221"/>
            <a:chExt cx="332019" cy="310788"/>
          </a:xfrm>
        </p:grpSpPr>
        <p:sp>
          <p:nvSpPr>
            <p:cNvPr id="14413" name="Google Shape;14413;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83"/>
          <p:cNvGrpSpPr/>
          <p:nvPr/>
        </p:nvGrpSpPr>
        <p:grpSpPr>
          <a:xfrm>
            <a:off x="2793448" y="3269153"/>
            <a:ext cx="247892" cy="346024"/>
            <a:chOff x="2818561" y="2439778"/>
            <a:chExt cx="247892" cy="346024"/>
          </a:xfrm>
        </p:grpSpPr>
        <p:sp>
          <p:nvSpPr>
            <p:cNvPr id="14420" name="Google Shape;14420;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3182666" y="3304007"/>
            <a:ext cx="419933" cy="275170"/>
            <a:chOff x="3207778" y="2474632"/>
            <a:chExt cx="419933" cy="275170"/>
          </a:xfrm>
        </p:grpSpPr>
        <p:sp>
          <p:nvSpPr>
            <p:cNvPr id="14433" name="Google Shape;14433;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7" name="Google Shape;14447;p83"/>
          <p:cNvGrpSpPr/>
          <p:nvPr/>
        </p:nvGrpSpPr>
        <p:grpSpPr>
          <a:xfrm>
            <a:off x="6074262" y="3285450"/>
            <a:ext cx="337684" cy="314194"/>
            <a:chOff x="6099375" y="2456075"/>
            <a:chExt cx="337684" cy="314194"/>
          </a:xfrm>
        </p:grpSpPr>
        <p:sp>
          <p:nvSpPr>
            <p:cNvPr id="14448"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83"/>
          <p:cNvGrpSpPr/>
          <p:nvPr/>
        </p:nvGrpSpPr>
        <p:grpSpPr>
          <a:xfrm>
            <a:off x="2287511" y="3297959"/>
            <a:ext cx="312698" cy="286534"/>
            <a:chOff x="2312623" y="2468584"/>
            <a:chExt cx="312698" cy="286534"/>
          </a:xfrm>
        </p:grpSpPr>
        <p:sp>
          <p:nvSpPr>
            <p:cNvPr id="14451" name="Google Shape;14451;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3"/>
          <p:cNvGrpSpPr/>
          <p:nvPr/>
        </p:nvGrpSpPr>
        <p:grpSpPr>
          <a:xfrm>
            <a:off x="5593693" y="3270299"/>
            <a:ext cx="345292" cy="342618"/>
            <a:chOff x="5618805" y="2440924"/>
            <a:chExt cx="345292" cy="342618"/>
          </a:xfrm>
        </p:grpSpPr>
        <p:sp>
          <p:nvSpPr>
            <p:cNvPr id="14455" name="Google Shape;14455;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4628066" y="3275965"/>
            <a:ext cx="377886" cy="331255"/>
            <a:chOff x="4653179" y="2446590"/>
            <a:chExt cx="377886" cy="331255"/>
          </a:xfrm>
        </p:grpSpPr>
        <p:sp>
          <p:nvSpPr>
            <p:cNvPr id="14461" name="Google Shape;14461;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3"/>
          <p:cNvGrpSpPr/>
          <p:nvPr/>
        </p:nvGrpSpPr>
        <p:grpSpPr>
          <a:xfrm>
            <a:off x="5159404" y="3288856"/>
            <a:ext cx="252062" cy="305122"/>
            <a:chOff x="5184517" y="2459481"/>
            <a:chExt cx="252062" cy="305122"/>
          </a:xfrm>
        </p:grpSpPr>
        <p:sp>
          <p:nvSpPr>
            <p:cNvPr id="14466" name="Google Shape;14466;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72" name="Google Shape;14472;p83"/>
          <p:cNvSpPr/>
          <p:nvPr/>
        </p:nvSpPr>
        <p:spPr>
          <a:xfrm>
            <a:off x="1775907" y="2799979"/>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3" name="Google Shape;14473;p83"/>
          <p:cNvGrpSpPr/>
          <p:nvPr/>
        </p:nvGrpSpPr>
        <p:grpSpPr>
          <a:xfrm>
            <a:off x="6130347" y="2798483"/>
            <a:ext cx="249770" cy="363849"/>
            <a:chOff x="6155459" y="1969108"/>
            <a:chExt cx="249770" cy="363849"/>
          </a:xfrm>
        </p:grpSpPr>
        <p:sp>
          <p:nvSpPr>
            <p:cNvPr id="14474" name="Google Shape;14474;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3" name="Google Shape;14483;p83"/>
          <p:cNvGrpSpPr/>
          <p:nvPr/>
        </p:nvGrpSpPr>
        <p:grpSpPr>
          <a:xfrm>
            <a:off x="2254917" y="2799979"/>
            <a:ext cx="353631" cy="354395"/>
            <a:chOff x="2280029" y="1970604"/>
            <a:chExt cx="353631" cy="354395"/>
          </a:xfrm>
        </p:grpSpPr>
        <p:sp>
          <p:nvSpPr>
            <p:cNvPr id="14484" name="Google Shape;14484;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3"/>
          <p:cNvGrpSpPr/>
          <p:nvPr/>
        </p:nvGrpSpPr>
        <p:grpSpPr>
          <a:xfrm>
            <a:off x="8039987" y="2829549"/>
            <a:ext cx="255086" cy="301685"/>
            <a:chOff x="8065100" y="2000174"/>
            <a:chExt cx="255086" cy="301685"/>
          </a:xfrm>
        </p:grpSpPr>
        <p:sp>
          <p:nvSpPr>
            <p:cNvPr id="14489" name="Google Shape;14489;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3"/>
          <p:cNvGrpSpPr/>
          <p:nvPr/>
        </p:nvGrpSpPr>
        <p:grpSpPr>
          <a:xfrm>
            <a:off x="6608592" y="2798483"/>
            <a:ext cx="249420" cy="363849"/>
            <a:chOff x="6633705" y="1969108"/>
            <a:chExt cx="249420" cy="363849"/>
          </a:xfrm>
        </p:grpSpPr>
        <p:sp>
          <p:nvSpPr>
            <p:cNvPr id="14494" name="Google Shape;14494;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3"/>
          <p:cNvGrpSpPr/>
          <p:nvPr/>
        </p:nvGrpSpPr>
        <p:grpSpPr>
          <a:xfrm>
            <a:off x="5185919" y="2798483"/>
            <a:ext cx="226661" cy="363467"/>
            <a:chOff x="5211031" y="1969108"/>
            <a:chExt cx="226661" cy="363467"/>
          </a:xfrm>
        </p:grpSpPr>
        <p:sp>
          <p:nvSpPr>
            <p:cNvPr id="14503" name="Google Shape;14503;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3"/>
          <p:cNvGrpSpPr/>
          <p:nvPr/>
        </p:nvGrpSpPr>
        <p:grpSpPr>
          <a:xfrm>
            <a:off x="3687840" y="2799979"/>
            <a:ext cx="354363" cy="354395"/>
            <a:chOff x="3712952" y="1970604"/>
            <a:chExt cx="354363" cy="354395"/>
          </a:xfrm>
        </p:grpSpPr>
        <p:sp>
          <p:nvSpPr>
            <p:cNvPr id="14506" name="Google Shape;14506;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3210326" y="2799979"/>
            <a:ext cx="354363" cy="354745"/>
            <a:chOff x="3235438" y="1970604"/>
            <a:chExt cx="354363" cy="354745"/>
          </a:xfrm>
        </p:grpSpPr>
        <p:sp>
          <p:nvSpPr>
            <p:cNvPr id="14516" name="Google Shape;14516;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83"/>
          <p:cNvGrpSpPr/>
          <p:nvPr/>
        </p:nvGrpSpPr>
        <p:grpSpPr>
          <a:xfrm>
            <a:off x="1304473" y="2819300"/>
            <a:ext cx="341472" cy="335074"/>
            <a:chOff x="1329585" y="1989925"/>
            <a:chExt cx="341472" cy="335074"/>
          </a:xfrm>
        </p:grpSpPr>
        <p:sp>
          <p:nvSpPr>
            <p:cNvPr id="14530" name="Google Shape;14530;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83"/>
          <p:cNvGrpSpPr/>
          <p:nvPr/>
        </p:nvGrpSpPr>
        <p:grpSpPr>
          <a:xfrm>
            <a:off x="5566759" y="2819281"/>
            <a:ext cx="416649" cy="325597"/>
            <a:chOff x="5626763" y="2013829"/>
            <a:chExt cx="351722" cy="274788"/>
          </a:xfrm>
        </p:grpSpPr>
        <p:sp>
          <p:nvSpPr>
            <p:cNvPr id="14534" name="Google Shape;14534;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83"/>
          <p:cNvGrpSpPr/>
          <p:nvPr/>
        </p:nvGrpSpPr>
        <p:grpSpPr>
          <a:xfrm>
            <a:off x="7551492" y="2813252"/>
            <a:ext cx="276698" cy="333133"/>
            <a:chOff x="7576605" y="1983877"/>
            <a:chExt cx="276698" cy="333133"/>
          </a:xfrm>
        </p:grpSpPr>
        <p:sp>
          <p:nvSpPr>
            <p:cNvPr id="14545" name="Google Shape;14545;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83"/>
          <p:cNvGrpSpPr/>
          <p:nvPr/>
        </p:nvGrpSpPr>
        <p:grpSpPr>
          <a:xfrm>
            <a:off x="828455" y="2804913"/>
            <a:ext cx="337334" cy="353599"/>
            <a:chOff x="853568" y="1975538"/>
            <a:chExt cx="337334" cy="353599"/>
          </a:xfrm>
        </p:grpSpPr>
        <p:sp>
          <p:nvSpPr>
            <p:cNvPr id="14548" name="Google Shape;14548;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3"/>
          <p:cNvGrpSpPr/>
          <p:nvPr/>
        </p:nvGrpSpPr>
        <p:grpSpPr>
          <a:xfrm>
            <a:off x="2744940" y="2839003"/>
            <a:ext cx="327085" cy="277080"/>
            <a:chOff x="2770052" y="2009628"/>
            <a:chExt cx="327085" cy="277080"/>
          </a:xfrm>
        </p:grpSpPr>
        <p:sp>
          <p:nvSpPr>
            <p:cNvPr id="14553" name="Google Shape;14553;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83"/>
          <p:cNvSpPr/>
          <p:nvPr/>
        </p:nvSpPr>
        <p:spPr>
          <a:xfrm>
            <a:off x="7034955" y="2818504"/>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6" name="Google Shape;14556;p83"/>
          <p:cNvGrpSpPr/>
          <p:nvPr/>
        </p:nvGrpSpPr>
        <p:grpSpPr>
          <a:xfrm>
            <a:off x="4170287" y="2799979"/>
            <a:ext cx="344878" cy="343573"/>
            <a:chOff x="4195399" y="1970604"/>
            <a:chExt cx="344878" cy="343573"/>
          </a:xfrm>
        </p:grpSpPr>
        <p:sp>
          <p:nvSpPr>
            <p:cNvPr id="14557" name="Google Shape;14557;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83"/>
          <p:cNvGrpSpPr/>
          <p:nvPr/>
        </p:nvGrpSpPr>
        <p:grpSpPr>
          <a:xfrm>
            <a:off x="4649679" y="2806822"/>
            <a:ext cx="344528" cy="344114"/>
            <a:chOff x="4674791" y="1977447"/>
            <a:chExt cx="344528" cy="344114"/>
          </a:xfrm>
        </p:grpSpPr>
        <p:sp>
          <p:nvSpPr>
            <p:cNvPr id="14562" name="Google Shape;14562;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83"/>
          <p:cNvGrpSpPr/>
          <p:nvPr/>
        </p:nvGrpSpPr>
        <p:grpSpPr>
          <a:xfrm>
            <a:off x="6058697" y="2376672"/>
            <a:ext cx="382819" cy="310788"/>
            <a:chOff x="6083810" y="1547297"/>
            <a:chExt cx="382819" cy="310788"/>
          </a:xfrm>
        </p:grpSpPr>
        <p:sp>
          <p:nvSpPr>
            <p:cNvPr id="14589" name="Google Shape;14589;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7" name="Google Shape;14607;p83"/>
          <p:cNvGrpSpPr/>
          <p:nvPr/>
        </p:nvGrpSpPr>
        <p:grpSpPr>
          <a:xfrm>
            <a:off x="6533187" y="2367568"/>
            <a:ext cx="382788" cy="328613"/>
            <a:chOff x="6558300" y="1538193"/>
            <a:chExt cx="382788" cy="328613"/>
          </a:xfrm>
        </p:grpSpPr>
        <p:sp>
          <p:nvSpPr>
            <p:cNvPr id="14608" name="Google Shape;14608;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83"/>
          <p:cNvGrpSpPr/>
          <p:nvPr/>
        </p:nvGrpSpPr>
        <p:grpSpPr>
          <a:xfrm>
            <a:off x="5168890" y="2340672"/>
            <a:ext cx="259605" cy="346024"/>
            <a:chOff x="5194002" y="1511297"/>
            <a:chExt cx="259605" cy="346024"/>
          </a:xfrm>
        </p:grpSpPr>
        <p:sp>
          <p:nvSpPr>
            <p:cNvPr id="14611" name="Google Shape;14611;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83"/>
          <p:cNvGrpSpPr/>
          <p:nvPr/>
        </p:nvGrpSpPr>
        <p:grpSpPr>
          <a:xfrm>
            <a:off x="1369629" y="2341436"/>
            <a:ext cx="252444" cy="351722"/>
            <a:chOff x="1394741" y="1512061"/>
            <a:chExt cx="252444" cy="351722"/>
          </a:xfrm>
        </p:grpSpPr>
        <p:sp>
          <p:nvSpPr>
            <p:cNvPr id="14616"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3"/>
          <p:cNvGrpSpPr/>
          <p:nvPr/>
        </p:nvGrpSpPr>
        <p:grpSpPr>
          <a:xfrm>
            <a:off x="829983" y="2333860"/>
            <a:ext cx="380910" cy="339594"/>
            <a:chOff x="855096" y="1504485"/>
            <a:chExt cx="380910" cy="339594"/>
          </a:xfrm>
        </p:grpSpPr>
        <p:sp>
          <p:nvSpPr>
            <p:cNvPr id="14634" name="Google Shape;14634;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83"/>
          <p:cNvGrpSpPr/>
          <p:nvPr/>
        </p:nvGrpSpPr>
        <p:grpSpPr>
          <a:xfrm>
            <a:off x="1794464" y="2341054"/>
            <a:ext cx="352103" cy="352103"/>
            <a:chOff x="1819576" y="1511679"/>
            <a:chExt cx="352103" cy="352103"/>
          </a:xfrm>
        </p:grpSpPr>
        <p:sp>
          <p:nvSpPr>
            <p:cNvPr id="14640" name="Google Shape;14640;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83"/>
          <p:cNvGrpSpPr/>
          <p:nvPr/>
        </p:nvGrpSpPr>
        <p:grpSpPr>
          <a:xfrm>
            <a:off x="5595984" y="2330136"/>
            <a:ext cx="371424" cy="355446"/>
            <a:chOff x="5621097" y="1500761"/>
            <a:chExt cx="371424" cy="355446"/>
          </a:xfrm>
        </p:grpSpPr>
        <p:sp>
          <p:nvSpPr>
            <p:cNvPr id="14645" name="Google Shape;14645;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83"/>
          <p:cNvGrpSpPr/>
          <p:nvPr/>
        </p:nvGrpSpPr>
        <p:grpSpPr>
          <a:xfrm>
            <a:off x="4645127" y="2370974"/>
            <a:ext cx="359679" cy="321833"/>
            <a:chOff x="4670239" y="1541599"/>
            <a:chExt cx="359679" cy="321833"/>
          </a:xfrm>
        </p:grpSpPr>
        <p:sp>
          <p:nvSpPr>
            <p:cNvPr id="14648" name="Google Shape;14648;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3"/>
          <p:cNvGrpSpPr/>
          <p:nvPr/>
        </p:nvGrpSpPr>
        <p:grpSpPr>
          <a:xfrm>
            <a:off x="4187316" y="2331760"/>
            <a:ext cx="321037" cy="353822"/>
            <a:chOff x="4212429" y="1502385"/>
            <a:chExt cx="321037" cy="353822"/>
          </a:xfrm>
        </p:grpSpPr>
        <p:sp>
          <p:nvSpPr>
            <p:cNvPr id="14654" name="Google Shape;14654;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83"/>
          <p:cNvGrpSpPr/>
          <p:nvPr/>
        </p:nvGrpSpPr>
        <p:grpSpPr>
          <a:xfrm>
            <a:off x="2277675" y="2335356"/>
            <a:ext cx="336188" cy="335425"/>
            <a:chOff x="2302788" y="1505981"/>
            <a:chExt cx="336188" cy="335425"/>
          </a:xfrm>
        </p:grpSpPr>
        <p:sp>
          <p:nvSpPr>
            <p:cNvPr id="14659" name="Google Shape;14659;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83"/>
          <p:cNvGrpSpPr/>
          <p:nvPr/>
        </p:nvGrpSpPr>
        <p:grpSpPr>
          <a:xfrm>
            <a:off x="2755189" y="2351271"/>
            <a:ext cx="333133" cy="321037"/>
            <a:chOff x="2780301" y="1521896"/>
            <a:chExt cx="333133" cy="321037"/>
          </a:xfrm>
        </p:grpSpPr>
        <p:sp>
          <p:nvSpPr>
            <p:cNvPr id="14677" name="Google Shape;14677;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83"/>
          <p:cNvGrpSpPr/>
          <p:nvPr/>
        </p:nvGrpSpPr>
        <p:grpSpPr>
          <a:xfrm>
            <a:off x="3291047" y="2344460"/>
            <a:ext cx="211892" cy="339594"/>
            <a:chOff x="3316159" y="1515085"/>
            <a:chExt cx="211892" cy="339594"/>
          </a:xfrm>
        </p:grpSpPr>
        <p:sp>
          <p:nvSpPr>
            <p:cNvPr id="14698" name="Google Shape;14698;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1" name="Google Shape;14701;p83"/>
            <p:cNvGrpSpPr/>
            <p:nvPr/>
          </p:nvGrpSpPr>
          <p:grpSpPr>
            <a:xfrm>
              <a:off x="3316159" y="1515085"/>
              <a:ext cx="211892" cy="339594"/>
              <a:chOff x="3316159" y="1515085"/>
              <a:chExt cx="211892" cy="339594"/>
            </a:xfrm>
          </p:grpSpPr>
          <p:sp>
            <p:nvSpPr>
              <p:cNvPr id="14702" name="Google Shape;14702;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08" name="Google Shape;14708;p83"/>
          <p:cNvGrpSpPr/>
          <p:nvPr/>
        </p:nvGrpSpPr>
        <p:grpSpPr>
          <a:xfrm>
            <a:off x="3691245" y="2374030"/>
            <a:ext cx="361971" cy="314958"/>
            <a:chOff x="3716358" y="1544655"/>
            <a:chExt cx="361971" cy="314958"/>
          </a:xfrm>
        </p:grpSpPr>
        <p:sp>
          <p:nvSpPr>
            <p:cNvPr id="14709" name="Google Shape;14709;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716358" y="1544655"/>
              <a:ext cx="361971" cy="314958"/>
              <a:chOff x="3716358" y="1544655"/>
              <a:chExt cx="361971" cy="314958"/>
            </a:xfrm>
          </p:grpSpPr>
          <p:sp>
            <p:nvSpPr>
              <p:cNvPr id="14715" name="Google Shape;14715;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0" name="Google Shape;14720;p83"/>
          <p:cNvGrpSpPr/>
          <p:nvPr/>
        </p:nvGrpSpPr>
        <p:grpSpPr>
          <a:xfrm>
            <a:off x="6986811" y="2386927"/>
            <a:ext cx="499533" cy="305136"/>
            <a:chOff x="7009649" y="1541981"/>
            <a:chExt cx="524940" cy="320655"/>
          </a:xfrm>
        </p:grpSpPr>
        <p:sp>
          <p:nvSpPr>
            <p:cNvPr id="14721" name="Google Shape;14721;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83"/>
          <p:cNvGrpSpPr/>
          <p:nvPr/>
        </p:nvGrpSpPr>
        <p:grpSpPr>
          <a:xfrm>
            <a:off x="8008921" y="2347484"/>
            <a:ext cx="282746" cy="340358"/>
            <a:chOff x="8034034" y="1518109"/>
            <a:chExt cx="282746" cy="340358"/>
          </a:xfrm>
        </p:grpSpPr>
        <p:sp>
          <p:nvSpPr>
            <p:cNvPr id="14730" name="Google Shape;14730;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83"/>
          <p:cNvGrpSpPr/>
          <p:nvPr/>
        </p:nvGrpSpPr>
        <p:grpSpPr>
          <a:xfrm>
            <a:off x="7557190" y="2329309"/>
            <a:ext cx="369133" cy="360411"/>
            <a:chOff x="7582302" y="1499934"/>
            <a:chExt cx="369133" cy="360411"/>
          </a:xfrm>
        </p:grpSpPr>
        <p:sp>
          <p:nvSpPr>
            <p:cNvPr id="14735" name="Google Shape;14735;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83"/>
          <p:cNvGrpSpPr/>
          <p:nvPr/>
        </p:nvGrpSpPr>
        <p:grpSpPr>
          <a:xfrm>
            <a:off x="6170977" y="4646527"/>
            <a:ext cx="346056" cy="345674"/>
            <a:chOff x="2238181" y="4120624"/>
            <a:chExt cx="346056" cy="345674"/>
          </a:xfrm>
        </p:grpSpPr>
        <p:grpSp>
          <p:nvGrpSpPr>
            <p:cNvPr id="14741" name="Google Shape;14741;p83"/>
            <p:cNvGrpSpPr/>
            <p:nvPr/>
          </p:nvGrpSpPr>
          <p:grpSpPr>
            <a:xfrm>
              <a:off x="2309155" y="4177413"/>
              <a:ext cx="203862" cy="231903"/>
              <a:chOff x="1512725" y="258500"/>
              <a:chExt cx="4570900" cy="5199625"/>
            </a:xfrm>
          </p:grpSpPr>
          <p:sp>
            <p:nvSpPr>
              <p:cNvPr id="14742" name="Google Shape;14742;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8"/>
        <p:cNvGrpSpPr/>
        <p:nvPr/>
      </p:nvGrpSpPr>
      <p:grpSpPr>
        <a:xfrm>
          <a:off x="0" y="0"/>
          <a:ext cx="0" cy="0"/>
          <a:chOff x="0" y="0"/>
          <a:chExt cx="0" cy="0"/>
        </a:xfrm>
      </p:grpSpPr>
      <p:sp>
        <p:nvSpPr>
          <p:cNvPr id="14749" name="Google Shape;14749;p84"/>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grpSp>
        <p:nvGrpSpPr>
          <p:cNvPr id="14750" name="Google Shape;14750;p84"/>
          <p:cNvGrpSpPr/>
          <p:nvPr/>
        </p:nvGrpSpPr>
        <p:grpSpPr>
          <a:xfrm>
            <a:off x="685499" y="2088050"/>
            <a:ext cx="2980323" cy="2952174"/>
            <a:chOff x="2471406" y="1635675"/>
            <a:chExt cx="4201188" cy="4161508"/>
          </a:xfrm>
        </p:grpSpPr>
        <p:sp>
          <p:nvSpPr>
            <p:cNvPr id="14751" name="Google Shape;14751;p84"/>
            <p:cNvSpPr/>
            <p:nvPr/>
          </p:nvSpPr>
          <p:spPr>
            <a:xfrm>
              <a:off x="3201042" y="3278694"/>
              <a:ext cx="2741540" cy="856150"/>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4"/>
            <p:cNvSpPr/>
            <p:nvPr/>
          </p:nvSpPr>
          <p:spPr>
            <a:xfrm>
              <a:off x="5040655" y="3113322"/>
              <a:ext cx="1100879" cy="1186889"/>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4"/>
            <p:cNvSpPr/>
            <p:nvPr/>
          </p:nvSpPr>
          <p:spPr>
            <a:xfrm>
              <a:off x="3002602" y="3113322"/>
              <a:ext cx="1100256" cy="1186889"/>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399231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5513051" y="4836862"/>
              <a:ext cx="1159543" cy="941026"/>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247157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399231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5513051" y="1635675"/>
              <a:ext cx="1159543" cy="941001"/>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247157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2682485" y="2103060"/>
              <a:ext cx="725188" cy="6249"/>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205714"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5733949"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5733949"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205714"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2684352" y="5304247"/>
              <a:ext cx="725188" cy="6274"/>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txBox="1"/>
            <p:nvPr/>
          </p:nvSpPr>
          <p:spPr>
            <a:xfrm>
              <a:off x="3425131" y="3488445"/>
              <a:ext cx="2286300" cy="43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FFFFFF"/>
                  </a:solidFill>
                </a:rPr>
                <a:t>Add the title here</a:t>
              </a:r>
              <a:endParaRPr sz="1200">
                <a:solidFill>
                  <a:srgbClr val="FFFFFF"/>
                </a:solidFill>
              </a:endParaRPr>
            </a:p>
          </p:txBody>
        </p:sp>
        <p:grpSp>
          <p:nvGrpSpPr>
            <p:cNvPr id="14767" name="Google Shape;14767;p84"/>
            <p:cNvGrpSpPr/>
            <p:nvPr/>
          </p:nvGrpSpPr>
          <p:grpSpPr>
            <a:xfrm>
              <a:off x="2892748" y="1733540"/>
              <a:ext cx="316447" cy="316447"/>
              <a:chOff x="2676100" y="832575"/>
              <a:chExt cx="483125" cy="483125"/>
            </a:xfrm>
          </p:grpSpPr>
          <p:sp>
            <p:nvSpPr>
              <p:cNvPr id="14768" name="Google Shape;14768;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9" name="Google Shape;14769;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0" name="Google Shape;14770;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1" name="Google Shape;14771;p84"/>
            <p:cNvGrpSpPr/>
            <p:nvPr/>
          </p:nvGrpSpPr>
          <p:grpSpPr>
            <a:xfrm>
              <a:off x="4408193" y="1722298"/>
              <a:ext cx="327091" cy="316447"/>
              <a:chOff x="3270550" y="832575"/>
              <a:chExt cx="499375" cy="483125"/>
            </a:xfrm>
          </p:grpSpPr>
          <p:sp>
            <p:nvSpPr>
              <p:cNvPr id="14772" name="Google Shape;14772;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3" name="Google Shape;14773;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4" name="Google Shape;14774;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5" name="Google Shape;14775;p84"/>
            <p:cNvGrpSpPr/>
            <p:nvPr/>
          </p:nvGrpSpPr>
          <p:grpSpPr>
            <a:xfrm>
              <a:off x="5934234" y="1733579"/>
              <a:ext cx="316496" cy="316447"/>
              <a:chOff x="3270475" y="1427025"/>
              <a:chExt cx="483200" cy="483125"/>
            </a:xfrm>
          </p:grpSpPr>
          <p:sp>
            <p:nvSpPr>
              <p:cNvPr id="14776" name="Google Shape;14776;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7" name="Google Shape;14777;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8" name="Google Shape;14778;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79" name="Google Shape;14779;p84"/>
            <p:cNvSpPr/>
            <p:nvPr/>
          </p:nvSpPr>
          <p:spPr>
            <a:xfrm>
              <a:off x="5934205" y="4926624"/>
              <a:ext cx="316512" cy="31644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0" name="Google Shape;14780;p84"/>
            <p:cNvSpPr/>
            <p:nvPr/>
          </p:nvSpPr>
          <p:spPr>
            <a:xfrm>
              <a:off x="2889674" y="4926616"/>
              <a:ext cx="319574" cy="31646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781" name="Google Shape;14781;p84"/>
            <p:cNvGrpSpPr/>
            <p:nvPr/>
          </p:nvGrpSpPr>
          <p:grpSpPr>
            <a:xfrm>
              <a:off x="4408152" y="4929574"/>
              <a:ext cx="327140" cy="310552"/>
              <a:chOff x="6222125" y="2025975"/>
              <a:chExt cx="499450" cy="474125"/>
            </a:xfrm>
          </p:grpSpPr>
          <p:sp>
            <p:nvSpPr>
              <p:cNvPr id="14782" name="Google Shape;1478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3" name="Google Shape;1478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4" name="Google Shape;1478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5" name="Google Shape;14785;p84"/>
            <p:cNvSpPr txBox="1"/>
            <p:nvPr/>
          </p:nvSpPr>
          <p:spPr>
            <a:xfrm>
              <a:off x="2471571" y="2197884"/>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1</a:t>
              </a:r>
              <a:endParaRPr sz="1100">
                <a:solidFill>
                  <a:srgbClr val="FFFFFF"/>
                </a:solidFill>
              </a:endParaRPr>
            </a:p>
          </p:txBody>
        </p:sp>
        <p:sp>
          <p:nvSpPr>
            <p:cNvPr id="14786" name="Google Shape;14786;p84"/>
            <p:cNvSpPr txBox="1"/>
            <p:nvPr/>
          </p:nvSpPr>
          <p:spPr>
            <a:xfrm>
              <a:off x="3992316"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2</a:t>
              </a:r>
              <a:endParaRPr sz="1100">
                <a:solidFill>
                  <a:srgbClr val="FFFFFF"/>
                </a:solidFill>
              </a:endParaRPr>
            </a:p>
          </p:txBody>
        </p:sp>
        <p:sp>
          <p:nvSpPr>
            <p:cNvPr id="14787" name="Google Shape;14787;p84"/>
            <p:cNvSpPr txBox="1"/>
            <p:nvPr/>
          </p:nvSpPr>
          <p:spPr>
            <a:xfrm>
              <a:off x="5513060"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3</a:t>
              </a:r>
              <a:endParaRPr sz="1100">
                <a:solidFill>
                  <a:srgbClr val="FFFFFF"/>
                </a:solidFill>
              </a:endParaRPr>
            </a:p>
          </p:txBody>
        </p:sp>
        <p:sp>
          <p:nvSpPr>
            <p:cNvPr id="14788" name="Google Shape;14788;p84"/>
            <p:cNvSpPr txBox="1"/>
            <p:nvPr/>
          </p:nvSpPr>
          <p:spPr>
            <a:xfrm>
              <a:off x="2471406"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4</a:t>
              </a:r>
              <a:endParaRPr sz="1100">
                <a:solidFill>
                  <a:srgbClr val="FFFFFF"/>
                </a:solidFill>
              </a:endParaRPr>
            </a:p>
          </p:txBody>
        </p:sp>
        <p:sp>
          <p:nvSpPr>
            <p:cNvPr id="14789" name="Google Shape;14789;p84"/>
            <p:cNvSpPr txBox="1"/>
            <p:nvPr/>
          </p:nvSpPr>
          <p:spPr>
            <a:xfrm>
              <a:off x="3992233"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5</a:t>
              </a:r>
              <a:endParaRPr sz="1100">
                <a:solidFill>
                  <a:srgbClr val="FFFFFF"/>
                </a:solidFill>
              </a:endParaRPr>
            </a:p>
          </p:txBody>
        </p:sp>
        <p:sp>
          <p:nvSpPr>
            <p:cNvPr id="14790" name="Google Shape;14790;p84"/>
            <p:cNvSpPr txBox="1"/>
            <p:nvPr/>
          </p:nvSpPr>
          <p:spPr>
            <a:xfrm>
              <a:off x="5513060"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6</a:t>
              </a:r>
              <a:endParaRPr sz="1100">
                <a:solidFill>
                  <a:srgbClr val="FFFFFF"/>
                </a:solidFill>
              </a:endParaRPr>
            </a:p>
          </p:txBody>
        </p:sp>
        <p:sp>
          <p:nvSpPr>
            <p:cNvPr id="14791" name="Google Shape;14791;p84"/>
            <p:cNvSpPr/>
            <p:nvPr/>
          </p:nvSpPr>
          <p:spPr>
            <a:xfrm>
              <a:off x="2993806"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4517047"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6040308"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2993785"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4517026"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6040288"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431556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4520492"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472541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431556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4"/>
            <p:cNvSpPr/>
            <p:nvPr/>
          </p:nvSpPr>
          <p:spPr>
            <a:xfrm>
              <a:off x="4520492"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4"/>
            <p:cNvSpPr/>
            <p:nvPr/>
          </p:nvSpPr>
          <p:spPr>
            <a:xfrm>
              <a:off x="472541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03" name="Google Shape;14803;p84"/>
            <p:cNvCxnSpPr>
              <a:stCxn id="14791" idx="4"/>
              <a:endCxn id="14797" idx="0"/>
            </p:cNvCxnSpPr>
            <p:nvPr/>
          </p:nvCxnSpPr>
          <p:spPr>
            <a:xfrm rot="-5400000" flipH="1">
              <a:off x="3544306" y="2251538"/>
              <a:ext cx="323100" cy="13218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4" name="Google Shape;14804;p84"/>
            <p:cNvCxnSpPr>
              <a:stCxn id="14793" idx="4"/>
              <a:endCxn id="14799" idx="0"/>
            </p:cNvCxnSpPr>
            <p:nvPr/>
          </p:nvCxnSpPr>
          <p:spPr>
            <a:xfrm rot="5400000">
              <a:off x="5272458" y="2254988"/>
              <a:ext cx="323100" cy="13149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5" name="Google Shape;14805;p84"/>
            <p:cNvCxnSpPr>
              <a:stCxn id="14792" idx="4"/>
              <a:endCxn id="14798" idx="0"/>
            </p:cNvCxnSpPr>
            <p:nvPr/>
          </p:nvCxnSpPr>
          <p:spPr>
            <a:xfrm rot="-5400000" flipH="1">
              <a:off x="4408297" y="2910788"/>
              <a:ext cx="323100" cy="33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6" name="Google Shape;14806;p84"/>
            <p:cNvCxnSpPr>
              <a:stCxn id="14794" idx="0"/>
              <a:endCxn id="14800" idx="4"/>
            </p:cNvCxnSpPr>
            <p:nvPr/>
          </p:nvCxnSpPr>
          <p:spPr>
            <a:xfrm rot="-5400000">
              <a:off x="3542785" y="3844396"/>
              <a:ext cx="326100" cy="13218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7" name="Google Shape;14807;p84"/>
            <p:cNvCxnSpPr>
              <a:stCxn id="14796" idx="0"/>
              <a:endCxn id="14802" idx="4"/>
            </p:cNvCxnSpPr>
            <p:nvPr/>
          </p:nvCxnSpPr>
          <p:spPr>
            <a:xfrm rot="5400000" flipH="1">
              <a:off x="5270938" y="3847846"/>
              <a:ext cx="326100" cy="13149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8" name="Google Shape;14808;p84"/>
            <p:cNvCxnSpPr>
              <a:stCxn id="14795" idx="0"/>
              <a:endCxn id="14801" idx="4"/>
            </p:cNvCxnSpPr>
            <p:nvPr/>
          </p:nvCxnSpPr>
          <p:spPr>
            <a:xfrm rot="-5400000">
              <a:off x="4406926" y="4503496"/>
              <a:ext cx="326100" cy="3600"/>
            </a:xfrm>
            <a:prstGeom prst="curvedConnector3">
              <a:avLst>
                <a:gd name="adj1" fmla="val 49980"/>
              </a:avLst>
            </a:prstGeom>
            <a:noFill/>
            <a:ln w="19050" cap="flat" cmpd="sng">
              <a:solidFill>
                <a:srgbClr val="5F7D95"/>
              </a:solidFill>
              <a:prstDash val="solid"/>
              <a:round/>
              <a:headEnd type="none" w="med" len="med"/>
              <a:tailEnd type="none" w="med" len="med"/>
            </a:ln>
          </p:spPr>
        </p:cxnSp>
      </p:grpSp>
      <p:grpSp>
        <p:nvGrpSpPr>
          <p:cNvPr id="14809" name="Google Shape;14809;p84"/>
          <p:cNvGrpSpPr/>
          <p:nvPr/>
        </p:nvGrpSpPr>
        <p:grpSpPr>
          <a:xfrm>
            <a:off x="3922519" y="2292144"/>
            <a:ext cx="4535982" cy="2530277"/>
            <a:chOff x="7034445" y="1923375"/>
            <a:chExt cx="6394111" cy="3566785"/>
          </a:xfrm>
        </p:grpSpPr>
        <p:sp>
          <p:nvSpPr>
            <p:cNvPr id="14810" name="Google Shape;14810;p84"/>
            <p:cNvSpPr/>
            <p:nvPr/>
          </p:nvSpPr>
          <p:spPr>
            <a:xfrm>
              <a:off x="7337340" y="3489102"/>
              <a:ext cx="1166320" cy="377580"/>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4"/>
            <p:cNvSpPr/>
            <p:nvPr/>
          </p:nvSpPr>
          <p:spPr>
            <a:xfrm>
              <a:off x="8503614" y="3489102"/>
              <a:ext cx="1166294" cy="377580"/>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9669863" y="3489102"/>
              <a:ext cx="1165716" cy="377580"/>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3" name="Google Shape;14813;p84"/>
            <p:cNvSpPr/>
            <p:nvPr/>
          </p:nvSpPr>
          <p:spPr>
            <a:xfrm>
              <a:off x="10835533" y="3489102"/>
              <a:ext cx="1166320" cy="377580"/>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4" name="Google Shape;14814;p84"/>
            <p:cNvSpPr/>
            <p:nvPr/>
          </p:nvSpPr>
          <p:spPr>
            <a:xfrm>
              <a:off x="12001807" y="3489102"/>
              <a:ext cx="1166294" cy="377580"/>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5" name="Google Shape;14815;p84"/>
            <p:cNvSpPr/>
            <p:nvPr/>
          </p:nvSpPr>
          <p:spPr>
            <a:xfrm>
              <a:off x="7621269" y="1923375"/>
              <a:ext cx="513222" cy="578650"/>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8840953" y="4911194"/>
              <a:ext cx="513222" cy="578834"/>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9983192" y="1923375"/>
              <a:ext cx="513248" cy="578650"/>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11163878" y="4911352"/>
              <a:ext cx="513827" cy="57880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12345142" y="1923375"/>
              <a:ext cx="513222" cy="578650"/>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7831380"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10193307"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12555215"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9051067" y="3925304"/>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11374280" y="3925379"/>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txBox="1"/>
            <p:nvPr/>
          </p:nvSpPr>
          <p:spPr>
            <a:xfrm>
              <a:off x="7474604"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2016</a:t>
              </a:r>
              <a:endParaRPr sz="1200" b="1">
                <a:solidFill>
                  <a:srgbClr val="FFFFFF"/>
                </a:solidFill>
              </a:endParaRPr>
            </a:p>
          </p:txBody>
        </p:sp>
        <p:sp>
          <p:nvSpPr>
            <p:cNvPr id="14826" name="Google Shape;14826;p84"/>
            <p:cNvSpPr/>
            <p:nvPr/>
          </p:nvSpPr>
          <p:spPr>
            <a:xfrm>
              <a:off x="7831380"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10201428"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12555215"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9050473"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11374285"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84"/>
            <p:cNvCxnSpPr>
              <a:stCxn id="14820" idx="0"/>
              <a:endCxn id="14826" idx="4"/>
            </p:cNvCxnSpPr>
            <p:nvPr/>
          </p:nvCxnSpPr>
          <p:spPr>
            <a:xfrm rot="10800000">
              <a:off x="7877880"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2" name="Google Shape;14832;p84"/>
            <p:cNvCxnSpPr>
              <a:stCxn id="14821" idx="0"/>
              <a:endCxn id="14827" idx="4"/>
            </p:cNvCxnSpPr>
            <p:nvPr/>
          </p:nvCxnSpPr>
          <p:spPr>
            <a:xfrm rot="10800000" flipH="1">
              <a:off x="10239807" y="2634595"/>
              <a:ext cx="8100" cy="661500"/>
            </a:xfrm>
            <a:prstGeom prst="straightConnector1">
              <a:avLst/>
            </a:prstGeom>
            <a:noFill/>
            <a:ln w="9525" cap="flat" cmpd="sng">
              <a:solidFill>
                <a:srgbClr val="A5B7C6"/>
              </a:solidFill>
              <a:prstDash val="dash"/>
              <a:round/>
              <a:headEnd type="none" w="med" len="med"/>
              <a:tailEnd type="none" w="med" len="med"/>
            </a:ln>
          </p:spPr>
        </p:cxnSp>
        <p:cxnSp>
          <p:nvCxnSpPr>
            <p:cNvPr id="14833" name="Google Shape;14833;p84"/>
            <p:cNvCxnSpPr>
              <a:stCxn id="14822" idx="0"/>
              <a:endCxn id="14828" idx="4"/>
            </p:cNvCxnSpPr>
            <p:nvPr/>
          </p:nvCxnSpPr>
          <p:spPr>
            <a:xfrm rot="10800000">
              <a:off x="12601715"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4" name="Google Shape;14834;p84"/>
            <p:cNvCxnSpPr>
              <a:stCxn id="14823" idx="4"/>
              <a:endCxn id="14829" idx="0"/>
            </p:cNvCxnSpPr>
            <p:nvPr/>
          </p:nvCxnSpPr>
          <p:spPr>
            <a:xfrm flipH="1">
              <a:off x="9096967" y="4018304"/>
              <a:ext cx="600" cy="760200"/>
            </a:xfrm>
            <a:prstGeom prst="straightConnector1">
              <a:avLst/>
            </a:prstGeom>
            <a:noFill/>
            <a:ln w="9525" cap="flat" cmpd="sng">
              <a:solidFill>
                <a:srgbClr val="A5B7C6"/>
              </a:solidFill>
              <a:prstDash val="dash"/>
              <a:round/>
              <a:headEnd type="none" w="med" len="med"/>
              <a:tailEnd type="none" w="med" len="med"/>
            </a:ln>
          </p:spPr>
        </p:cxnSp>
        <p:cxnSp>
          <p:nvCxnSpPr>
            <p:cNvPr id="14835" name="Google Shape;14835;p84"/>
            <p:cNvCxnSpPr>
              <a:stCxn id="14824" idx="4"/>
              <a:endCxn id="14830" idx="0"/>
            </p:cNvCxnSpPr>
            <p:nvPr/>
          </p:nvCxnSpPr>
          <p:spPr>
            <a:xfrm>
              <a:off x="11420780" y="4018379"/>
              <a:ext cx="0" cy="759900"/>
            </a:xfrm>
            <a:prstGeom prst="straightConnector1">
              <a:avLst/>
            </a:prstGeom>
            <a:noFill/>
            <a:ln w="9525" cap="flat" cmpd="sng">
              <a:solidFill>
                <a:srgbClr val="A5B7C6"/>
              </a:solidFill>
              <a:prstDash val="dash"/>
              <a:round/>
              <a:headEnd type="none" w="med" len="med"/>
              <a:tailEnd type="none" w="med" len="med"/>
            </a:ln>
          </p:spPr>
        </p:cxnSp>
        <p:sp>
          <p:nvSpPr>
            <p:cNvPr id="14836" name="Google Shape;14836;p84"/>
            <p:cNvSpPr txBox="1"/>
            <p:nvPr/>
          </p:nvSpPr>
          <p:spPr>
            <a:xfrm>
              <a:off x="8683476"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2017</a:t>
              </a:r>
              <a:endParaRPr sz="1200" b="1">
                <a:solidFill>
                  <a:srgbClr val="FFFFFF"/>
                </a:solidFill>
              </a:endParaRPr>
            </a:p>
          </p:txBody>
        </p:sp>
        <p:sp>
          <p:nvSpPr>
            <p:cNvPr id="14837" name="Google Shape;14837;p84"/>
            <p:cNvSpPr txBox="1"/>
            <p:nvPr/>
          </p:nvSpPr>
          <p:spPr>
            <a:xfrm>
              <a:off x="9829627"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2018</a:t>
              </a:r>
              <a:endParaRPr sz="1200" b="1">
                <a:solidFill>
                  <a:srgbClr val="FFFFFF"/>
                </a:solidFill>
              </a:endParaRPr>
            </a:p>
          </p:txBody>
        </p:sp>
        <p:sp>
          <p:nvSpPr>
            <p:cNvPr id="14838" name="Google Shape;14838;p84"/>
            <p:cNvSpPr txBox="1"/>
            <p:nvPr/>
          </p:nvSpPr>
          <p:spPr>
            <a:xfrm>
              <a:off x="11015409"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2019</a:t>
              </a:r>
              <a:endParaRPr sz="1200" b="1">
                <a:solidFill>
                  <a:srgbClr val="FFFFFF"/>
                </a:solidFill>
              </a:endParaRPr>
            </a:p>
          </p:txBody>
        </p:sp>
        <p:sp>
          <p:nvSpPr>
            <p:cNvPr id="14839" name="Google Shape;14839;p84"/>
            <p:cNvSpPr txBox="1"/>
            <p:nvPr/>
          </p:nvSpPr>
          <p:spPr>
            <a:xfrm>
              <a:off x="12201190"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2020</a:t>
              </a:r>
              <a:endParaRPr sz="1200" b="1">
                <a:solidFill>
                  <a:srgbClr val="FFFFFF"/>
                </a:solidFill>
              </a:endParaRPr>
            </a:p>
          </p:txBody>
        </p:sp>
        <p:sp>
          <p:nvSpPr>
            <p:cNvPr id="14840" name="Google Shape;14840;p84"/>
            <p:cNvSpPr/>
            <p:nvPr/>
          </p:nvSpPr>
          <p:spPr>
            <a:xfrm>
              <a:off x="11268620" y="5017606"/>
              <a:ext cx="306097" cy="3069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1" name="Google Shape;14841;p84"/>
            <p:cNvGrpSpPr/>
            <p:nvPr/>
          </p:nvGrpSpPr>
          <p:grpSpPr>
            <a:xfrm>
              <a:off x="8935480" y="5046079"/>
              <a:ext cx="308532" cy="308532"/>
              <a:chOff x="1049375" y="2680675"/>
              <a:chExt cx="297725" cy="297725"/>
            </a:xfrm>
          </p:grpSpPr>
          <p:sp>
            <p:nvSpPr>
              <p:cNvPr id="14842" name="Google Shape;14842;p8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84"/>
            <p:cNvGrpSpPr/>
            <p:nvPr/>
          </p:nvGrpSpPr>
          <p:grpSpPr>
            <a:xfrm>
              <a:off x="12447099" y="2067802"/>
              <a:ext cx="307729" cy="305864"/>
              <a:chOff x="5045775" y="1946400"/>
              <a:chExt cx="296950" cy="295150"/>
            </a:xfrm>
          </p:grpSpPr>
          <p:sp>
            <p:nvSpPr>
              <p:cNvPr id="14845" name="Google Shape;14845;p8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4"/>
            <p:cNvGrpSpPr/>
            <p:nvPr/>
          </p:nvGrpSpPr>
          <p:grpSpPr>
            <a:xfrm>
              <a:off x="10086281" y="2076317"/>
              <a:ext cx="306926" cy="306123"/>
              <a:chOff x="3599700" y="1954475"/>
              <a:chExt cx="296175" cy="295400"/>
            </a:xfrm>
          </p:grpSpPr>
          <p:sp>
            <p:nvSpPr>
              <p:cNvPr id="14848" name="Google Shape;14848;p8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4"/>
            <p:cNvGrpSpPr/>
            <p:nvPr/>
          </p:nvGrpSpPr>
          <p:grpSpPr>
            <a:xfrm>
              <a:off x="7705037" y="2104409"/>
              <a:ext cx="307755" cy="232649"/>
              <a:chOff x="3962775" y="1990700"/>
              <a:chExt cx="296975" cy="224500"/>
            </a:xfrm>
          </p:grpSpPr>
          <p:sp>
            <p:nvSpPr>
              <p:cNvPr id="14852" name="Google Shape;14852;p8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6" name="Google Shape;14856;p84"/>
            <p:cNvSpPr txBox="1"/>
            <p:nvPr/>
          </p:nvSpPr>
          <p:spPr>
            <a:xfrm>
              <a:off x="10578970"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“Despite being red, Mars is actually a very cold place”</a:t>
              </a:r>
              <a:endParaRPr sz="900">
                <a:solidFill>
                  <a:srgbClr val="A5B7C6"/>
                </a:solidFill>
              </a:endParaRPr>
            </a:p>
          </p:txBody>
        </p:sp>
        <p:sp>
          <p:nvSpPr>
            <p:cNvPr id="14857" name="Google Shape;14857;p84"/>
            <p:cNvSpPr txBox="1"/>
            <p:nvPr/>
          </p:nvSpPr>
          <p:spPr>
            <a:xfrm>
              <a:off x="8217058"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“Mercury is the smallest planet in the Solar System”</a:t>
              </a:r>
              <a:endParaRPr sz="900">
                <a:solidFill>
                  <a:srgbClr val="A5B7C6"/>
                </a:solidFill>
              </a:endParaRPr>
            </a:p>
          </p:txBody>
        </p:sp>
        <p:sp>
          <p:nvSpPr>
            <p:cNvPr id="14858" name="Google Shape;14858;p84"/>
            <p:cNvSpPr txBox="1"/>
            <p:nvPr/>
          </p:nvSpPr>
          <p:spPr>
            <a:xfrm>
              <a:off x="9413044" y="4149881"/>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“Neptune is the farthest planet from the Sun”</a:t>
              </a:r>
              <a:endParaRPr sz="900">
                <a:solidFill>
                  <a:srgbClr val="A5B7C6"/>
                </a:solidFill>
              </a:endParaRPr>
            </a:p>
          </p:txBody>
        </p:sp>
        <p:sp>
          <p:nvSpPr>
            <p:cNvPr id="14859" name="Google Shape;14859;p84"/>
            <p:cNvSpPr txBox="1"/>
            <p:nvPr/>
          </p:nvSpPr>
          <p:spPr>
            <a:xfrm>
              <a:off x="11736855" y="4130309"/>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“Saturn is a gas giant and has several rings”</a:t>
              </a:r>
              <a:endParaRPr sz="900">
                <a:solidFill>
                  <a:srgbClr val="A5B7C6"/>
                </a:solidFill>
              </a:endParaRPr>
            </a:p>
          </p:txBody>
        </p:sp>
        <p:sp>
          <p:nvSpPr>
            <p:cNvPr id="14860" name="Google Shape;14860;p84"/>
            <p:cNvSpPr txBox="1"/>
            <p:nvPr/>
          </p:nvSpPr>
          <p:spPr>
            <a:xfrm>
              <a:off x="7034445" y="4130309"/>
              <a:ext cx="1691700" cy="661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900">
                  <a:solidFill>
                    <a:srgbClr val="A5B7C6"/>
                  </a:solidFill>
                </a:rPr>
                <a:t>“Venus is the second planet from the Sun. It’s really hot”</a:t>
              </a:r>
              <a:endParaRPr sz="900">
                <a:solidFill>
                  <a:srgbClr val="A5B7C6"/>
                </a:solidFill>
              </a:endParaRPr>
            </a:p>
          </p:txBody>
        </p:sp>
      </p:gr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64"/>
        <p:cNvGrpSpPr/>
        <p:nvPr/>
      </p:nvGrpSpPr>
      <p:grpSpPr>
        <a:xfrm>
          <a:off x="0" y="0"/>
          <a:ext cx="0" cy="0"/>
          <a:chOff x="0" y="0"/>
          <a:chExt cx="0" cy="0"/>
        </a:xfrm>
      </p:grpSpPr>
      <p:sp>
        <p:nvSpPr>
          <p:cNvPr id="14865" name="Google Shape;14865;p85"/>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sp>
        <p:nvSpPr>
          <p:cNvPr id="14866" name="Google Shape;14866;p85"/>
          <p:cNvSpPr/>
          <p:nvPr/>
        </p:nvSpPr>
        <p:spPr>
          <a:xfrm>
            <a:off x="2783068" y="2458534"/>
            <a:ext cx="2148000" cy="21480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6518656" y="215951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734888" y="4869209"/>
            <a:ext cx="1988700" cy="885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85"/>
          <p:cNvGrpSpPr/>
          <p:nvPr/>
        </p:nvGrpSpPr>
        <p:grpSpPr>
          <a:xfrm>
            <a:off x="1270772" y="1966505"/>
            <a:ext cx="916704" cy="916704"/>
            <a:chOff x="4049800" y="640400"/>
            <a:chExt cx="858900" cy="858900"/>
          </a:xfrm>
        </p:grpSpPr>
        <p:sp>
          <p:nvSpPr>
            <p:cNvPr id="14870" name="Google Shape;14870;p85"/>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4049800" y="640400"/>
              <a:ext cx="858900" cy="858900"/>
            </a:xfrm>
            <a:prstGeom prst="blockArc">
              <a:avLst>
                <a:gd name="adj1" fmla="val 16197503"/>
                <a:gd name="adj2" fmla="val 10806141"/>
                <a:gd name="adj3" fmla="val 11389"/>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2" name="Google Shape;14872;p85"/>
          <p:cNvSpPr/>
          <p:nvPr/>
        </p:nvSpPr>
        <p:spPr>
          <a:xfrm>
            <a:off x="929175" y="3148545"/>
            <a:ext cx="1599900" cy="13593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588577" y="4772873"/>
            <a:ext cx="281400" cy="281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74" name="Google Shape;14874;p85"/>
          <p:cNvCxnSpPr>
            <a:stCxn id="14870" idx="4"/>
            <a:endCxn id="14872" idx="0"/>
          </p:cNvCxnSpPr>
          <p:nvPr/>
        </p:nvCxnSpPr>
        <p:spPr>
          <a:xfrm>
            <a:off x="1729124" y="2883209"/>
            <a:ext cx="0" cy="265200"/>
          </a:xfrm>
          <a:prstGeom prst="straightConnector1">
            <a:avLst/>
          </a:prstGeom>
          <a:noFill/>
          <a:ln w="9525" cap="flat" cmpd="sng">
            <a:solidFill>
              <a:srgbClr val="D7DFE5"/>
            </a:solidFill>
            <a:prstDash val="solid"/>
            <a:round/>
            <a:headEnd type="none" w="med" len="med"/>
            <a:tailEnd type="none" w="med" len="med"/>
          </a:ln>
        </p:spPr>
      </p:cxnSp>
      <p:cxnSp>
        <p:nvCxnSpPr>
          <p:cNvPr id="14875" name="Google Shape;14875;p85"/>
          <p:cNvCxnSpPr/>
          <p:nvPr/>
        </p:nvCxnSpPr>
        <p:spPr>
          <a:xfrm>
            <a:off x="1729223" y="4507570"/>
            <a:ext cx="0" cy="265200"/>
          </a:xfrm>
          <a:prstGeom prst="straightConnector1">
            <a:avLst/>
          </a:prstGeom>
          <a:noFill/>
          <a:ln w="9525" cap="flat" cmpd="sng">
            <a:solidFill>
              <a:srgbClr val="D7DFE5"/>
            </a:solidFill>
            <a:prstDash val="solid"/>
            <a:round/>
            <a:headEnd type="none" w="med" len="med"/>
            <a:tailEnd type="none" w="med" len="med"/>
          </a:ln>
        </p:spPr>
      </p:cxnSp>
      <p:sp>
        <p:nvSpPr>
          <p:cNvPr id="14876" name="Google Shape;14876;p85"/>
          <p:cNvSpPr txBox="1"/>
          <p:nvPr/>
        </p:nvSpPr>
        <p:spPr>
          <a:xfrm>
            <a:off x="1034028" y="3806850"/>
            <a:ext cx="1390500" cy="54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A5B7C6"/>
                </a:solidFill>
              </a:rPr>
              <a:t>“Mercury is the smallest planet in the Solar System”</a:t>
            </a:r>
            <a:endParaRPr sz="1000">
              <a:solidFill>
                <a:srgbClr val="A5B7C6"/>
              </a:solidFill>
            </a:endParaRPr>
          </a:p>
        </p:txBody>
      </p:sp>
      <p:cxnSp>
        <p:nvCxnSpPr>
          <p:cNvPr id="14877" name="Google Shape;14877;p85"/>
          <p:cNvCxnSpPr/>
          <p:nvPr/>
        </p:nvCxnSpPr>
        <p:spPr>
          <a:xfrm>
            <a:off x="1423603" y="3649786"/>
            <a:ext cx="611100" cy="0"/>
          </a:xfrm>
          <a:prstGeom prst="straightConnector1">
            <a:avLst/>
          </a:prstGeom>
          <a:noFill/>
          <a:ln w="19050" cap="flat" cmpd="sng">
            <a:solidFill>
              <a:srgbClr val="A5B7C6"/>
            </a:solidFill>
            <a:prstDash val="solid"/>
            <a:round/>
            <a:headEnd type="none" w="med" len="med"/>
            <a:tailEnd type="none" w="med" len="med"/>
          </a:ln>
        </p:spPr>
      </p:cxnSp>
      <p:sp>
        <p:nvSpPr>
          <p:cNvPr id="14878" name="Google Shape;14878;p85"/>
          <p:cNvSpPr txBox="1"/>
          <p:nvPr/>
        </p:nvSpPr>
        <p:spPr>
          <a:xfrm>
            <a:off x="1222292" y="3345051"/>
            <a:ext cx="1014000" cy="26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4879" name="Google Shape;14879;p85"/>
          <p:cNvSpPr txBox="1"/>
          <p:nvPr/>
        </p:nvSpPr>
        <p:spPr>
          <a:xfrm>
            <a:off x="1380635" y="2205464"/>
            <a:ext cx="697200" cy="43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4880" name="Google Shape;14880;p85"/>
          <p:cNvGrpSpPr/>
          <p:nvPr/>
        </p:nvGrpSpPr>
        <p:grpSpPr>
          <a:xfrm>
            <a:off x="2947824" y="2666301"/>
            <a:ext cx="1734243" cy="1734243"/>
            <a:chOff x="5681300" y="2527788"/>
            <a:chExt cx="805800" cy="805800"/>
          </a:xfrm>
        </p:grpSpPr>
        <p:sp>
          <p:nvSpPr>
            <p:cNvPr id="14881" name="Google Shape;14881;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5681300" y="2527788"/>
              <a:ext cx="805800" cy="805800"/>
            </a:xfrm>
            <a:prstGeom prst="pie">
              <a:avLst>
                <a:gd name="adj1" fmla="val 10800464"/>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5"/>
          <p:cNvGrpSpPr/>
          <p:nvPr/>
        </p:nvGrpSpPr>
        <p:grpSpPr>
          <a:xfrm>
            <a:off x="6148073" y="2204772"/>
            <a:ext cx="752617" cy="752617"/>
            <a:chOff x="5681300" y="2527788"/>
            <a:chExt cx="805800" cy="805800"/>
          </a:xfrm>
        </p:grpSpPr>
        <p:sp>
          <p:nvSpPr>
            <p:cNvPr id="14884" name="Google Shape;1488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6" name="Google Shape;14886;p85"/>
          <p:cNvSpPr txBox="1"/>
          <p:nvPr/>
        </p:nvSpPr>
        <p:spPr>
          <a:xfrm>
            <a:off x="7051612" y="2315715"/>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“Despite being red, Mars is actually a very cold place”</a:t>
            </a:r>
            <a:endParaRPr sz="1000">
              <a:solidFill>
                <a:srgbClr val="A5B7C6"/>
              </a:solidFill>
            </a:endParaRPr>
          </a:p>
        </p:txBody>
      </p:sp>
      <p:sp>
        <p:nvSpPr>
          <p:cNvPr id="14887" name="Google Shape;14887;p85"/>
          <p:cNvSpPr/>
          <p:nvPr/>
        </p:nvSpPr>
        <p:spPr>
          <a:xfrm>
            <a:off x="6518656" y="311093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8" name="Google Shape;14888;p85"/>
          <p:cNvGrpSpPr/>
          <p:nvPr/>
        </p:nvGrpSpPr>
        <p:grpSpPr>
          <a:xfrm>
            <a:off x="6148073" y="3156192"/>
            <a:ext cx="752617" cy="752617"/>
            <a:chOff x="5681300" y="2527788"/>
            <a:chExt cx="805800" cy="805800"/>
          </a:xfrm>
        </p:grpSpPr>
        <p:sp>
          <p:nvSpPr>
            <p:cNvPr id="14889" name="Google Shape;14889;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85"/>
          <p:cNvSpPr txBox="1"/>
          <p:nvPr/>
        </p:nvSpPr>
        <p:spPr>
          <a:xfrm>
            <a:off x="7051612" y="326713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“Venus is the second planet from the Sun. It’s hot”</a:t>
            </a:r>
            <a:endParaRPr sz="1000">
              <a:solidFill>
                <a:srgbClr val="A5B7C6"/>
              </a:solidFill>
            </a:endParaRPr>
          </a:p>
        </p:txBody>
      </p:sp>
      <p:sp>
        <p:nvSpPr>
          <p:cNvPr id="14892" name="Google Shape;14892;p85"/>
          <p:cNvSpPr/>
          <p:nvPr/>
        </p:nvSpPr>
        <p:spPr>
          <a:xfrm>
            <a:off x="6518656" y="406235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85"/>
          <p:cNvGrpSpPr/>
          <p:nvPr/>
        </p:nvGrpSpPr>
        <p:grpSpPr>
          <a:xfrm>
            <a:off x="6148073" y="4107612"/>
            <a:ext cx="752617" cy="752617"/>
            <a:chOff x="5681300" y="2527788"/>
            <a:chExt cx="805800" cy="805800"/>
          </a:xfrm>
        </p:grpSpPr>
        <p:sp>
          <p:nvSpPr>
            <p:cNvPr id="14894" name="Google Shape;1489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85"/>
          <p:cNvSpPr txBox="1"/>
          <p:nvPr/>
        </p:nvSpPr>
        <p:spPr>
          <a:xfrm>
            <a:off x="7051612" y="421855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“Saturn is a gas giant and has several rings”</a:t>
            </a:r>
            <a:endParaRPr sz="1000">
              <a:solidFill>
                <a:srgbClr val="A5B7C6"/>
              </a:solidFill>
            </a:endParaRPr>
          </a:p>
        </p:txBody>
      </p:sp>
      <p:sp>
        <p:nvSpPr>
          <p:cNvPr id="14897" name="Google Shape;14897;p85"/>
          <p:cNvSpPr/>
          <p:nvPr/>
        </p:nvSpPr>
        <p:spPr>
          <a:xfrm>
            <a:off x="3732565" y="2379950"/>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3732565" y="4522206"/>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4847277" y="3451078"/>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00" name="Google Shape;14900;p85"/>
          <p:cNvCxnSpPr>
            <a:stCxn id="14899" idx="6"/>
            <a:endCxn id="14885" idx="2"/>
          </p:cNvCxnSpPr>
          <p:nvPr/>
        </p:nvCxnSpPr>
        <p:spPr>
          <a:xfrm rot="10800000" flipH="1">
            <a:off x="5011977" y="2581228"/>
            <a:ext cx="1136100" cy="952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4901" name="Google Shape;14901;p85"/>
          <p:cNvCxnSpPr>
            <a:stCxn id="14899" idx="6"/>
            <a:endCxn id="14895" idx="2"/>
          </p:cNvCxnSpPr>
          <p:nvPr/>
        </p:nvCxnSpPr>
        <p:spPr>
          <a:xfrm>
            <a:off x="5011977" y="3533428"/>
            <a:ext cx="1136100" cy="950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4902" name="Google Shape;14902;p85"/>
          <p:cNvCxnSpPr>
            <a:stCxn id="14899" idx="6"/>
            <a:endCxn id="14890" idx="2"/>
          </p:cNvCxnSpPr>
          <p:nvPr/>
        </p:nvCxnSpPr>
        <p:spPr>
          <a:xfrm rot="10800000" flipH="1">
            <a:off x="5011977" y="3532528"/>
            <a:ext cx="11361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4903" name="Google Shape;14903;p85"/>
          <p:cNvSpPr txBox="1"/>
          <p:nvPr/>
        </p:nvSpPr>
        <p:spPr>
          <a:xfrm>
            <a:off x="3217108" y="3157046"/>
            <a:ext cx="1195500" cy="7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dirty="0" smtClean="0">
                <a:solidFill>
                  <a:srgbClr val="213B55"/>
                </a:solidFill>
              </a:rPr>
              <a:t>75%</a:t>
            </a:r>
            <a:endParaRPr sz="3000" b="1" dirty="0">
              <a:solidFill>
                <a:srgbClr val="213B55"/>
              </a:solidFill>
            </a:endParaRPr>
          </a:p>
        </p:txBody>
      </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7"/>
        <p:cNvGrpSpPr/>
        <p:nvPr/>
      </p:nvGrpSpPr>
      <p:grpSpPr>
        <a:xfrm>
          <a:off x="0" y="0"/>
          <a:ext cx="0" cy="0"/>
          <a:chOff x="0" y="0"/>
          <a:chExt cx="0" cy="0"/>
        </a:xfrm>
      </p:grpSpPr>
      <p:sp>
        <p:nvSpPr>
          <p:cNvPr id="14908" name="Google Shape;14908;p86"/>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4909" name="Google Shape;14909;p86"/>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Digital Marketing</a:t>
            </a:r>
            <a:endParaRPr sz="1800">
              <a:solidFill>
                <a:schemeClr val="lt1"/>
              </a:solidFill>
              <a:latin typeface="Arial"/>
              <a:ea typeface="Arial"/>
              <a:cs typeface="Arial"/>
              <a:sym typeface="Arial"/>
            </a:endParaRPr>
          </a:p>
        </p:txBody>
      </p:sp>
      <p:grpSp>
        <p:nvGrpSpPr>
          <p:cNvPr id="14910" name="Google Shape;14910;p86"/>
          <p:cNvGrpSpPr/>
          <p:nvPr/>
        </p:nvGrpSpPr>
        <p:grpSpPr>
          <a:xfrm>
            <a:off x="1758744" y="2485418"/>
            <a:ext cx="370100" cy="250625"/>
            <a:chOff x="980425" y="4196875"/>
            <a:chExt cx="370100" cy="250625"/>
          </a:xfrm>
        </p:grpSpPr>
        <p:sp>
          <p:nvSpPr>
            <p:cNvPr id="14911" name="Google Shape;14911;p86"/>
            <p:cNvSpPr/>
            <p:nvPr/>
          </p:nvSpPr>
          <p:spPr>
            <a:xfrm>
              <a:off x="1154775" y="4246525"/>
              <a:ext cx="129650" cy="103900"/>
            </a:xfrm>
            <a:custGeom>
              <a:avLst/>
              <a:gdLst/>
              <a:ahLst/>
              <a:cxnLst/>
              <a:rect l="l" t="t" r="r" b="b"/>
              <a:pathLst>
                <a:path w="5186" h="4156" extrusionOk="0">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6"/>
            <p:cNvSpPr/>
            <p:nvPr/>
          </p:nvSpPr>
          <p:spPr>
            <a:xfrm>
              <a:off x="1199775" y="4267525"/>
              <a:ext cx="51200" cy="20950"/>
            </a:xfrm>
            <a:custGeom>
              <a:avLst/>
              <a:gdLst/>
              <a:ahLst/>
              <a:cxnLst/>
              <a:rect l="l" t="t" r="r" b="b"/>
              <a:pathLst>
                <a:path w="2048" h="838" extrusionOk="0">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6"/>
            <p:cNvSpPr/>
            <p:nvPr/>
          </p:nvSpPr>
          <p:spPr>
            <a:xfrm>
              <a:off x="980425" y="4196875"/>
              <a:ext cx="370100" cy="250625"/>
            </a:xfrm>
            <a:custGeom>
              <a:avLst/>
              <a:gdLst/>
              <a:ahLst/>
              <a:cxnLst/>
              <a:rect l="l" t="t" r="r" b="b"/>
              <a:pathLst>
                <a:path w="14804" h="10025" extrusionOk="0">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6"/>
            <p:cNvSpPr/>
            <p:nvPr/>
          </p:nvSpPr>
          <p:spPr>
            <a:xfrm>
              <a:off x="1027475" y="4239300"/>
              <a:ext cx="110350" cy="10825"/>
            </a:xfrm>
            <a:custGeom>
              <a:avLst/>
              <a:gdLst/>
              <a:ahLst/>
              <a:cxnLst/>
              <a:rect l="l" t="t" r="r" b="b"/>
              <a:pathLst>
                <a:path w="4414" h="433" extrusionOk="0">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86"/>
          <p:cNvGrpSpPr/>
          <p:nvPr/>
        </p:nvGrpSpPr>
        <p:grpSpPr>
          <a:xfrm>
            <a:off x="2494513" y="2441356"/>
            <a:ext cx="364200" cy="338750"/>
            <a:chOff x="7731450" y="3574225"/>
            <a:chExt cx="364200" cy="338750"/>
          </a:xfrm>
        </p:grpSpPr>
        <p:sp>
          <p:nvSpPr>
            <p:cNvPr id="14916" name="Google Shape;14916;p86"/>
            <p:cNvSpPr/>
            <p:nvPr/>
          </p:nvSpPr>
          <p:spPr>
            <a:xfrm>
              <a:off x="7940850" y="3673950"/>
              <a:ext cx="38275" cy="39575"/>
            </a:xfrm>
            <a:custGeom>
              <a:avLst/>
              <a:gdLst/>
              <a:ahLst/>
              <a:cxnLst/>
              <a:rect l="l" t="t" r="r" b="b"/>
              <a:pathLst>
                <a:path w="1531" h="1583" extrusionOk="0">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6"/>
            <p:cNvSpPr/>
            <p:nvPr/>
          </p:nvSpPr>
          <p:spPr>
            <a:xfrm>
              <a:off x="7988375" y="3673000"/>
              <a:ext cx="40900" cy="40150"/>
            </a:xfrm>
            <a:custGeom>
              <a:avLst/>
              <a:gdLst/>
              <a:ahLst/>
              <a:cxnLst/>
              <a:rect l="l" t="t" r="r" b="b"/>
              <a:pathLst>
                <a:path w="1636" h="1606" extrusionOk="0">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6"/>
            <p:cNvSpPr/>
            <p:nvPr/>
          </p:nvSpPr>
          <p:spPr>
            <a:xfrm>
              <a:off x="7760775" y="3614350"/>
              <a:ext cx="282400" cy="10825"/>
            </a:xfrm>
            <a:custGeom>
              <a:avLst/>
              <a:gdLst/>
              <a:ahLst/>
              <a:cxnLst/>
              <a:rect l="l" t="t" r="r" b="b"/>
              <a:pathLst>
                <a:path w="11296" h="433" extrusionOk="0">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6"/>
            <p:cNvSpPr/>
            <p:nvPr/>
          </p:nvSpPr>
          <p:spPr>
            <a:xfrm>
              <a:off x="7760775" y="364367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6"/>
            <p:cNvSpPr/>
            <p:nvPr/>
          </p:nvSpPr>
          <p:spPr>
            <a:xfrm>
              <a:off x="7760775" y="3673000"/>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6"/>
            <p:cNvSpPr/>
            <p:nvPr/>
          </p:nvSpPr>
          <p:spPr>
            <a:xfrm>
              <a:off x="7760775" y="3702325"/>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6"/>
            <p:cNvSpPr/>
            <p:nvPr/>
          </p:nvSpPr>
          <p:spPr>
            <a:xfrm>
              <a:off x="7760775" y="373162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6"/>
            <p:cNvSpPr/>
            <p:nvPr/>
          </p:nvSpPr>
          <p:spPr>
            <a:xfrm>
              <a:off x="7731450" y="3574225"/>
              <a:ext cx="364200" cy="338750"/>
            </a:xfrm>
            <a:custGeom>
              <a:avLst/>
              <a:gdLst/>
              <a:ahLst/>
              <a:cxnLst/>
              <a:rect l="l" t="t" r="r" b="b"/>
              <a:pathLst>
                <a:path w="14568" h="13550" extrusionOk="0">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86"/>
          <p:cNvGrpSpPr/>
          <p:nvPr/>
        </p:nvGrpSpPr>
        <p:grpSpPr>
          <a:xfrm>
            <a:off x="3242231" y="2429793"/>
            <a:ext cx="317900" cy="361875"/>
            <a:chOff x="3275000" y="4141325"/>
            <a:chExt cx="317900" cy="361875"/>
          </a:xfrm>
        </p:grpSpPr>
        <p:sp>
          <p:nvSpPr>
            <p:cNvPr id="14925" name="Google Shape;14925;p86"/>
            <p:cNvSpPr/>
            <p:nvPr/>
          </p:nvSpPr>
          <p:spPr>
            <a:xfrm>
              <a:off x="3520025" y="4162925"/>
              <a:ext cx="11925" cy="8175"/>
            </a:xfrm>
            <a:custGeom>
              <a:avLst/>
              <a:gdLst/>
              <a:ahLst/>
              <a:cxnLst/>
              <a:rect l="l" t="t" r="r" b="b"/>
              <a:pathLst>
                <a:path w="477" h="327" extrusionOk="0">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6"/>
            <p:cNvSpPr/>
            <p:nvPr/>
          </p:nvSpPr>
          <p:spPr>
            <a:xfrm>
              <a:off x="3336725" y="4162925"/>
              <a:ext cx="83350" cy="10825"/>
            </a:xfrm>
            <a:custGeom>
              <a:avLst/>
              <a:gdLst/>
              <a:ahLst/>
              <a:cxnLst/>
              <a:rect l="l" t="t" r="r" b="b"/>
              <a:pathLst>
                <a:path w="3334" h="433" extrusionOk="0">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6"/>
            <p:cNvSpPr/>
            <p:nvPr/>
          </p:nvSpPr>
          <p:spPr>
            <a:xfrm>
              <a:off x="3342125" y="4216150"/>
              <a:ext cx="185200" cy="73325"/>
            </a:xfrm>
            <a:custGeom>
              <a:avLst/>
              <a:gdLst/>
              <a:ahLst/>
              <a:cxnLst/>
              <a:rect l="l" t="t" r="r" b="b"/>
              <a:pathLst>
                <a:path w="7408" h="2933" extrusionOk="0">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6"/>
            <p:cNvSpPr/>
            <p:nvPr/>
          </p:nvSpPr>
          <p:spPr>
            <a:xfrm>
              <a:off x="3339800" y="4311825"/>
              <a:ext cx="189050" cy="10075"/>
            </a:xfrm>
            <a:custGeom>
              <a:avLst/>
              <a:gdLst/>
              <a:ahLst/>
              <a:cxnLst/>
              <a:rect l="l" t="t" r="r" b="b"/>
              <a:pathLst>
                <a:path w="7562" h="403" extrusionOk="0">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6"/>
            <p:cNvSpPr/>
            <p:nvPr/>
          </p:nvSpPr>
          <p:spPr>
            <a:xfrm>
              <a:off x="3339800" y="4341150"/>
              <a:ext cx="189050" cy="10825"/>
            </a:xfrm>
            <a:custGeom>
              <a:avLst/>
              <a:gdLst/>
              <a:ahLst/>
              <a:cxnLst/>
              <a:rect l="l" t="t" r="r" b="b"/>
              <a:pathLst>
                <a:path w="7562" h="433" extrusionOk="0">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6"/>
            <p:cNvSpPr/>
            <p:nvPr/>
          </p:nvSpPr>
          <p:spPr>
            <a:xfrm>
              <a:off x="3275000" y="4141325"/>
              <a:ext cx="317900" cy="361875"/>
            </a:xfrm>
            <a:custGeom>
              <a:avLst/>
              <a:gdLst/>
              <a:ahLst/>
              <a:cxnLst/>
              <a:rect l="l" t="t" r="r" b="b"/>
              <a:pathLst>
                <a:path w="12716" h="14475" extrusionOk="0">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86"/>
          <p:cNvGrpSpPr/>
          <p:nvPr/>
        </p:nvGrpSpPr>
        <p:grpSpPr>
          <a:xfrm>
            <a:off x="5477669" y="2429781"/>
            <a:ext cx="361875" cy="361900"/>
            <a:chOff x="6250075" y="3563425"/>
            <a:chExt cx="361875" cy="361900"/>
          </a:xfrm>
        </p:grpSpPr>
        <p:sp>
          <p:nvSpPr>
            <p:cNvPr id="14932" name="Google Shape;14932;p86"/>
            <p:cNvSpPr/>
            <p:nvPr/>
          </p:nvSpPr>
          <p:spPr>
            <a:xfrm>
              <a:off x="6309050" y="3728950"/>
              <a:ext cx="126650" cy="94125"/>
            </a:xfrm>
            <a:custGeom>
              <a:avLst/>
              <a:gdLst/>
              <a:ahLst/>
              <a:cxnLst/>
              <a:rect l="l" t="t" r="r" b="b"/>
              <a:pathLst>
                <a:path w="5066" h="3765" extrusionOk="0">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6"/>
            <p:cNvSpPr/>
            <p:nvPr/>
          </p:nvSpPr>
          <p:spPr>
            <a:xfrm>
              <a:off x="6525775" y="3657150"/>
              <a:ext cx="69975" cy="54450"/>
            </a:xfrm>
            <a:custGeom>
              <a:avLst/>
              <a:gdLst/>
              <a:ahLst/>
              <a:cxnLst/>
              <a:rect l="l" t="t" r="r" b="b"/>
              <a:pathLst>
                <a:path w="2799" h="2178" extrusionOk="0">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6"/>
            <p:cNvSpPr/>
            <p:nvPr/>
          </p:nvSpPr>
          <p:spPr>
            <a:xfrm>
              <a:off x="6510075" y="3563625"/>
              <a:ext cx="101875" cy="177300"/>
            </a:xfrm>
            <a:custGeom>
              <a:avLst/>
              <a:gdLst/>
              <a:ahLst/>
              <a:cxnLst/>
              <a:rect l="l" t="t" r="r" b="b"/>
              <a:pathLst>
                <a:path w="4075" h="7092" extrusionOk="0">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6"/>
            <p:cNvSpPr/>
            <p:nvPr/>
          </p:nvSpPr>
          <p:spPr>
            <a:xfrm>
              <a:off x="6250075" y="3563425"/>
              <a:ext cx="361875" cy="361900"/>
            </a:xfrm>
            <a:custGeom>
              <a:avLst/>
              <a:gdLst/>
              <a:ahLst/>
              <a:cxnLst/>
              <a:rect l="l" t="t" r="r" b="b"/>
              <a:pathLst>
                <a:path w="14475" h="14476" extrusionOk="0">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6"/>
            <p:cNvSpPr/>
            <p:nvPr/>
          </p:nvSpPr>
          <p:spPr>
            <a:xfrm>
              <a:off x="6483950" y="3822850"/>
              <a:ext cx="88575" cy="67175"/>
            </a:xfrm>
            <a:custGeom>
              <a:avLst/>
              <a:gdLst/>
              <a:ahLst/>
              <a:cxnLst/>
              <a:rect l="l" t="t" r="r" b="b"/>
              <a:pathLst>
                <a:path w="3543" h="2687" extrusionOk="0">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7" name="Google Shape;14937;p86"/>
          <p:cNvGrpSpPr/>
          <p:nvPr/>
        </p:nvGrpSpPr>
        <p:grpSpPr>
          <a:xfrm>
            <a:off x="6259806" y="2429781"/>
            <a:ext cx="365725" cy="361900"/>
            <a:chOff x="5504000" y="3563425"/>
            <a:chExt cx="365725" cy="361900"/>
          </a:xfrm>
        </p:grpSpPr>
        <p:sp>
          <p:nvSpPr>
            <p:cNvPr id="14938" name="Google Shape;14938;p86"/>
            <p:cNvSpPr/>
            <p:nvPr/>
          </p:nvSpPr>
          <p:spPr>
            <a:xfrm>
              <a:off x="5564950" y="3631200"/>
              <a:ext cx="243050" cy="227000"/>
            </a:xfrm>
            <a:custGeom>
              <a:avLst/>
              <a:gdLst/>
              <a:ahLst/>
              <a:cxnLst/>
              <a:rect l="l" t="t" r="r" b="b"/>
              <a:pathLst>
                <a:path w="9722" h="9080" extrusionOk="0">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6"/>
            <p:cNvSpPr/>
            <p:nvPr/>
          </p:nvSpPr>
          <p:spPr>
            <a:xfrm>
              <a:off x="5544875" y="3839250"/>
              <a:ext cx="49400" cy="46725"/>
            </a:xfrm>
            <a:custGeom>
              <a:avLst/>
              <a:gdLst/>
              <a:ahLst/>
              <a:cxnLst/>
              <a:rect l="l" t="t" r="r" b="b"/>
              <a:pathLst>
                <a:path w="1976" h="1869" extrusionOk="0">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6"/>
            <p:cNvSpPr/>
            <p:nvPr/>
          </p:nvSpPr>
          <p:spPr>
            <a:xfrm>
              <a:off x="5780200" y="3838500"/>
              <a:ext cx="47875" cy="47475"/>
            </a:xfrm>
            <a:custGeom>
              <a:avLst/>
              <a:gdLst/>
              <a:ahLst/>
              <a:cxnLst/>
              <a:rect l="l" t="t" r="r" b="b"/>
              <a:pathLst>
                <a:path w="1915" h="1899" extrusionOk="0">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6"/>
            <p:cNvSpPr/>
            <p:nvPr/>
          </p:nvSpPr>
          <p:spPr>
            <a:xfrm>
              <a:off x="5781750" y="3602000"/>
              <a:ext cx="47075" cy="46725"/>
            </a:xfrm>
            <a:custGeom>
              <a:avLst/>
              <a:gdLst/>
              <a:ahLst/>
              <a:cxnLst/>
              <a:rect l="l" t="t" r="r" b="b"/>
              <a:pathLst>
                <a:path w="1883" h="1869" extrusionOk="0">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6"/>
            <p:cNvSpPr/>
            <p:nvPr/>
          </p:nvSpPr>
          <p:spPr>
            <a:xfrm>
              <a:off x="5544875" y="3602775"/>
              <a:ext cx="46325" cy="45175"/>
            </a:xfrm>
            <a:custGeom>
              <a:avLst/>
              <a:gdLst/>
              <a:ahLst/>
              <a:cxnLst/>
              <a:rect l="l" t="t" r="r" b="b"/>
              <a:pathLst>
                <a:path w="1853" h="1807" extrusionOk="0">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6"/>
            <p:cNvSpPr/>
            <p:nvPr/>
          </p:nvSpPr>
          <p:spPr>
            <a:xfrm>
              <a:off x="5504000" y="3563425"/>
              <a:ext cx="365725" cy="361900"/>
            </a:xfrm>
            <a:custGeom>
              <a:avLst/>
              <a:gdLst/>
              <a:ahLst/>
              <a:cxnLst/>
              <a:rect l="l" t="t" r="r" b="b"/>
              <a:pathLst>
                <a:path w="14629" h="14476" extrusionOk="0">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6"/>
          <p:cNvGrpSpPr/>
          <p:nvPr/>
        </p:nvGrpSpPr>
        <p:grpSpPr>
          <a:xfrm>
            <a:off x="6993400" y="2429581"/>
            <a:ext cx="361875" cy="362300"/>
            <a:chOff x="4755600" y="3563025"/>
            <a:chExt cx="361875" cy="362300"/>
          </a:xfrm>
        </p:grpSpPr>
        <p:sp>
          <p:nvSpPr>
            <p:cNvPr id="14945" name="Google Shape;14945;p86"/>
            <p:cNvSpPr/>
            <p:nvPr/>
          </p:nvSpPr>
          <p:spPr>
            <a:xfrm>
              <a:off x="4755600" y="3700000"/>
              <a:ext cx="74075" cy="225325"/>
            </a:xfrm>
            <a:custGeom>
              <a:avLst/>
              <a:gdLst/>
              <a:ahLst/>
              <a:cxnLst/>
              <a:rect l="l" t="t" r="r" b="b"/>
              <a:pathLst>
                <a:path w="2963" h="9013" extrusionOk="0">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6"/>
            <p:cNvSpPr/>
            <p:nvPr/>
          </p:nvSpPr>
          <p:spPr>
            <a:xfrm>
              <a:off x="4852025" y="3783325"/>
              <a:ext cx="73325" cy="142000"/>
            </a:xfrm>
            <a:custGeom>
              <a:avLst/>
              <a:gdLst/>
              <a:ahLst/>
              <a:cxnLst/>
              <a:rect l="l" t="t" r="r" b="b"/>
              <a:pathLst>
                <a:path w="2933" h="5680" extrusionOk="0">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6"/>
            <p:cNvSpPr/>
            <p:nvPr/>
          </p:nvSpPr>
          <p:spPr>
            <a:xfrm>
              <a:off x="4947700" y="3720825"/>
              <a:ext cx="74100" cy="204500"/>
            </a:xfrm>
            <a:custGeom>
              <a:avLst/>
              <a:gdLst/>
              <a:ahLst/>
              <a:cxnLst/>
              <a:rect l="l" t="t" r="r" b="b"/>
              <a:pathLst>
                <a:path w="2964" h="8180" extrusionOk="0">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6"/>
            <p:cNvSpPr/>
            <p:nvPr/>
          </p:nvSpPr>
          <p:spPr>
            <a:xfrm>
              <a:off x="5044150" y="3652150"/>
              <a:ext cx="73325" cy="273175"/>
            </a:xfrm>
            <a:custGeom>
              <a:avLst/>
              <a:gdLst/>
              <a:ahLst/>
              <a:cxnLst/>
              <a:rect l="l" t="t" r="r" b="b"/>
              <a:pathLst>
                <a:path w="2933" h="10927" extrusionOk="0">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6"/>
            <p:cNvSpPr/>
            <p:nvPr/>
          </p:nvSpPr>
          <p:spPr>
            <a:xfrm>
              <a:off x="4763300" y="3563025"/>
              <a:ext cx="347750" cy="197750"/>
            </a:xfrm>
            <a:custGeom>
              <a:avLst/>
              <a:gdLst/>
              <a:ahLst/>
              <a:cxnLst/>
              <a:rect l="l" t="t" r="r" b="b"/>
              <a:pathLst>
                <a:path w="13910" h="7910" extrusionOk="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86"/>
          <p:cNvGrpSpPr/>
          <p:nvPr/>
        </p:nvGrpSpPr>
        <p:grpSpPr>
          <a:xfrm>
            <a:off x="7789532" y="2429793"/>
            <a:ext cx="212200" cy="361875"/>
            <a:chOff x="7060200" y="4141325"/>
            <a:chExt cx="212200" cy="361875"/>
          </a:xfrm>
        </p:grpSpPr>
        <p:sp>
          <p:nvSpPr>
            <p:cNvPr id="14951" name="Google Shape;14951;p86"/>
            <p:cNvSpPr/>
            <p:nvPr/>
          </p:nvSpPr>
          <p:spPr>
            <a:xfrm>
              <a:off x="7060200" y="4141325"/>
              <a:ext cx="212200" cy="361875"/>
            </a:xfrm>
            <a:custGeom>
              <a:avLst/>
              <a:gdLst/>
              <a:ahLst/>
              <a:cxnLst/>
              <a:rect l="l" t="t" r="r" b="b"/>
              <a:pathLst>
                <a:path w="8488" h="14475" extrusionOk="0">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6"/>
            <p:cNvSpPr/>
            <p:nvPr/>
          </p:nvSpPr>
          <p:spPr>
            <a:xfrm>
              <a:off x="7146625" y="4463825"/>
              <a:ext cx="39350" cy="10825"/>
            </a:xfrm>
            <a:custGeom>
              <a:avLst/>
              <a:gdLst/>
              <a:ahLst/>
              <a:cxnLst/>
              <a:rect l="l" t="t" r="r" b="b"/>
              <a:pathLst>
                <a:path w="1574" h="433" extrusionOk="0">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6"/>
            <p:cNvSpPr/>
            <p:nvPr/>
          </p:nvSpPr>
          <p:spPr>
            <a:xfrm>
              <a:off x="7102625" y="4243125"/>
              <a:ext cx="144300" cy="142075"/>
            </a:xfrm>
            <a:custGeom>
              <a:avLst/>
              <a:gdLst/>
              <a:ahLst/>
              <a:cxnLst/>
              <a:rect l="l" t="t" r="r" b="b"/>
              <a:pathLst>
                <a:path w="5772" h="5683" extrusionOk="0">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86"/>
          <p:cNvGrpSpPr/>
          <p:nvPr/>
        </p:nvGrpSpPr>
        <p:grpSpPr>
          <a:xfrm>
            <a:off x="7714695" y="2990799"/>
            <a:ext cx="361875" cy="362275"/>
            <a:chOff x="4004875" y="3563050"/>
            <a:chExt cx="361875" cy="362275"/>
          </a:xfrm>
        </p:grpSpPr>
        <p:sp>
          <p:nvSpPr>
            <p:cNvPr id="14955" name="Google Shape;14955;p86"/>
            <p:cNvSpPr/>
            <p:nvPr/>
          </p:nvSpPr>
          <p:spPr>
            <a:xfrm>
              <a:off x="4004875" y="3563050"/>
              <a:ext cx="361875" cy="362275"/>
            </a:xfrm>
            <a:custGeom>
              <a:avLst/>
              <a:gdLst/>
              <a:ahLst/>
              <a:cxnLst/>
              <a:rect l="l" t="t" r="r" b="b"/>
              <a:pathLst>
                <a:path w="14475" h="14491" extrusionOk="0">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6"/>
            <p:cNvSpPr/>
            <p:nvPr/>
          </p:nvSpPr>
          <p:spPr>
            <a:xfrm>
              <a:off x="4105950" y="3583300"/>
              <a:ext cx="36275" cy="28000"/>
            </a:xfrm>
            <a:custGeom>
              <a:avLst/>
              <a:gdLst/>
              <a:ahLst/>
              <a:cxnLst/>
              <a:rect l="l" t="t" r="r" b="b"/>
              <a:pathLst>
                <a:path w="1451" h="1120" extrusionOk="0">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6"/>
            <p:cNvSpPr/>
            <p:nvPr/>
          </p:nvSpPr>
          <p:spPr>
            <a:xfrm>
              <a:off x="4059900" y="3678100"/>
              <a:ext cx="40275" cy="35700"/>
            </a:xfrm>
            <a:custGeom>
              <a:avLst/>
              <a:gdLst/>
              <a:ahLst/>
              <a:cxnLst/>
              <a:rect l="l" t="t" r="r" b="b"/>
              <a:pathLst>
                <a:path w="1611" h="1428" extrusionOk="0">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6"/>
            <p:cNvSpPr/>
            <p:nvPr/>
          </p:nvSpPr>
          <p:spPr>
            <a:xfrm>
              <a:off x="4148000" y="3764925"/>
              <a:ext cx="40300" cy="36050"/>
            </a:xfrm>
            <a:custGeom>
              <a:avLst/>
              <a:gdLst/>
              <a:ahLst/>
              <a:cxnLst/>
              <a:rect l="l" t="t" r="r" b="b"/>
              <a:pathLst>
                <a:path w="1612" h="1442" extrusionOk="0">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6"/>
            <p:cNvSpPr/>
            <p:nvPr/>
          </p:nvSpPr>
          <p:spPr>
            <a:xfrm>
              <a:off x="4103875" y="3827425"/>
              <a:ext cx="40275" cy="36050"/>
            </a:xfrm>
            <a:custGeom>
              <a:avLst/>
              <a:gdLst/>
              <a:ahLst/>
              <a:cxnLst/>
              <a:rect l="l" t="t" r="r" b="b"/>
              <a:pathLst>
                <a:path w="1611" h="1442" extrusionOk="0">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6"/>
            <p:cNvSpPr/>
            <p:nvPr/>
          </p:nvSpPr>
          <p:spPr>
            <a:xfrm>
              <a:off x="4063525" y="3691625"/>
              <a:ext cx="124225" cy="140150"/>
            </a:xfrm>
            <a:custGeom>
              <a:avLst/>
              <a:gdLst/>
              <a:ahLst/>
              <a:cxnLst/>
              <a:rect l="l" t="t" r="r" b="b"/>
              <a:pathLst>
                <a:path w="4969" h="5606" extrusionOk="0">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1" name="Google Shape;14961;p86"/>
          <p:cNvGrpSpPr/>
          <p:nvPr/>
        </p:nvGrpSpPr>
        <p:grpSpPr>
          <a:xfrm>
            <a:off x="6993013" y="2992536"/>
            <a:ext cx="362650" cy="358800"/>
            <a:chOff x="3252625" y="3564975"/>
            <a:chExt cx="362650" cy="358800"/>
          </a:xfrm>
        </p:grpSpPr>
        <p:sp>
          <p:nvSpPr>
            <p:cNvPr id="14962" name="Google Shape;14962;p86"/>
            <p:cNvSpPr/>
            <p:nvPr/>
          </p:nvSpPr>
          <p:spPr>
            <a:xfrm>
              <a:off x="3252625" y="3564975"/>
              <a:ext cx="362650" cy="358800"/>
            </a:xfrm>
            <a:custGeom>
              <a:avLst/>
              <a:gdLst/>
              <a:ahLst/>
              <a:cxnLst/>
              <a:rect l="l" t="t" r="r" b="b"/>
              <a:pathLst>
                <a:path w="14506" h="14352" extrusionOk="0">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6"/>
            <p:cNvSpPr/>
            <p:nvPr/>
          </p:nvSpPr>
          <p:spPr>
            <a:xfrm>
              <a:off x="3360125" y="3688425"/>
              <a:ext cx="56850" cy="47125"/>
            </a:xfrm>
            <a:custGeom>
              <a:avLst/>
              <a:gdLst/>
              <a:ahLst/>
              <a:cxnLst/>
              <a:rect l="l" t="t" r="r" b="b"/>
              <a:pathLst>
                <a:path w="2274" h="1885" extrusionOk="0">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6"/>
            <p:cNvSpPr/>
            <p:nvPr/>
          </p:nvSpPr>
          <p:spPr>
            <a:xfrm>
              <a:off x="3449350" y="3754575"/>
              <a:ext cx="50175" cy="44975"/>
            </a:xfrm>
            <a:custGeom>
              <a:avLst/>
              <a:gdLst/>
              <a:ahLst/>
              <a:cxnLst/>
              <a:rect l="l" t="t" r="r" b="b"/>
              <a:pathLst>
                <a:path w="2007" h="1799" extrusionOk="0">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6"/>
            <p:cNvSpPr/>
            <p:nvPr/>
          </p:nvSpPr>
          <p:spPr>
            <a:xfrm>
              <a:off x="3392375" y="3682000"/>
              <a:ext cx="84425" cy="124050"/>
            </a:xfrm>
            <a:custGeom>
              <a:avLst/>
              <a:gdLst/>
              <a:ahLst/>
              <a:cxnLst/>
              <a:rect l="l" t="t" r="r" b="b"/>
              <a:pathLst>
                <a:path w="3377" h="4962" extrusionOk="0">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6"/>
            <p:cNvSpPr/>
            <p:nvPr/>
          </p:nvSpPr>
          <p:spPr>
            <a:xfrm>
              <a:off x="3279625" y="3631925"/>
              <a:ext cx="296500" cy="223950"/>
            </a:xfrm>
            <a:custGeom>
              <a:avLst/>
              <a:gdLst/>
              <a:ahLst/>
              <a:cxnLst/>
              <a:rect l="l" t="t" r="r" b="b"/>
              <a:pathLst>
                <a:path w="11860" h="8958" extrusionOk="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86"/>
          <p:cNvGrpSpPr/>
          <p:nvPr/>
        </p:nvGrpSpPr>
        <p:grpSpPr>
          <a:xfrm>
            <a:off x="4757756" y="2990611"/>
            <a:ext cx="361875" cy="362650"/>
            <a:chOff x="980425" y="3563425"/>
            <a:chExt cx="361875" cy="362650"/>
          </a:xfrm>
        </p:grpSpPr>
        <p:sp>
          <p:nvSpPr>
            <p:cNvPr id="14968" name="Google Shape;14968;p86"/>
            <p:cNvSpPr/>
            <p:nvPr/>
          </p:nvSpPr>
          <p:spPr>
            <a:xfrm>
              <a:off x="1009725" y="3856625"/>
              <a:ext cx="143550" cy="10825"/>
            </a:xfrm>
            <a:custGeom>
              <a:avLst/>
              <a:gdLst/>
              <a:ahLst/>
              <a:cxnLst/>
              <a:rect l="l" t="t" r="r" b="b"/>
              <a:pathLst>
                <a:path w="5742" h="433" extrusionOk="0">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6"/>
            <p:cNvSpPr/>
            <p:nvPr/>
          </p:nvSpPr>
          <p:spPr>
            <a:xfrm>
              <a:off x="1009725" y="3880550"/>
              <a:ext cx="143550" cy="10050"/>
            </a:xfrm>
            <a:custGeom>
              <a:avLst/>
              <a:gdLst/>
              <a:ahLst/>
              <a:cxnLst/>
              <a:rect l="l" t="t" r="r" b="b"/>
              <a:pathLst>
                <a:path w="5742" h="402" extrusionOk="0">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6"/>
            <p:cNvSpPr/>
            <p:nvPr/>
          </p:nvSpPr>
          <p:spPr>
            <a:xfrm>
              <a:off x="1009725" y="37270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6"/>
            <p:cNvSpPr/>
            <p:nvPr/>
          </p:nvSpPr>
          <p:spPr>
            <a:xfrm>
              <a:off x="1009725" y="3750925"/>
              <a:ext cx="141225" cy="10825"/>
            </a:xfrm>
            <a:custGeom>
              <a:avLst/>
              <a:gdLst/>
              <a:ahLst/>
              <a:cxnLst/>
              <a:rect l="l" t="t" r="r" b="b"/>
              <a:pathLst>
                <a:path w="5649" h="433" extrusionOk="0">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6"/>
            <p:cNvSpPr/>
            <p:nvPr/>
          </p:nvSpPr>
          <p:spPr>
            <a:xfrm>
              <a:off x="1009725" y="3598125"/>
              <a:ext cx="143525" cy="10075"/>
            </a:xfrm>
            <a:custGeom>
              <a:avLst/>
              <a:gdLst/>
              <a:ahLst/>
              <a:cxnLst/>
              <a:rect l="l" t="t" r="r" b="b"/>
              <a:pathLst>
                <a:path w="5741" h="403" extrusionOk="0">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6"/>
            <p:cNvSpPr/>
            <p:nvPr/>
          </p:nvSpPr>
          <p:spPr>
            <a:xfrm>
              <a:off x="1009725" y="36213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6"/>
            <p:cNvSpPr/>
            <p:nvPr/>
          </p:nvSpPr>
          <p:spPr>
            <a:xfrm>
              <a:off x="1208025" y="3598125"/>
              <a:ext cx="13900" cy="10075"/>
            </a:xfrm>
            <a:custGeom>
              <a:avLst/>
              <a:gdLst/>
              <a:ahLst/>
              <a:cxnLst/>
              <a:rect l="l" t="t" r="r" b="b"/>
              <a:pathLst>
                <a:path w="556" h="403" extrusionOk="0">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6"/>
            <p:cNvSpPr/>
            <p:nvPr/>
          </p:nvSpPr>
          <p:spPr>
            <a:xfrm>
              <a:off x="1231175" y="3598125"/>
              <a:ext cx="14675" cy="10075"/>
            </a:xfrm>
            <a:custGeom>
              <a:avLst/>
              <a:gdLst/>
              <a:ahLst/>
              <a:cxnLst/>
              <a:rect l="l" t="t" r="r" b="b"/>
              <a:pathLst>
                <a:path w="587" h="403" extrusionOk="0">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6"/>
            <p:cNvSpPr/>
            <p:nvPr/>
          </p:nvSpPr>
          <p:spPr>
            <a:xfrm>
              <a:off x="1255075" y="3598125"/>
              <a:ext cx="13925" cy="10075"/>
            </a:xfrm>
            <a:custGeom>
              <a:avLst/>
              <a:gdLst/>
              <a:ahLst/>
              <a:cxnLst/>
              <a:rect l="l" t="t" r="r" b="b"/>
              <a:pathLst>
                <a:path w="557" h="403" extrusionOk="0">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6"/>
            <p:cNvSpPr/>
            <p:nvPr/>
          </p:nvSpPr>
          <p:spPr>
            <a:xfrm>
              <a:off x="1208025" y="36213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6"/>
            <p:cNvSpPr/>
            <p:nvPr/>
          </p:nvSpPr>
          <p:spPr>
            <a:xfrm>
              <a:off x="1231175" y="36213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6"/>
            <p:cNvSpPr/>
            <p:nvPr/>
          </p:nvSpPr>
          <p:spPr>
            <a:xfrm>
              <a:off x="1255075" y="36213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6"/>
            <p:cNvSpPr/>
            <p:nvPr/>
          </p:nvSpPr>
          <p:spPr>
            <a:xfrm>
              <a:off x="1208025" y="3727725"/>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6"/>
            <p:cNvSpPr/>
            <p:nvPr/>
          </p:nvSpPr>
          <p:spPr>
            <a:xfrm>
              <a:off x="1231175" y="37270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6"/>
            <p:cNvSpPr/>
            <p:nvPr/>
          </p:nvSpPr>
          <p:spPr>
            <a:xfrm>
              <a:off x="1255075" y="37270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6"/>
            <p:cNvSpPr/>
            <p:nvPr/>
          </p:nvSpPr>
          <p:spPr>
            <a:xfrm>
              <a:off x="1208025" y="3750925"/>
              <a:ext cx="13900" cy="10050"/>
            </a:xfrm>
            <a:custGeom>
              <a:avLst/>
              <a:gdLst/>
              <a:ahLst/>
              <a:cxnLst/>
              <a:rect l="l" t="t" r="r" b="b"/>
              <a:pathLst>
                <a:path w="556" h="402" extrusionOk="0">
                  <a:moveTo>
                    <a:pt x="278" y="0"/>
                  </a:moveTo>
                  <a:cubicBezTo>
                    <a:pt x="0" y="0"/>
                    <a:pt x="0" y="402"/>
                    <a:pt x="278" y="402"/>
                  </a:cubicBezTo>
                  <a:cubicBezTo>
                    <a:pt x="556" y="40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6"/>
            <p:cNvSpPr/>
            <p:nvPr/>
          </p:nvSpPr>
          <p:spPr>
            <a:xfrm>
              <a:off x="1231175" y="3750925"/>
              <a:ext cx="14675" cy="10050"/>
            </a:xfrm>
            <a:custGeom>
              <a:avLst/>
              <a:gdLst/>
              <a:ahLst/>
              <a:cxnLst/>
              <a:rect l="l" t="t" r="r" b="b"/>
              <a:pathLst>
                <a:path w="587" h="402" extrusionOk="0">
                  <a:moveTo>
                    <a:pt x="309" y="0"/>
                  </a:moveTo>
                  <a:cubicBezTo>
                    <a:pt x="0" y="0"/>
                    <a:pt x="0" y="402"/>
                    <a:pt x="309" y="402"/>
                  </a:cubicBezTo>
                  <a:cubicBezTo>
                    <a:pt x="586" y="40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6"/>
            <p:cNvSpPr/>
            <p:nvPr/>
          </p:nvSpPr>
          <p:spPr>
            <a:xfrm>
              <a:off x="1255075" y="3750925"/>
              <a:ext cx="13925" cy="10050"/>
            </a:xfrm>
            <a:custGeom>
              <a:avLst/>
              <a:gdLst/>
              <a:ahLst/>
              <a:cxnLst/>
              <a:rect l="l" t="t" r="r" b="b"/>
              <a:pathLst>
                <a:path w="557" h="402" extrusionOk="0">
                  <a:moveTo>
                    <a:pt x="279" y="0"/>
                  </a:moveTo>
                  <a:cubicBezTo>
                    <a:pt x="1" y="0"/>
                    <a:pt x="1" y="402"/>
                    <a:pt x="279" y="402"/>
                  </a:cubicBezTo>
                  <a:cubicBezTo>
                    <a:pt x="556" y="40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6"/>
            <p:cNvSpPr/>
            <p:nvPr/>
          </p:nvSpPr>
          <p:spPr>
            <a:xfrm>
              <a:off x="1208025" y="38566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6"/>
            <p:cNvSpPr/>
            <p:nvPr/>
          </p:nvSpPr>
          <p:spPr>
            <a:xfrm>
              <a:off x="1231175" y="3856625"/>
              <a:ext cx="14675" cy="10825"/>
            </a:xfrm>
            <a:custGeom>
              <a:avLst/>
              <a:gdLst/>
              <a:ahLst/>
              <a:cxnLst/>
              <a:rect l="l" t="t" r="r" b="b"/>
              <a:pathLst>
                <a:path w="587" h="433" extrusionOk="0">
                  <a:moveTo>
                    <a:pt x="309" y="0"/>
                  </a:moveTo>
                  <a:cubicBezTo>
                    <a:pt x="0" y="0"/>
                    <a:pt x="0" y="432"/>
                    <a:pt x="309" y="432"/>
                  </a:cubicBezTo>
                  <a:cubicBezTo>
                    <a:pt x="586" y="43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6"/>
            <p:cNvSpPr/>
            <p:nvPr/>
          </p:nvSpPr>
          <p:spPr>
            <a:xfrm>
              <a:off x="1255075" y="38566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6"/>
            <p:cNvSpPr/>
            <p:nvPr/>
          </p:nvSpPr>
          <p:spPr>
            <a:xfrm>
              <a:off x="1208025" y="3880550"/>
              <a:ext cx="13900" cy="10050"/>
            </a:xfrm>
            <a:custGeom>
              <a:avLst/>
              <a:gdLst/>
              <a:ahLst/>
              <a:cxnLst/>
              <a:rect l="l" t="t" r="r" b="b"/>
              <a:pathLst>
                <a:path w="556" h="402" extrusionOk="0">
                  <a:moveTo>
                    <a:pt x="278" y="0"/>
                  </a:moveTo>
                  <a:cubicBezTo>
                    <a:pt x="0" y="0"/>
                    <a:pt x="0" y="401"/>
                    <a:pt x="278" y="401"/>
                  </a:cubicBezTo>
                  <a:cubicBezTo>
                    <a:pt x="556" y="401"/>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6"/>
            <p:cNvSpPr/>
            <p:nvPr/>
          </p:nvSpPr>
          <p:spPr>
            <a:xfrm>
              <a:off x="1231175" y="3880550"/>
              <a:ext cx="14675" cy="10050"/>
            </a:xfrm>
            <a:custGeom>
              <a:avLst/>
              <a:gdLst/>
              <a:ahLst/>
              <a:cxnLst/>
              <a:rect l="l" t="t" r="r" b="b"/>
              <a:pathLst>
                <a:path w="587" h="402" extrusionOk="0">
                  <a:moveTo>
                    <a:pt x="309" y="0"/>
                  </a:moveTo>
                  <a:cubicBezTo>
                    <a:pt x="0" y="0"/>
                    <a:pt x="0" y="401"/>
                    <a:pt x="309" y="401"/>
                  </a:cubicBezTo>
                  <a:cubicBezTo>
                    <a:pt x="586" y="401"/>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6"/>
            <p:cNvSpPr/>
            <p:nvPr/>
          </p:nvSpPr>
          <p:spPr>
            <a:xfrm>
              <a:off x="1255075" y="3880550"/>
              <a:ext cx="13925" cy="10050"/>
            </a:xfrm>
            <a:custGeom>
              <a:avLst/>
              <a:gdLst/>
              <a:ahLst/>
              <a:cxnLst/>
              <a:rect l="l" t="t" r="r" b="b"/>
              <a:pathLst>
                <a:path w="557" h="402" extrusionOk="0">
                  <a:moveTo>
                    <a:pt x="279" y="0"/>
                  </a:moveTo>
                  <a:cubicBezTo>
                    <a:pt x="1" y="0"/>
                    <a:pt x="1" y="401"/>
                    <a:pt x="279" y="401"/>
                  </a:cubicBezTo>
                  <a:cubicBezTo>
                    <a:pt x="556" y="401"/>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6"/>
            <p:cNvSpPr/>
            <p:nvPr/>
          </p:nvSpPr>
          <p:spPr>
            <a:xfrm>
              <a:off x="980425" y="3563425"/>
              <a:ext cx="361875" cy="362650"/>
            </a:xfrm>
            <a:custGeom>
              <a:avLst/>
              <a:gdLst/>
              <a:ahLst/>
              <a:cxnLst/>
              <a:rect l="l" t="t" r="r" b="b"/>
              <a:pathLst>
                <a:path w="14475" h="14506" extrusionOk="0">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3" name="Google Shape;14993;p86"/>
          <p:cNvSpPr/>
          <p:nvPr/>
        </p:nvSpPr>
        <p:spPr>
          <a:xfrm>
            <a:off x="3230794" y="2988516"/>
            <a:ext cx="362650" cy="361700"/>
          </a:xfrm>
          <a:custGeom>
            <a:avLst/>
            <a:gdLst/>
            <a:ahLst/>
            <a:cxnLst/>
            <a:rect l="l" t="t" r="r" b="b"/>
            <a:pathLst>
              <a:path w="14506" h="14468" extrusionOk="0">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4" name="Google Shape;14994;p86"/>
          <p:cNvGrpSpPr/>
          <p:nvPr/>
        </p:nvGrpSpPr>
        <p:grpSpPr>
          <a:xfrm>
            <a:off x="2496063" y="2990511"/>
            <a:ext cx="361100" cy="362850"/>
            <a:chOff x="6250850" y="3021124"/>
            <a:chExt cx="361100" cy="362850"/>
          </a:xfrm>
        </p:grpSpPr>
        <p:sp>
          <p:nvSpPr>
            <p:cNvPr id="14995" name="Google Shape;14995;p86"/>
            <p:cNvSpPr/>
            <p:nvPr/>
          </p:nvSpPr>
          <p:spPr>
            <a:xfrm>
              <a:off x="6384738" y="3021124"/>
              <a:ext cx="93325" cy="26750"/>
            </a:xfrm>
            <a:custGeom>
              <a:avLst/>
              <a:gdLst/>
              <a:ahLst/>
              <a:cxnLst/>
              <a:rect l="l" t="t" r="r" b="b"/>
              <a:pathLst>
                <a:path w="3733" h="1070" extrusionOk="0">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6" name="Google Shape;14996;p86"/>
            <p:cNvGrpSpPr/>
            <p:nvPr/>
          </p:nvGrpSpPr>
          <p:grpSpPr>
            <a:xfrm>
              <a:off x="6250850" y="3042349"/>
              <a:ext cx="361100" cy="341625"/>
              <a:chOff x="6250850" y="3035125"/>
              <a:chExt cx="361100" cy="341625"/>
            </a:xfrm>
          </p:grpSpPr>
          <p:sp>
            <p:nvSpPr>
              <p:cNvPr id="14997" name="Google Shape;14997;p86"/>
              <p:cNvSpPr/>
              <p:nvPr/>
            </p:nvSpPr>
            <p:spPr>
              <a:xfrm>
                <a:off x="6407075" y="3115350"/>
                <a:ext cx="52125" cy="97825"/>
              </a:xfrm>
              <a:custGeom>
                <a:avLst/>
                <a:gdLst/>
                <a:ahLst/>
                <a:cxnLst/>
                <a:rect l="l" t="t" r="r" b="b"/>
                <a:pathLst>
                  <a:path w="2085" h="3913" extrusionOk="0">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6"/>
              <p:cNvSpPr/>
              <p:nvPr/>
            </p:nvSpPr>
            <p:spPr>
              <a:xfrm>
                <a:off x="6407925" y="3055175"/>
                <a:ext cx="45075" cy="17000"/>
              </a:xfrm>
              <a:custGeom>
                <a:avLst/>
                <a:gdLst/>
                <a:ahLst/>
                <a:cxnLst/>
                <a:rect l="l" t="t" r="r" b="b"/>
                <a:pathLst>
                  <a:path w="1803" h="680" extrusionOk="0">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6"/>
              <p:cNvSpPr/>
              <p:nvPr/>
            </p:nvSpPr>
            <p:spPr>
              <a:xfrm>
                <a:off x="6396975" y="3035125"/>
                <a:ext cx="67625" cy="21425"/>
              </a:xfrm>
              <a:custGeom>
                <a:avLst/>
                <a:gdLst/>
                <a:ahLst/>
                <a:cxnLst/>
                <a:rect l="l" t="t" r="r" b="b"/>
                <a:pathLst>
                  <a:path w="2705" h="857" extrusionOk="0">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6"/>
              <p:cNvSpPr/>
              <p:nvPr/>
            </p:nvSpPr>
            <p:spPr>
              <a:xfrm>
                <a:off x="6250850" y="3081825"/>
                <a:ext cx="361100" cy="294925"/>
              </a:xfrm>
              <a:custGeom>
                <a:avLst/>
                <a:gdLst/>
                <a:ahLst/>
                <a:cxnLst/>
                <a:rect l="l" t="t" r="r" b="b"/>
                <a:pathLst>
                  <a:path w="14444" h="11797" extrusionOk="0">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6"/>
              <p:cNvSpPr/>
              <p:nvPr/>
            </p:nvSpPr>
            <p:spPr>
              <a:xfrm>
                <a:off x="6426000" y="3259050"/>
                <a:ext cx="10825" cy="58275"/>
              </a:xfrm>
              <a:custGeom>
                <a:avLst/>
                <a:gdLst/>
                <a:ahLst/>
                <a:cxnLst/>
                <a:rect l="l" t="t" r="r" b="b"/>
                <a:pathLst>
                  <a:path w="433" h="2331" extrusionOk="0">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6"/>
              <p:cNvSpPr/>
              <p:nvPr/>
            </p:nvSpPr>
            <p:spPr>
              <a:xfrm>
                <a:off x="6449900" y="3255000"/>
                <a:ext cx="10825" cy="36875"/>
              </a:xfrm>
              <a:custGeom>
                <a:avLst/>
                <a:gdLst/>
                <a:ahLst/>
                <a:cxnLst/>
                <a:rect l="l" t="t" r="r" b="b"/>
                <a:pathLst>
                  <a:path w="433" h="1475" extrusionOk="0">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6"/>
              <p:cNvSpPr/>
              <p:nvPr/>
            </p:nvSpPr>
            <p:spPr>
              <a:xfrm>
                <a:off x="6402075" y="3255000"/>
                <a:ext cx="10050" cy="36875"/>
              </a:xfrm>
              <a:custGeom>
                <a:avLst/>
                <a:gdLst/>
                <a:ahLst/>
                <a:cxnLst/>
                <a:rect l="l" t="t" r="r" b="b"/>
                <a:pathLst>
                  <a:path w="402" h="1475" extrusionOk="0">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04" name="Google Shape;15004;p86"/>
          <p:cNvGrpSpPr/>
          <p:nvPr/>
        </p:nvGrpSpPr>
        <p:grpSpPr>
          <a:xfrm>
            <a:off x="1762844" y="3021861"/>
            <a:ext cx="361900" cy="300150"/>
            <a:chOff x="5505525" y="3044950"/>
            <a:chExt cx="361900" cy="300150"/>
          </a:xfrm>
        </p:grpSpPr>
        <p:sp>
          <p:nvSpPr>
            <p:cNvPr id="15005" name="Google Shape;15005;p86"/>
            <p:cNvSpPr/>
            <p:nvPr/>
          </p:nvSpPr>
          <p:spPr>
            <a:xfrm>
              <a:off x="5505525" y="3044950"/>
              <a:ext cx="361900" cy="300150"/>
            </a:xfrm>
            <a:custGeom>
              <a:avLst/>
              <a:gdLst/>
              <a:ahLst/>
              <a:cxnLst/>
              <a:rect l="l" t="t" r="r" b="b"/>
              <a:pathLst>
                <a:path w="14476" h="12006" extrusionOk="0">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6"/>
            <p:cNvSpPr/>
            <p:nvPr/>
          </p:nvSpPr>
          <p:spPr>
            <a:xfrm>
              <a:off x="553717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6"/>
            <p:cNvSpPr/>
            <p:nvPr/>
          </p:nvSpPr>
          <p:spPr>
            <a:xfrm>
              <a:off x="557112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6"/>
            <p:cNvSpPr/>
            <p:nvPr/>
          </p:nvSpPr>
          <p:spPr>
            <a:xfrm>
              <a:off x="5605075" y="3069650"/>
              <a:ext cx="22375" cy="19475"/>
            </a:xfrm>
            <a:custGeom>
              <a:avLst/>
              <a:gdLst/>
              <a:ahLst/>
              <a:cxnLst/>
              <a:rect l="l" t="t" r="r" b="b"/>
              <a:pathLst>
                <a:path w="895"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6"/>
            <p:cNvSpPr/>
            <p:nvPr/>
          </p:nvSpPr>
          <p:spPr>
            <a:xfrm>
              <a:off x="5538700" y="3184600"/>
              <a:ext cx="129650" cy="10825"/>
            </a:xfrm>
            <a:custGeom>
              <a:avLst/>
              <a:gdLst/>
              <a:ahLst/>
              <a:cxnLst/>
              <a:rect l="l" t="t" r="r" b="b"/>
              <a:pathLst>
                <a:path w="5186" h="433" extrusionOk="0">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6"/>
            <p:cNvSpPr/>
            <p:nvPr/>
          </p:nvSpPr>
          <p:spPr>
            <a:xfrm>
              <a:off x="5537950" y="3216250"/>
              <a:ext cx="131950" cy="10825"/>
            </a:xfrm>
            <a:custGeom>
              <a:avLst/>
              <a:gdLst/>
              <a:ahLst/>
              <a:cxnLst/>
              <a:rect l="l" t="t" r="r" b="b"/>
              <a:pathLst>
                <a:path w="5278" h="433" extrusionOk="0">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6"/>
            <p:cNvSpPr/>
            <p:nvPr/>
          </p:nvSpPr>
          <p:spPr>
            <a:xfrm>
              <a:off x="5537950" y="3247875"/>
              <a:ext cx="294750" cy="10825"/>
            </a:xfrm>
            <a:custGeom>
              <a:avLst/>
              <a:gdLst/>
              <a:ahLst/>
              <a:cxnLst/>
              <a:rect l="l" t="t" r="r" b="b"/>
              <a:pathLst>
                <a:path w="11790" h="433" extrusionOk="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6"/>
            <p:cNvSpPr/>
            <p:nvPr/>
          </p:nvSpPr>
          <p:spPr>
            <a:xfrm>
              <a:off x="5537950" y="3280275"/>
              <a:ext cx="294750" cy="10050"/>
            </a:xfrm>
            <a:custGeom>
              <a:avLst/>
              <a:gdLst/>
              <a:ahLst/>
              <a:cxnLst/>
              <a:rect l="l" t="t" r="r" b="b"/>
              <a:pathLst>
                <a:path w="11790" h="402" extrusionOk="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6"/>
            <p:cNvSpPr/>
            <p:nvPr/>
          </p:nvSpPr>
          <p:spPr>
            <a:xfrm>
              <a:off x="5683750" y="3180625"/>
              <a:ext cx="148175" cy="50300"/>
            </a:xfrm>
            <a:custGeom>
              <a:avLst/>
              <a:gdLst/>
              <a:ahLst/>
              <a:cxnLst/>
              <a:rect l="l" t="t" r="r" b="b"/>
              <a:pathLst>
                <a:path w="5927" h="2012" extrusionOk="0">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6"/>
          <p:cNvGrpSpPr/>
          <p:nvPr/>
        </p:nvGrpSpPr>
        <p:grpSpPr>
          <a:xfrm>
            <a:off x="1067438" y="2990986"/>
            <a:ext cx="362650" cy="361900"/>
            <a:chOff x="4755600" y="3014075"/>
            <a:chExt cx="362650" cy="361900"/>
          </a:xfrm>
        </p:grpSpPr>
        <p:sp>
          <p:nvSpPr>
            <p:cNvPr id="15015" name="Google Shape;15015;p86"/>
            <p:cNvSpPr/>
            <p:nvPr/>
          </p:nvSpPr>
          <p:spPr>
            <a:xfrm>
              <a:off x="4819625" y="3043425"/>
              <a:ext cx="49400" cy="49400"/>
            </a:xfrm>
            <a:custGeom>
              <a:avLst/>
              <a:gdLst/>
              <a:ahLst/>
              <a:cxnLst/>
              <a:rect l="l" t="t" r="r" b="b"/>
              <a:pathLst>
                <a:path w="1976" h="1976" extrusionOk="0">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6"/>
            <p:cNvSpPr/>
            <p:nvPr/>
          </p:nvSpPr>
          <p:spPr>
            <a:xfrm>
              <a:off x="4755600" y="3014075"/>
              <a:ext cx="179025" cy="361900"/>
            </a:xfrm>
            <a:custGeom>
              <a:avLst/>
              <a:gdLst/>
              <a:ahLst/>
              <a:cxnLst/>
              <a:rect l="l" t="t" r="r" b="b"/>
              <a:pathLst>
                <a:path w="7161" h="14476" extrusionOk="0">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6"/>
            <p:cNvSpPr/>
            <p:nvPr/>
          </p:nvSpPr>
          <p:spPr>
            <a:xfrm>
              <a:off x="4953100" y="3048825"/>
              <a:ext cx="165150" cy="137350"/>
            </a:xfrm>
            <a:custGeom>
              <a:avLst/>
              <a:gdLst/>
              <a:ahLst/>
              <a:cxnLst/>
              <a:rect l="l" t="t" r="r" b="b"/>
              <a:pathLst>
                <a:path w="6606" h="5494" extrusionOk="0">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6"/>
            <p:cNvSpPr/>
            <p:nvPr/>
          </p:nvSpPr>
          <p:spPr>
            <a:xfrm>
              <a:off x="5014050" y="3087400"/>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6"/>
            <p:cNvSpPr/>
            <p:nvPr/>
          </p:nvSpPr>
          <p:spPr>
            <a:xfrm>
              <a:off x="5014050" y="3112075"/>
              <a:ext cx="68700" cy="10825"/>
            </a:xfrm>
            <a:custGeom>
              <a:avLst/>
              <a:gdLst/>
              <a:ahLst/>
              <a:cxnLst/>
              <a:rect l="l" t="t" r="r" b="b"/>
              <a:pathLst>
                <a:path w="2748" h="433" extrusionOk="0">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6"/>
            <p:cNvSpPr/>
            <p:nvPr/>
          </p:nvSpPr>
          <p:spPr>
            <a:xfrm>
              <a:off x="5014050" y="3136775"/>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6"/>
            <p:cNvSpPr/>
            <p:nvPr/>
          </p:nvSpPr>
          <p:spPr>
            <a:xfrm>
              <a:off x="5052625" y="3087400"/>
              <a:ext cx="31675" cy="10825"/>
            </a:xfrm>
            <a:custGeom>
              <a:avLst/>
              <a:gdLst/>
              <a:ahLst/>
              <a:cxnLst/>
              <a:rect l="l" t="t" r="r" b="b"/>
              <a:pathLst>
                <a:path w="1267" h="433" extrusionOk="0">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6"/>
            <p:cNvSpPr/>
            <p:nvPr/>
          </p:nvSpPr>
          <p:spPr>
            <a:xfrm>
              <a:off x="4892925" y="3169225"/>
              <a:ext cx="209875" cy="205975"/>
            </a:xfrm>
            <a:custGeom>
              <a:avLst/>
              <a:gdLst/>
              <a:ahLst/>
              <a:cxnLst/>
              <a:rect l="l" t="t" r="r" b="b"/>
              <a:pathLst>
                <a:path w="8395" h="8239" extrusionOk="0">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6"/>
            <p:cNvSpPr/>
            <p:nvPr/>
          </p:nvSpPr>
          <p:spPr>
            <a:xfrm>
              <a:off x="4972400" y="3261725"/>
              <a:ext cx="94150" cy="10100"/>
            </a:xfrm>
            <a:custGeom>
              <a:avLst/>
              <a:gdLst/>
              <a:ahLst/>
              <a:cxnLst/>
              <a:rect l="l" t="t" r="r" b="b"/>
              <a:pathLst>
                <a:path w="3766" h="404" extrusionOk="0">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6"/>
            <p:cNvSpPr/>
            <p:nvPr/>
          </p:nvSpPr>
          <p:spPr>
            <a:xfrm>
              <a:off x="4930725" y="3290300"/>
              <a:ext cx="52500" cy="10825"/>
            </a:xfrm>
            <a:custGeom>
              <a:avLst/>
              <a:gdLst/>
              <a:ahLst/>
              <a:cxnLst/>
              <a:rect l="l" t="t" r="r" b="b"/>
              <a:pathLst>
                <a:path w="2100" h="433" extrusionOk="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6"/>
            <p:cNvSpPr/>
            <p:nvPr/>
          </p:nvSpPr>
          <p:spPr>
            <a:xfrm>
              <a:off x="4995550" y="3290300"/>
              <a:ext cx="71000" cy="10825"/>
            </a:xfrm>
            <a:custGeom>
              <a:avLst/>
              <a:gdLst/>
              <a:ahLst/>
              <a:cxnLst/>
              <a:rect l="l" t="t" r="r" b="b"/>
              <a:pathLst>
                <a:path w="2840" h="433" extrusionOk="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6"/>
            <p:cNvSpPr/>
            <p:nvPr/>
          </p:nvSpPr>
          <p:spPr>
            <a:xfrm>
              <a:off x="4930725" y="3318850"/>
              <a:ext cx="135825" cy="10825"/>
            </a:xfrm>
            <a:custGeom>
              <a:avLst/>
              <a:gdLst/>
              <a:ahLst/>
              <a:cxnLst/>
              <a:rect l="l" t="t" r="r" b="b"/>
              <a:pathLst>
                <a:path w="5433" h="433" extrusionOk="0">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6"/>
            <p:cNvSpPr/>
            <p:nvPr/>
          </p:nvSpPr>
          <p:spPr>
            <a:xfrm>
              <a:off x="4930725" y="3261725"/>
              <a:ext cx="31650" cy="10100"/>
            </a:xfrm>
            <a:custGeom>
              <a:avLst/>
              <a:gdLst/>
              <a:ahLst/>
              <a:cxnLst/>
              <a:rect l="l" t="t" r="r" b="b"/>
              <a:pathLst>
                <a:path w="1266" h="404" extrusionOk="0">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86"/>
          <p:cNvGrpSpPr/>
          <p:nvPr/>
        </p:nvGrpSpPr>
        <p:grpSpPr>
          <a:xfrm>
            <a:off x="2495288" y="3546868"/>
            <a:ext cx="362650" cy="361875"/>
            <a:chOff x="2498825" y="3014100"/>
            <a:chExt cx="362650" cy="361875"/>
          </a:xfrm>
        </p:grpSpPr>
        <p:sp>
          <p:nvSpPr>
            <p:cNvPr id="15029" name="Google Shape;15029;p86"/>
            <p:cNvSpPr/>
            <p:nvPr/>
          </p:nvSpPr>
          <p:spPr>
            <a:xfrm>
              <a:off x="2534625" y="3297625"/>
              <a:ext cx="54450" cy="54825"/>
            </a:xfrm>
            <a:custGeom>
              <a:avLst/>
              <a:gdLst/>
              <a:ahLst/>
              <a:cxnLst/>
              <a:rect l="l" t="t" r="r" b="b"/>
              <a:pathLst>
                <a:path w="2178" h="2193" extrusionOk="0">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6"/>
            <p:cNvSpPr/>
            <p:nvPr/>
          </p:nvSpPr>
          <p:spPr>
            <a:xfrm>
              <a:off x="2597575" y="3297250"/>
              <a:ext cx="55575" cy="54800"/>
            </a:xfrm>
            <a:custGeom>
              <a:avLst/>
              <a:gdLst/>
              <a:ahLst/>
              <a:cxnLst/>
              <a:rect l="l" t="t" r="r" b="b"/>
              <a:pathLst>
                <a:path w="2223" h="2192" extrusionOk="0">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6"/>
            <p:cNvSpPr/>
            <p:nvPr/>
          </p:nvSpPr>
          <p:spPr>
            <a:xfrm>
              <a:off x="2711300" y="3171500"/>
              <a:ext cx="54450" cy="54800"/>
            </a:xfrm>
            <a:custGeom>
              <a:avLst/>
              <a:gdLst/>
              <a:ahLst/>
              <a:cxnLst/>
              <a:rect l="l" t="t" r="r" b="b"/>
              <a:pathLst>
                <a:path w="2178" h="2192" extrusionOk="0">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6"/>
            <p:cNvSpPr/>
            <p:nvPr/>
          </p:nvSpPr>
          <p:spPr>
            <a:xfrm>
              <a:off x="2774250" y="3171500"/>
              <a:ext cx="57125" cy="54800"/>
            </a:xfrm>
            <a:custGeom>
              <a:avLst/>
              <a:gdLst/>
              <a:ahLst/>
              <a:cxnLst/>
              <a:rect l="l" t="t" r="r" b="b"/>
              <a:pathLst>
                <a:path w="2285" h="2192" extrusionOk="0">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6"/>
            <p:cNvSpPr/>
            <p:nvPr/>
          </p:nvSpPr>
          <p:spPr>
            <a:xfrm>
              <a:off x="2673950" y="3014100"/>
              <a:ext cx="187525" cy="239200"/>
            </a:xfrm>
            <a:custGeom>
              <a:avLst/>
              <a:gdLst/>
              <a:ahLst/>
              <a:cxnLst/>
              <a:rect l="l" t="t" r="r" b="b"/>
              <a:pathLst>
                <a:path w="7501" h="9568" extrusionOk="0">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6"/>
            <p:cNvSpPr/>
            <p:nvPr/>
          </p:nvSpPr>
          <p:spPr>
            <a:xfrm>
              <a:off x="2790800" y="3040800"/>
              <a:ext cx="41775" cy="37550"/>
            </a:xfrm>
            <a:custGeom>
              <a:avLst/>
              <a:gdLst/>
              <a:ahLst/>
              <a:cxnLst/>
              <a:rect l="l" t="t" r="r" b="b"/>
              <a:pathLst>
                <a:path w="1671" h="1502" extrusionOk="0">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6"/>
            <p:cNvSpPr/>
            <p:nvPr/>
          </p:nvSpPr>
          <p:spPr>
            <a:xfrm>
              <a:off x="2499600" y="3014100"/>
              <a:ext cx="157400" cy="109575"/>
            </a:xfrm>
            <a:custGeom>
              <a:avLst/>
              <a:gdLst/>
              <a:ahLst/>
              <a:cxnLst/>
              <a:rect l="l" t="t" r="r" b="b"/>
              <a:pathLst>
                <a:path w="6296" h="4383" extrusionOk="0">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6"/>
            <p:cNvSpPr/>
            <p:nvPr/>
          </p:nvSpPr>
          <p:spPr>
            <a:xfrm>
              <a:off x="2586350" y="3040800"/>
              <a:ext cx="41775" cy="37550"/>
            </a:xfrm>
            <a:custGeom>
              <a:avLst/>
              <a:gdLst/>
              <a:ahLst/>
              <a:cxnLst/>
              <a:rect l="l" t="t" r="r" b="b"/>
              <a:pathLst>
                <a:path w="1671" h="1502" extrusionOk="0">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6"/>
            <p:cNvSpPr/>
            <p:nvPr/>
          </p:nvSpPr>
          <p:spPr>
            <a:xfrm>
              <a:off x="2498825" y="3143725"/>
              <a:ext cx="158175" cy="109575"/>
            </a:xfrm>
            <a:custGeom>
              <a:avLst/>
              <a:gdLst/>
              <a:ahLst/>
              <a:cxnLst/>
              <a:rect l="l" t="t" r="r" b="b"/>
              <a:pathLst>
                <a:path w="6327" h="4383" extrusionOk="0">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6"/>
            <p:cNvSpPr/>
            <p:nvPr/>
          </p:nvSpPr>
          <p:spPr>
            <a:xfrm>
              <a:off x="2586300" y="3170750"/>
              <a:ext cx="41925" cy="37675"/>
            </a:xfrm>
            <a:custGeom>
              <a:avLst/>
              <a:gdLst/>
              <a:ahLst/>
              <a:cxnLst/>
              <a:rect l="l" t="t" r="r" b="b"/>
              <a:pathLst>
                <a:path w="1677" h="1507" extrusionOk="0">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6"/>
            <p:cNvSpPr/>
            <p:nvPr/>
          </p:nvSpPr>
          <p:spPr>
            <a:xfrm>
              <a:off x="2499600" y="3274100"/>
              <a:ext cx="361875" cy="101875"/>
            </a:xfrm>
            <a:custGeom>
              <a:avLst/>
              <a:gdLst/>
              <a:ahLst/>
              <a:cxnLst/>
              <a:rect l="l" t="t" r="r" b="b"/>
              <a:pathLst>
                <a:path w="14475" h="4075" extrusionOk="0">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6"/>
            <p:cNvSpPr/>
            <p:nvPr/>
          </p:nvSpPr>
          <p:spPr>
            <a:xfrm>
              <a:off x="2789200" y="3301575"/>
              <a:ext cx="41325" cy="37350"/>
            </a:xfrm>
            <a:custGeom>
              <a:avLst/>
              <a:gdLst/>
              <a:ahLst/>
              <a:cxnLst/>
              <a:rect l="l" t="t" r="r" b="b"/>
              <a:pathLst>
                <a:path w="1653" h="1494" extrusionOk="0">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1" name="Google Shape;15041;p86"/>
          <p:cNvGrpSpPr/>
          <p:nvPr/>
        </p:nvGrpSpPr>
        <p:grpSpPr>
          <a:xfrm>
            <a:off x="3204419" y="3547068"/>
            <a:ext cx="393525" cy="361475"/>
            <a:chOff x="1714150" y="3014050"/>
            <a:chExt cx="393525" cy="361475"/>
          </a:xfrm>
        </p:grpSpPr>
        <p:sp>
          <p:nvSpPr>
            <p:cNvPr id="15042" name="Google Shape;15042;p86"/>
            <p:cNvSpPr/>
            <p:nvPr/>
          </p:nvSpPr>
          <p:spPr>
            <a:xfrm>
              <a:off x="1778200" y="3048625"/>
              <a:ext cx="84875" cy="80750"/>
            </a:xfrm>
            <a:custGeom>
              <a:avLst/>
              <a:gdLst/>
              <a:ahLst/>
              <a:cxnLst/>
              <a:rect l="l" t="t" r="r" b="b"/>
              <a:pathLst>
                <a:path w="3395" h="3230" extrusionOk="0">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6"/>
            <p:cNvSpPr/>
            <p:nvPr/>
          </p:nvSpPr>
          <p:spPr>
            <a:xfrm>
              <a:off x="1879275" y="3048050"/>
              <a:ext cx="84875" cy="81325"/>
            </a:xfrm>
            <a:custGeom>
              <a:avLst/>
              <a:gdLst/>
              <a:ahLst/>
              <a:cxnLst/>
              <a:rect l="l" t="t" r="r" b="b"/>
              <a:pathLst>
                <a:path w="3395" h="3253" extrusionOk="0">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6"/>
            <p:cNvSpPr/>
            <p:nvPr/>
          </p:nvSpPr>
          <p:spPr>
            <a:xfrm>
              <a:off x="1980325" y="3048625"/>
              <a:ext cx="85675" cy="80350"/>
            </a:xfrm>
            <a:custGeom>
              <a:avLst/>
              <a:gdLst/>
              <a:ahLst/>
              <a:cxnLst/>
              <a:rect l="l" t="t" r="r" b="b"/>
              <a:pathLst>
                <a:path w="3427" h="3214" extrusionOk="0">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6"/>
            <p:cNvSpPr/>
            <p:nvPr/>
          </p:nvSpPr>
          <p:spPr>
            <a:xfrm>
              <a:off x="1741150" y="3014050"/>
              <a:ext cx="361900" cy="184475"/>
            </a:xfrm>
            <a:custGeom>
              <a:avLst/>
              <a:gdLst/>
              <a:ahLst/>
              <a:cxnLst/>
              <a:rect l="l" t="t" r="r" b="b"/>
              <a:pathLst>
                <a:path w="14476" h="7379" extrusionOk="0">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6"/>
            <p:cNvSpPr/>
            <p:nvPr/>
          </p:nvSpPr>
          <p:spPr>
            <a:xfrm>
              <a:off x="1714150" y="3216250"/>
              <a:ext cx="196775" cy="159275"/>
            </a:xfrm>
            <a:custGeom>
              <a:avLst/>
              <a:gdLst/>
              <a:ahLst/>
              <a:cxnLst/>
              <a:rect l="l" t="t" r="r" b="b"/>
              <a:pathLst>
                <a:path w="7871" h="6371" extrusionOk="0">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6"/>
            <p:cNvSpPr/>
            <p:nvPr/>
          </p:nvSpPr>
          <p:spPr>
            <a:xfrm>
              <a:off x="1916300" y="3223950"/>
              <a:ext cx="190600" cy="37075"/>
            </a:xfrm>
            <a:custGeom>
              <a:avLst/>
              <a:gdLst/>
              <a:ahLst/>
              <a:cxnLst/>
              <a:rect l="l" t="t" r="r" b="b"/>
              <a:pathLst>
                <a:path w="7624" h="1483" extrusionOk="0">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6"/>
            <p:cNvSpPr/>
            <p:nvPr/>
          </p:nvSpPr>
          <p:spPr>
            <a:xfrm>
              <a:off x="1916300" y="3277975"/>
              <a:ext cx="191375" cy="36275"/>
            </a:xfrm>
            <a:custGeom>
              <a:avLst/>
              <a:gdLst/>
              <a:ahLst/>
              <a:cxnLst/>
              <a:rect l="l" t="t" r="r" b="b"/>
              <a:pathLst>
                <a:path w="7655" h="1451" extrusionOk="0">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6"/>
            <p:cNvSpPr/>
            <p:nvPr/>
          </p:nvSpPr>
          <p:spPr>
            <a:xfrm>
              <a:off x="1916300" y="3331975"/>
              <a:ext cx="191375" cy="37050"/>
            </a:xfrm>
            <a:custGeom>
              <a:avLst/>
              <a:gdLst/>
              <a:ahLst/>
              <a:cxnLst/>
              <a:rect l="l" t="t" r="r" b="b"/>
              <a:pathLst>
                <a:path w="7655" h="1482" extrusionOk="0">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6"/>
          <p:cNvGrpSpPr/>
          <p:nvPr/>
        </p:nvGrpSpPr>
        <p:grpSpPr>
          <a:xfrm>
            <a:off x="3957426" y="3546943"/>
            <a:ext cx="385025" cy="361725"/>
            <a:chOff x="959575" y="3014275"/>
            <a:chExt cx="385025" cy="361725"/>
          </a:xfrm>
        </p:grpSpPr>
        <p:sp>
          <p:nvSpPr>
            <p:cNvPr id="15051" name="Google Shape;15051;p86"/>
            <p:cNvSpPr/>
            <p:nvPr/>
          </p:nvSpPr>
          <p:spPr>
            <a:xfrm>
              <a:off x="1094600" y="3051775"/>
              <a:ext cx="250000" cy="324225"/>
            </a:xfrm>
            <a:custGeom>
              <a:avLst/>
              <a:gdLst/>
              <a:ahLst/>
              <a:cxnLst/>
              <a:rect l="l" t="t" r="r" b="b"/>
              <a:pathLst>
                <a:path w="10000" h="12969" extrusionOk="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6"/>
            <p:cNvSpPr/>
            <p:nvPr/>
          </p:nvSpPr>
          <p:spPr>
            <a:xfrm>
              <a:off x="959575" y="3014275"/>
              <a:ext cx="365400" cy="260450"/>
            </a:xfrm>
            <a:custGeom>
              <a:avLst/>
              <a:gdLst/>
              <a:ahLst/>
              <a:cxnLst/>
              <a:rect l="l" t="t" r="r" b="b"/>
              <a:pathLst>
                <a:path w="14616" h="10418" extrusionOk="0">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6"/>
            <p:cNvSpPr/>
            <p:nvPr/>
          </p:nvSpPr>
          <p:spPr>
            <a:xfrm>
              <a:off x="1229625" y="3038775"/>
              <a:ext cx="87975" cy="75250"/>
            </a:xfrm>
            <a:custGeom>
              <a:avLst/>
              <a:gdLst/>
              <a:ahLst/>
              <a:cxnLst/>
              <a:rect l="l" t="t" r="r" b="b"/>
              <a:pathLst>
                <a:path w="3519" h="3010" extrusionOk="0">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6"/>
            <p:cNvSpPr/>
            <p:nvPr/>
          </p:nvSpPr>
          <p:spPr>
            <a:xfrm>
              <a:off x="1005100" y="3156500"/>
              <a:ext cx="85650" cy="75650"/>
            </a:xfrm>
            <a:custGeom>
              <a:avLst/>
              <a:gdLst/>
              <a:ahLst/>
              <a:cxnLst/>
              <a:rect l="l" t="t" r="r" b="b"/>
              <a:pathLst>
                <a:path w="3426" h="3026" extrusionOk="0">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6"/>
            <p:cNvSpPr/>
            <p:nvPr/>
          </p:nvSpPr>
          <p:spPr>
            <a:xfrm>
              <a:off x="1242225" y="3276000"/>
              <a:ext cx="88500" cy="75275"/>
            </a:xfrm>
            <a:custGeom>
              <a:avLst/>
              <a:gdLst/>
              <a:ahLst/>
              <a:cxnLst/>
              <a:rect l="l" t="t" r="r" b="b"/>
              <a:pathLst>
                <a:path w="3540" h="3011" extrusionOk="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6"/>
          <p:cNvGrpSpPr/>
          <p:nvPr/>
        </p:nvGrpSpPr>
        <p:grpSpPr>
          <a:xfrm>
            <a:off x="4757369" y="3546643"/>
            <a:ext cx="362650" cy="362325"/>
            <a:chOff x="7730675" y="2463925"/>
            <a:chExt cx="362650" cy="362325"/>
          </a:xfrm>
        </p:grpSpPr>
        <p:sp>
          <p:nvSpPr>
            <p:cNvPr id="15057" name="Google Shape;15057;p86"/>
            <p:cNvSpPr/>
            <p:nvPr/>
          </p:nvSpPr>
          <p:spPr>
            <a:xfrm>
              <a:off x="7730675" y="2463925"/>
              <a:ext cx="361875" cy="362075"/>
            </a:xfrm>
            <a:custGeom>
              <a:avLst/>
              <a:gdLst/>
              <a:ahLst/>
              <a:cxnLst/>
              <a:rect l="l" t="t" r="r" b="b"/>
              <a:pathLst>
                <a:path w="14475" h="14483" extrusionOk="0">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6"/>
            <p:cNvSpPr/>
            <p:nvPr/>
          </p:nvSpPr>
          <p:spPr>
            <a:xfrm>
              <a:off x="8028500" y="2464175"/>
              <a:ext cx="64825" cy="62725"/>
            </a:xfrm>
            <a:custGeom>
              <a:avLst/>
              <a:gdLst/>
              <a:ahLst/>
              <a:cxnLst/>
              <a:rect l="l" t="t" r="r" b="b"/>
              <a:pathLst>
                <a:path w="2593" h="2509" extrusionOk="0">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6"/>
            <p:cNvSpPr/>
            <p:nvPr/>
          </p:nvSpPr>
          <p:spPr>
            <a:xfrm>
              <a:off x="7995325" y="2537275"/>
              <a:ext cx="62500" cy="62550"/>
            </a:xfrm>
            <a:custGeom>
              <a:avLst/>
              <a:gdLst/>
              <a:ahLst/>
              <a:cxnLst/>
              <a:rect l="l" t="t" r="r" b="b"/>
              <a:pathLst>
                <a:path w="2500" h="2502" extrusionOk="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6"/>
            <p:cNvSpPr/>
            <p:nvPr/>
          </p:nvSpPr>
          <p:spPr>
            <a:xfrm>
              <a:off x="8022325" y="2763525"/>
              <a:ext cx="62525" cy="62725"/>
            </a:xfrm>
            <a:custGeom>
              <a:avLst/>
              <a:gdLst/>
              <a:ahLst/>
              <a:cxnLst/>
              <a:rect l="l" t="t" r="r" b="b"/>
              <a:pathLst>
                <a:path w="2501" h="2509" extrusionOk="0">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86"/>
          <p:cNvSpPr/>
          <p:nvPr/>
        </p:nvSpPr>
        <p:spPr>
          <a:xfrm>
            <a:off x="5469181" y="3547243"/>
            <a:ext cx="378850" cy="361125"/>
          </a:xfrm>
          <a:custGeom>
            <a:avLst/>
            <a:gdLst/>
            <a:ahLst/>
            <a:cxnLst/>
            <a:rect l="l" t="t" r="r" b="b"/>
            <a:pathLst>
              <a:path w="15154" h="14445" extrusionOk="0">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86"/>
          <p:cNvGrpSpPr/>
          <p:nvPr/>
        </p:nvGrpSpPr>
        <p:grpSpPr>
          <a:xfrm>
            <a:off x="6993388" y="3546093"/>
            <a:ext cx="361900" cy="363425"/>
            <a:chOff x="5505525" y="2463200"/>
            <a:chExt cx="361900" cy="363425"/>
          </a:xfrm>
        </p:grpSpPr>
        <p:sp>
          <p:nvSpPr>
            <p:cNvPr id="15063" name="Google Shape;15063;p86"/>
            <p:cNvSpPr/>
            <p:nvPr/>
          </p:nvSpPr>
          <p:spPr>
            <a:xfrm>
              <a:off x="5505525" y="2545775"/>
              <a:ext cx="361900" cy="280850"/>
            </a:xfrm>
            <a:custGeom>
              <a:avLst/>
              <a:gdLst/>
              <a:ahLst/>
              <a:cxnLst/>
              <a:rect l="l" t="t" r="r" b="b"/>
              <a:pathLst>
                <a:path w="14476" h="11234" extrusionOk="0">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6"/>
            <p:cNvSpPr/>
            <p:nvPr/>
          </p:nvSpPr>
          <p:spPr>
            <a:xfrm>
              <a:off x="5642100" y="2463200"/>
              <a:ext cx="89525" cy="109025"/>
            </a:xfrm>
            <a:custGeom>
              <a:avLst/>
              <a:gdLst/>
              <a:ahLst/>
              <a:cxnLst/>
              <a:rect l="l" t="t" r="r" b="b"/>
              <a:pathLst>
                <a:path w="3581" h="4361" extrusionOk="0">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6"/>
            <p:cNvSpPr/>
            <p:nvPr/>
          </p:nvSpPr>
          <p:spPr>
            <a:xfrm>
              <a:off x="5573425" y="2744825"/>
              <a:ext cx="226100" cy="10050"/>
            </a:xfrm>
            <a:custGeom>
              <a:avLst/>
              <a:gdLst/>
              <a:ahLst/>
              <a:cxnLst/>
              <a:rect l="l" t="t" r="r" b="b"/>
              <a:pathLst>
                <a:path w="9044" h="402" extrusionOk="0">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6"/>
          <p:cNvGrpSpPr/>
          <p:nvPr/>
        </p:nvGrpSpPr>
        <p:grpSpPr>
          <a:xfrm>
            <a:off x="7745932" y="3546480"/>
            <a:ext cx="299400" cy="362650"/>
            <a:chOff x="6260100" y="4141325"/>
            <a:chExt cx="299400" cy="362650"/>
          </a:xfrm>
        </p:grpSpPr>
        <p:sp>
          <p:nvSpPr>
            <p:cNvPr id="15067" name="Google Shape;15067;p86"/>
            <p:cNvSpPr/>
            <p:nvPr/>
          </p:nvSpPr>
          <p:spPr>
            <a:xfrm>
              <a:off x="6260100" y="4141325"/>
              <a:ext cx="299400" cy="362650"/>
            </a:xfrm>
            <a:custGeom>
              <a:avLst/>
              <a:gdLst/>
              <a:ahLst/>
              <a:cxnLst/>
              <a:rect l="l" t="t" r="r" b="b"/>
              <a:pathLst>
                <a:path w="11976" h="14506" extrusionOk="0">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8" name="Google Shape;15068;p86"/>
            <p:cNvGrpSpPr/>
            <p:nvPr/>
          </p:nvGrpSpPr>
          <p:grpSpPr>
            <a:xfrm>
              <a:off x="6355250" y="4215575"/>
              <a:ext cx="152075" cy="146425"/>
              <a:chOff x="6355250" y="4215575"/>
              <a:chExt cx="152075" cy="146425"/>
            </a:xfrm>
          </p:grpSpPr>
          <p:sp>
            <p:nvSpPr>
              <p:cNvPr id="15069" name="Google Shape;15069;p86"/>
              <p:cNvSpPr/>
              <p:nvPr/>
            </p:nvSpPr>
            <p:spPr>
              <a:xfrm>
                <a:off x="6368900" y="4215575"/>
                <a:ext cx="125000" cy="124075"/>
              </a:xfrm>
              <a:custGeom>
                <a:avLst/>
                <a:gdLst/>
                <a:ahLst/>
                <a:cxnLst/>
                <a:rect l="l" t="t" r="r" b="b"/>
                <a:pathLst>
                  <a:path w="5000" h="4963" extrusionOk="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6"/>
              <p:cNvSpPr/>
              <p:nvPr/>
            </p:nvSpPr>
            <p:spPr>
              <a:xfrm>
                <a:off x="6426750" y="4338075"/>
                <a:ext cx="10825" cy="23925"/>
              </a:xfrm>
              <a:custGeom>
                <a:avLst/>
                <a:gdLst/>
                <a:ahLst/>
                <a:cxnLst/>
                <a:rect l="l" t="t" r="r" b="b"/>
                <a:pathLst>
                  <a:path w="433" h="957" extrusionOk="0">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6"/>
              <p:cNvSpPr/>
              <p:nvPr/>
            </p:nvSpPr>
            <p:spPr>
              <a:xfrm>
                <a:off x="6355250" y="4297175"/>
                <a:ext cx="25775" cy="14725"/>
              </a:xfrm>
              <a:custGeom>
                <a:avLst/>
                <a:gdLst/>
                <a:ahLst/>
                <a:cxnLst/>
                <a:rect l="l" t="t" r="r" b="b"/>
                <a:pathLst>
                  <a:path w="1031" h="589" extrusionOk="0">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6"/>
              <p:cNvSpPr/>
              <p:nvPr/>
            </p:nvSpPr>
            <p:spPr>
              <a:xfrm>
                <a:off x="6481000" y="4297125"/>
                <a:ext cx="26325" cy="14900"/>
              </a:xfrm>
              <a:custGeom>
                <a:avLst/>
                <a:gdLst/>
                <a:ahLst/>
                <a:cxnLst/>
                <a:rect l="l" t="t" r="r" b="b"/>
                <a:pathLst>
                  <a:path w="1053" h="596" extrusionOk="0">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6"/>
              <p:cNvSpPr/>
              <p:nvPr/>
            </p:nvSpPr>
            <p:spPr>
              <a:xfrm>
                <a:off x="6461475" y="4217300"/>
                <a:ext cx="24300" cy="22800"/>
              </a:xfrm>
              <a:custGeom>
                <a:avLst/>
                <a:gdLst/>
                <a:ahLst/>
                <a:cxnLst/>
                <a:rect l="l" t="t" r="r" b="b"/>
                <a:pathLst>
                  <a:path w="972" h="912" extrusionOk="0">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6"/>
              <p:cNvSpPr/>
              <p:nvPr/>
            </p:nvSpPr>
            <p:spPr>
              <a:xfrm>
                <a:off x="6380875" y="4218825"/>
                <a:ext cx="22775" cy="21275"/>
              </a:xfrm>
              <a:custGeom>
                <a:avLst/>
                <a:gdLst/>
                <a:ahLst/>
                <a:cxnLst/>
                <a:rect l="l" t="t" r="r" b="b"/>
                <a:pathLst>
                  <a:path w="911" h="851" extrusionOk="0">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5" name="Google Shape;15075;p86"/>
          <p:cNvGrpSpPr/>
          <p:nvPr/>
        </p:nvGrpSpPr>
        <p:grpSpPr>
          <a:xfrm>
            <a:off x="7714307" y="4086728"/>
            <a:ext cx="362650" cy="361875"/>
            <a:chOff x="4755600" y="2463975"/>
            <a:chExt cx="362650" cy="361875"/>
          </a:xfrm>
        </p:grpSpPr>
        <p:sp>
          <p:nvSpPr>
            <p:cNvPr id="15076" name="Google Shape;15076;p86"/>
            <p:cNvSpPr/>
            <p:nvPr/>
          </p:nvSpPr>
          <p:spPr>
            <a:xfrm>
              <a:off x="4755600" y="2463975"/>
              <a:ext cx="362650" cy="361875"/>
            </a:xfrm>
            <a:custGeom>
              <a:avLst/>
              <a:gdLst/>
              <a:ahLst/>
              <a:cxnLst/>
              <a:rect l="l" t="t" r="r" b="b"/>
              <a:pathLst>
                <a:path w="14506" h="14475" extrusionOk="0">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6"/>
            <p:cNvSpPr/>
            <p:nvPr/>
          </p:nvSpPr>
          <p:spPr>
            <a:xfrm>
              <a:off x="4909125" y="2599000"/>
              <a:ext cx="45550" cy="90300"/>
            </a:xfrm>
            <a:custGeom>
              <a:avLst/>
              <a:gdLst/>
              <a:ahLst/>
              <a:cxnLst/>
              <a:rect l="l" t="t" r="r" b="b"/>
              <a:pathLst>
                <a:path w="1822" h="3612" extrusionOk="0">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6"/>
            <p:cNvSpPr/>
            <p:nvPr/>
          </p:nvSpPr>
          <p:spPr>
            <a:xfrm>
              <a:off x="4964675" y="2565825"/>
              <a:ext cx="44775" cy="123475"/>
            </a:xfrm>
            <a:custGeom>
              <a:avLst/>
              <a:gdLst/>
              <a:ahLst/>
              <a:cxnLst/>
              <a:rect l="l" t="t" r="r" b="b"/>
              <a:pathLst>
                <a:path w="1791" h="4939" extrusionOk="0">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6"/>
            <p:cNvSpPr/>
            <p:nvPr/>
          </p:nvSpPr>
          <p:spPr>
            <a:xfrm>
              <a:off x="4777975" y="2679250"/>
              <a:ext cx="90275" cy="79400"/>
            </a:xfrm>
            <a:custGeom>
              <a:avLst/>
              <a:gdLst/>
              <a:ahLst/>
              <a:cxnLst/>
              <a:rect l="l" t="t" r="r" b="b"/>
              <a:pathLst>
                <a:path w="3611" h="3176" extrusionOk="0">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6"/>
            <p:cNvSpPr/>
            <p:nvPr/>
          </p:nvSpPr>
          <p:spPr>
            <a:xfrm>
              <a:off x="4782600" y="2770275"/>
              <a:ext cx="70225" cy="10850"/>
            </a:xfrm>
            <a:custGeom>
              <a:avLst/>
              <a:gdLst/>
              <a:ahLst/>
              <a:cxnLst/>
              <a:rect l="l" t="t" r="r" b="b"/>
              <a:pathLst>
                <a:path w="2809" h="434" extrusionOk="0">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6"/>
            <p:cNvSpPr/>
            <p:nvPr/>
          </p:nvSpPr>
          <p:spPr>
            <a:xfrm>
              <a:off x="4782600" y="2791125"/>
              <a:ext cx="68675" cy="10825"/>
            </a:xfrm>
            <a:custGeom>
              <a:avLst/>
              <a:gdLst/>
              <a:ahLst/>
              <a:cxnLst/>
              <a:rect l="l" t="t" r="r" b="b"/>
              <a:pathLst>
                <a:path w="2747" h="433" extrusionOk="0">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86"/>
          <p:cNvGrpSpPr/>
          <p:nvPr/>
        </p:nvGrpSpPr>
        <p:grpSpPr>
          <a:xfrm>
            <a:off x="6253735" y="4120049"/>
            <a:ext cx="363425" cy="308650"/>
            <a:chOff x="3252625" y="2490975"/>
            <a:chExt cx="363425" cy="308650"/>
          </a:xfrm>
        </p:grpSpPr>
        <p:sp>
          <p:nvSpPr>
            <p:cNvPr id="15083" name="Google Shape;15083;p86"/>
            <p:cNvSpPr/>
            <p:nvPr/>
          </p:nvSpPr>
          <p:spPr>
            <a:xfrm>
              <a:off x="3252625" y="2490975"/>
              <a:ext cx="363425" cy="308650"/>
            </a:xfrm>
            <a:custGeom>
              <a:avLst/>
              <a:gdLst/>
              <a:ahLst/>
              <a:cxnLst/>
              <a:rect l="l" t="t" r="r" b="b"/>
              <a:pathLst>
                <a:path w="14537" h="12346" extrusionOk="0">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6"/>
            <p:cNvSpPr/>
            <p:nvPr/>
          </p:nvSpPr>
          <p:spPr>
            <a:xfrm>
              <a:off x="3350600" y="2518000"/>
              <a:ext cx="23950" cy="20325"/>
            </a:xfrm>
            <a:custGeom>
              <a:avLst/>
              <a:gdLst/>
              <a:ahLst/>
              <a:cxnLst/>
              <a:rect l="l" t="t" r="r" b="b"/>
              <a:pathLst>
                <a:path w="958" h="813" extrusionOk="0">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6"/>
            <p:cNvSpPr/>
            <p:nvPr/>
          </p:nvSpPr>
          <p:spPr>
            <a:xfrm>
              <a:off x="3386875" y="2518000"/>
              <a:ext cx="23925" cy="20325"/>
            </a:xfrm>
            <a:custGeom>
              <a:avLst/>
              <a:gdLst/>
              <a:ahLst/>
              <a:cxnLst/>
              <a:rect l="l" t="t" r="r" b="b"/>
              <a:pathLst>
                <a:path w="957" h="813" extrusionOk="0">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6"/>
            <p:cNvSpPr/>
            <p:nvPr/>
          </p:nvSpPr>
          <p:spPr>
            <a:xfrm>
              <a:off x="3423125" y="2518000"/>
              <a:ext cx="23950" cy="20325"/>
            </a:xfrm>
            <a:custGeom>
              <a:avLst/>
              <a:gdLst/>
              <a:ahLst/>
              <a:cxnLst/>
              <a:rect l="l" t="t" r="r" b="b"/>
              <a:pathLst>
                <a:path w="958" h="813" extrusionOk="0">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7" name="Google Shape;15087;p86"/>
          <p:cNvGrpSpPr/>
          <p:nvPr/>
        </p:nvGrpSpPr>
        <p:grpSpPr>
          <a:xfrm>
            <a:off x="5477281" y="4089128"/>
            <a:ext cx="362650" cy="357075"/>
            <a:chOff x="2498825" y="2466475"/>
            <a:chExt cx="362650" cy="357075"/>
          </a:xfrm>
        </p:grpSpPr>
        <p:sp>
          <p:nvSpPr>
            <p:cNvPr id="15088" name="Google Shape;15088;p86"/>
            <p:cNvSpPr/>
            <p:nvPr/>
          </p:nvSpPr>
          <p:spPr>
            <a:xfrm>
              <a:off x="2498825" y="2466475"/>
              <a:ext cx="362650" cy="357075"/>
            </a:xfrm>
            <a:custGeom>
              <a:avLst/>
              <a:gdLst/>
              <a:ahLst/>
              <a:cxnLst/>
              <a:rect l="l" t="t" r="r" b="b"/>
              <a:pathLst>
                <a:path w="14506" h="14283" extrusionOk="0">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6"/>
            <p:cNvSpPr/>
            <p:nvPr/>
          </p:nvSpPr>
          <p:spPr>
            <a:xfrm>
              <a:off x="2618400" y="2629875"/>
              <a:ext cx="69475" cy="10825"/>
            </a:xfrm>
            <a:custGeom>
              <a:avLst/>
              <a:gdLst/>
              <a:ahLst/>
              <a:cxnLst/>
              <a:rect l="l" t="t" r="r" b="b"/>
              <a:pathLst>
                <a:path w="2779" h="433" extrusionOk="0">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6"/>
            <p:cNvSpPr/>
            <p:nvPr/>
          </p:nvSpPr>
          <p:spPr>
            <a:xfrm>
              <a:off x="2616875" y="2592050"/>
              <a:ext cx="72550" cy="10825"/>
            </a:xfrm>
            <a:custGeom>
              <a:avLst/>
              <a:gdLst/>
              <a:ahLst/>
              <a:cxnLst/>
              <a:rect l="l" t="t" r="r" b="b"/>
              <a:pathLst>
                <a:path w="2902" h="433" extrusionOk="0">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86"/>
          <p:cNvGrpSpPr/>
          <p:nvPr/>
        </p:nvGrpSpPr>
        <p:grpSpPr>
          <a:xfrm>
            <a:off x="4757744" y="4088466"/>
            <a:ext cx="361900" cy="358400"/>
            <a:chOff x="1741150" y="2466500"/>
            <a:chExt cx="361900" cy="358400"/>
          </a:xfrm>
        </p:grpSpPr>
        <p:sp>
          <p:nvSpPr>
            <p:cNvPr id="15092" name="Google Shape;15092;p86"/>
            <p:cNvSpPr/>
            <p:nvPr/>
          </p:nvSpPr>
          <p:spPr>
            <a:xfrm>
              <a:off x="1741150" y="2466500"/>
              <a:ext cx="88000" cy="358400"/>
            </a:xfrm>
            <a:custGeom>
              <a:avLst/>
              <a:gdLst/>
              <a:ahLst/>
              <a:cxnLst/>
              <a:rect l="l" t="t" r="r" b="b"/>
              <a:pathLst>
                <a:path w="3520" h="14336" extrusionOk="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6"/>
            <p:cNvSpPr/>
            <p:nvPr/>
          </p:nvSpPr>
          <p:spPr>
            <a:xfrm>
              <a:off x="1761225" y="2554975"/>
              <a:ext cx="46300" cy="10100"/>
            </a:xfrm>
            <a:custGeom>
              <a:avLst/>
              <a:gdLst/>
              <a:ahLst/>
              <a:cxnLst/>
              <a:rect l="l" t="t" r="r" b="b"/>
              <a:pathLst>
                <a:path w="1852" h="404" extrusionOk="0">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6"/>
            <p:cNvSpPr/>
            <p:nvPr/>
          </p:nvSpPr>
          <p:spPr>
            <a:xfrm>
              <a:off x="1761225" y="2582025"/>
              <a:ext cx="46300" cy="10825"/>
            </a:xfrm>
            <a:custGeom>
              <a:avLst/>
              <a:gdLst/>
              <a:ahLst/>
              <a:cxnLst/>
              <a:rect l="l" t="t" r="r" b="b"/>
              <a:pathLst>
                <a:path w="1852" h="433" extrusionOk="0">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6"/>
            <p:cNvSpPr/>
            <p:nvPr/>
          </p:nvSpPr>
          <p:spPr>
            <a:xfrm>
              <a:off x="1832200" y="2466500"/>
              <a:ext cx="87975" cy="357625"/>
            </a:xfrm>
            <a:custGeom>
              <a:avLst/>
              <a:gdLst/>
              <a:ahLst/>
              <a:cxnLst/>
              <a:rect l="l" t="t" r="r" b="b"/>
              <a:pathLst>
                <a:path w="3519" h="14305" extrusionOk="0">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6"/>
            <p:cNvSpPr/>
            <p:nvPr/>
          </p:nvSpPr>
          <p:spPr>
            <a:xfrm>
              <a:off x="1853025" y="2734800"/>
              <a:ext cx="46325" cy="10825"/>
            </a:xfrm>
            <a:custGeom>
              <a:avLst/>
              <a:gdLst/>
              <a:ahLst/>
              <a:cxnLst/>
              <a:rect l="l" t="t" r="r" b="b"/>
              <a:pathLst>
                <a:path w="1853" h="433" extrusionOk="0">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6"/>
            <p:cNvSpPr/>
            <p:nvPr/>
          </p:nvSpPr>
          <p:spPr>
            <a:xfrm>
              <a:off x="1853025" y="2763300"/>
              <a:ext cx="46325" cy="10100"/>
            </a:xfrm>
            <a:custGeom>
              <a:avLst/>
              <a:gdLst/>
              <a:ahLst/>
              <a:cxnLst/>
              <a:rect l="l" t="t" r="r" b="b"/>
              <a:pathLst>
                <a:path w="1853" h="404" extrusionOk="0">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6"/>
            <p:cNvSpPr/>
            <p:nvPr/>
          </p:nvSpPr>
          <p:spPr>
            <a:xfrm>
              <a:off x="1924025" y="2466500"/>
              <a:ext cx="87200" cy="356475"/>
            </a:xfrm>
            <a:custGeom>
              <a:avLst/>
              <a:gdLst/>
              <a:ahLst/>
              <a:cxnLst/>
              <a:rect l="l" t="t" r="r" b="b"/>
              <a:pathLst>
                <a:path w="3488" h="14259" extrusionOk="0">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6"/>
            <p:cNvSpPr/>
            <p:nvPr/>
          </p:nvSpPr>
          <p:spPr>
            <a:xfrm>
              <a:off x="1944850" y="2639125"/>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6"/>
            <p:cNvSpPr/>
            <p:nvPr/>
          </p:nvSpPr>
          <p:spPr>
            <a:xfrm>
              <a:off x="1944850" y="2666900"/>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6"/>
            <p:cNvSpPr/>
            <p:nvPr/>
          </p:nvSpPr>
          <p:spPr>
            <a:xfrm>
              <a:off x="2015050" y="2466500"/>
              <a:ext cx="88000" cy="357625"/>
            </a:xfrm>
            <a:custGeom>
              <a:avLst/>
              <a:gdLst/>
              <a:ahLst/>
              <a:cxnLst/>
              <a:rect l="l" t="t" r="r" b="b"/>
              <a:pathLst>
                <a:path w="3520" h="14305" extrusionOk="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6"/>
            <p:cNvSpPr/>
            <p:nvPr/>
          </p:nvSpPr>
          <p:spPr>
            <a:xfrm>
              <a:off x="2035900" y="2516450"/>
              <a:ext cx="46300" cy="10825"/>
            </a:xfrm>
            <a:custGeom>
              <a:avLst/>
              <a:gdLst/>
              <a:ahLst/>
              <a:cxnLst/>
              <a:rect l="l" t="t" r="r" b="b"/>
              <a:pathLst>
                <a:path w="1852" h="433" extrusionOk="0">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6"/>
            <p:cNvSpPr/>
            <p:nvPr/>
          </p:nvSpPr>
          <p:spPr>
            <a:xfrm>
              <a:off x="2035900" y="2544225"/>
              <a:ext cx="46300" cy="10100"/>
            </a:xfrm>
            <a:custGeom>
              <a:avLst/>
              <a:gdLst/>
              <a:ahLst/>
              <a:cxnLst/>
              <a:rect l="l" t="t" r="r" b="b"/>
              <a:pathLst>
                <a:path w="1852" h="404" extrusionOk="0">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86"/>
          <p:cNvGrpSpPr/>
          <p:nvPr/>
        </p:nvGrpSpPr>
        <p:grpSpPr>
          <a:xfrm>
            <a:off x="3219081" y="4086591"/>
            <a:ext cx="364200" cy="362150"/>
            <a:chOff x="7731450" y="1904575"/>
            <a:chExt cx="364200" cy="362150"/>
          </a:xfrm>
        </p:grpSpPr>
        <p:sp>
          <p:nvSpPr>
            <p:cNvPr id="15105" name="Google Shape;15105;p86"/>
            <p:cNvSpPr/>
            <p:nvPr/>
          </p:nvSpPr>
          <p:spPr>
            <a:xfrm>
              <a:off x="7776975" y="2157675"/>
              <a:ext cx="75625" cy="71650"/>
            </a:xfrm>
            <a:custGeom>
              <a:avLst/>
              <a:gdLst/>
              <a:ahLst/>
              <a:cxnLst/>
              <a:rect l="l" t="t" r="r" b="b"/>
              <a:pathLst>
                <a:path w="3025" h="2866" extrusionOk="0">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6"/>
            <p:cNvSpPr/>
            <p:nvPr/>
          </p:nvSpPr>
          <p:spPr>
            <a:xfrm>
              <a:off x="7731450" y="1933150"/>
              <a:ext cx="118075" cy="114225"/>
            </a:xfrm>
            <a:custGeom>
              <a:avLst/>
              <a:gdLst/>
              <a:ahLst/>
              <a:cxnLst/>
              <a:rect l="l" t="t" r="r" b="b"/>
              <a:pathLst>
                <a:path w="4723" h="4569" extrusionOk="0">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6"/>
            <p:cNvSpPr/>
            <p:nvPr/>
          </p:nvSpPr>
          <p:spPr>
            <a:xfrm>
              <a:off x="7756900" y="1967875"/>
              <a:ext cx="61750" cy="52500"/>
            </a:xfrm>
            <a:custGeom>
              <a:avLst/>
              <a:gdLst/>
              <a:ahLst/>
              <a:cxnLst/>
              <a:rect l="l" t="t" r="r" b="b"/>
              <a:pathLst>
                <a:path w="2470" h="2100" extrusionOk="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6"/>
            <p:cNvSpPr/>
            <p:nvPr/>
          </p:nvSpPr>
          <p:spPr>
            <a:xfrm>
              <a:off x="7954425" y="2178500"/>
              <a:ext cx="102650" cy="88225"/>
            </a:xfrm>
            <a:custGeom>
              <a:avLst/>
              <a:gdLst/>
              <a:ahLst/>
              <a:cxnLst/>
              <a:rect l="l" t="t" r="r" b="b"/>
              <a:pathLst>
                <a:path w="4106" h="3529" extrusionOk="0">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6"/>
            <p:cNvSpPr/>
            <p:nvPr/>
          </p:nvSpPr>
          <p:spPr>
            <a:xfrm>
              <a:off x="7989925" y="2201075"/>
              <a:ext cx="47075" cy="43625"/>
            </a:xfrm>
            <a:custGeom>
              <a:avLst/>
              <a:gdLst/>
              <a:ahLst/>
              <a:cxnLst/>
              <a:rect l="l" t="t" r="r" b="b"/>
              <a:pathLst>
                <a:path w="1883" h="1745" extrusionOk="0">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6"/>
            <p:cNvSpPr/>
            <p:nvPr/>
          </p:nvSpPr>
          <p:spPr>
            <a:xfrm>
              <a:off x="7739900" y="1904575"/>
              <a:ext cx="355750" cy="358650"/>
            </a:xfrm>
            <a:custGeom>
              <a:avLst/>
              <a:gdLst/>
              <a:ahLst/>
              <a:cxnLst/>
              <a:rect l="l" t="t" r="r" b="b"/>
              <a:pathLst>
                <a:path w="14230" h="14346" extrusionOk="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6"/>
            <p:cNvSpPr/>
            <p:nvPr/>
          </p:nvSpPr>
          <p:spPr>
            <a:xfrm>
              <a:off x="7965225" y="1933425"/>
              <a:ext cx="94150" cy="93900"/>
            </a:xfrm>
            <a:custGeom>
              <a:avLst/>
              <a:gdLst/>
              <a:ahLst/>
              <a:cxnLst/>
              <a:rect l="l" t="t" r="r" b="b"/>
              <a:pathLst>
                <a:path w="3766" h="3756" extrusionOk="0">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6"/>
            <p:cNvSpPr/>
            <p:nvPr/>
          </p:nvSpPr>
          <p:spPr>
            <a:xfrm>
              <a:off x="7942075" y="2075125"/>
              <a:ext cx="25500" cy="10825"/>
            </a:xfrm>
            <a:custGeom>
              <a:avLst/>
              <a:gdLst/>
              <a:ahLst/>
              <a:cxnLst/>
              <a:rect l="l" t="t" r="r" b="b"/>
              <a:pathLst>
                <a:path w="1020" h="433" extrusionOk="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6"/>
            <p:cNvSpPr/>
            <p:nvPr/>
          </p:nvSpPr>
          <p:spPr>
            <a:xfrm>
              <a:off x="7861075" y="2075125"/>
              <a:ext cx="62500" cy="10825"/>
            </a:xfrm>
            <a:custGeom>
              <a:avLst/>
              <a:gdLst/>
              <a:ahLst/>
              <a:cxnLst/>
              <a:rect l="l" t="t" r="r" b="b"/>
              <a:pathLst>
                <a:path w="2500" h="433" extrusionOk="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6"/>
            <p:cNvSpPr/>
            <p:nvPr/>
          </p:nvSpPr>
          <p:spPr>
            <a:xfrm>
              <a:off x="7861075" y="2108300"/>
              <a:ext cx="28550" cy="10825"/>
            </a:xfrm>
            <a:custGeom>
              <a:avLst/>
              <a:gdLst/>
              <a:ahLst/>
              <a:cxnLst/>
              <a:rect l="l" t="t" r="r" b="b"/>
              <a:pathLst>
                <a:path w="1142" h="433" extrusionOk="0">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6"/>
            <p:cNvSpPr/>
            <p:nvPr/>
          </p:nvSpPr>
          <p:spPr>
            <a:xfrm>
              <a:off x="7905825" y="2108300"/>
              <a:ext cx="61750" cy="10825"/>
            </a:xfrm>
            <a:custGeom>
              <a:avLst/>
              <a:gdLst/>
              <a:ahLst/>
              <a:cxnLst/>
              <a:rect l="l" t="t" r="r" b="b"/>
              <a:pathLst>
                <a:path w="2470" h="433" extrusionOk="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6"/>
          <p:cNvGrpSpPr/>
          <p:nvPr/>
        </p:nvGrpSpPr>
        <p:grpSpPr>
          <a:xfrm>
            <a:off x="2496050" y="4086728"/>
            <a:ext cx="361125" cy="361875"/>
            <a:chOff x="6986125" y="1904625"/>
            <a:chExt cx="361125" cy="361875"/>
          </a:xfrm>
        </p:grpSpPr>
        <p:sp>
          <p:nvSpPr>
            <p:cNvPr id="15117" name="Google Shape;15117;p86"/>
            <p:cNvSpPr/>
            <p:nvPr/>
          </p:nvSpPr>
          <p:spPr>
            <a:xfrm>
              <a:off x="6986125" y="1904625"/>
              <a:ext cx="361125" cy="361875"/>
            </a:xfrm>
            <a:custGeom>
              <a:avLst/>
              <a:gdLst/>
              <a:ahLst/>
              <a:cxnLst/>
              <a:rect l="l" t="t" r="r" b="b"/>
              <a:pathLst>
                <a:path w="14445" h="14475" extrusionOk="0">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6"/>
            <p:cNvSpPr/>
            <p:nvPr/>
          </p:nvSpPr>
          <p:spPr>
            <a:xfrm>
              <a:off x="7278550" y="2241000"/>
              <a:ext cx="23175" cy="10825"/>
            </a:xfrm>
            <a:custGeom>
              <a:avLst/>
              <a:gdLst/>
              <a:ahLst/>
              <a:cxnLst/>
              <a:rect l="l" t="t" r="r" b="b"/>
              <a:pathLst>
                <a:path w="927" h="433" extrusionOk="0">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6"/>
          <p:cNvGrpSpPr/>
          <p:nvPr/>
        </p:nvGrpSpPr>
        <p:grpSpPr>
          <a:xfrm>
            <a:off x="1067438" y="4639874"/>
            <a:ext cx="362650" cy="361875"/>
            <a:chOff x="4755600" y="1904625"/>
            <a:chExt cx="362650" cy="361875"/>
          </a:xfrm>
        </p:grpSpPr>
        <p:sp>
          <p:nvSpPr>
            <p:cNvPr id="15120" name="Google Shape;15120;p86"/>
            <p:cNvSpPr/>
            <p:nvPr/>
          </p:nvSpPr>
          <p:spPr>
            <a:xfrm>
              <a:off x="4847400" y="1904625"/>
              <a:ext cx="177475" cy="148150"/>
            </a:xfrm>
            <a:custGeom>
              <a:avLst/>
              <a:gdLst/>
              <a:ahLst/>
              <a:cxnLst/>
              <a:rect l="l" t="t" r="r" b="b"/>
              <a:pathLst>
                <a:path w="7099" h="5926" extrusionOk="0">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6"/>
            <p:cNvSpPr/>
            <p:nvPr/>
          </p:nvSpPr>
          <p:spPr>
            <a:xfrm>
              <a:off x="4871325" y="1923900"/>
              <a:ext cx="14675" cy="10825"/>
            </a:xfrm>
            <a:custGeom>
              <a:avLst/>
              <a:gdLst/>
              <a:ahLst/>
              <a:cxnLst/>
              <a:rect l="l" t="t" r="r" b="b"/>
              <a:pathLst>
                <a:path w="587" h="433" extrusionOk="0">
                  <a:moveTo>
                    <a:pt x="278" y="1"/>
                  </a:moveTo>
                  <a:cubicBezTo>
                    <a:pt x="0" y="1"/>
                    <a:pt x="0" y="433"/>
                    <a:pt x="278" y="433"/>
                  </a:cubicBezTo>
                  <a:cubicBezTo>
                    <a:pt x="587" y="433"/>
                    <a:pt x="58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6"/>
            <p:cNvSpPr/>
            <p:nvPr/>
          </p:nvSpPr>
          <p:spPr>
            <a:xfrm>
              <a:off x="4889075" y="1923900"/>
              <a:ext cx="13125" cy="10825"/>
            </a:xfrm>
            <a:custGeom>
              <a:avLst/>
              <a:gdLst/>
              <a:ahLst/>
              <a:cxnLst/>
              <a:rect l="l" t="t" r="r" b="b"/>
              <a:pathLst>
                <a:path w="525" h="433" extrusionOk="0">
                  <a:moveTo>
                    <a:pt x="278" y="1"/>
                  </a:moveTo>
                  <a:cubicBezTo>
                    <a:pt x="0" y="1"/>
                    <a:pt x="0" y="433"/>
                    <a:pt x="278" y="433"/>
                  </a:cubicBezTo>
                  <a:cubicBezTo>
                    <a:pt x="525" y="402"/>
                    <a:pt x="525" y="3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6"/>
            <p:cNvSpPr/>
            <p:nvPr/>
          </p:nvSpPr>
          <p:spPr>
            <a:xfrm>
              <a:off x="4906825" y="19239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6"/>
            <p:cNvSpPr/>
            <p:nvPr/>
          </p:nvSpPr>
          <p:spPr>
            <a:xfrm>
              <a:off x="4755600"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6"/>
            <p:cNvSpPr/>
            <p:nvPr/>
          </p:nvSpPr>
          <p:spPr>
            <a:xfrm>
              <a:off x="4883675"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6"/>
            <p:cNvSpPr/>
            <p:nvPr/>
          </p:nvSpPr>
          <p:spPr>
            <a:xfrm>
              <a:off x="5012525" y="2177750"/>
              <a:ext cx="105725" cy="88750"/>
            </a:xfrm>
            <a:custGeom>
              <a:avLst/>
              <a:gdLst/>
              <a:ahLst/>
              <a:cxnLst/>
              <a:rect l="l" t="t" r="r" b="b"/>
              <a:pathLst>
                <a:path w="4229" h="3550" extrusionOk="0">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6"/>
            <p:cNvSpPr/>
            <p:nvPr/>
          </p:nvSpPr>
          <p:spPr>
            <a:xfrm>
              <a:off x="4805750" y="2068375"/>
              <a:ext cx="261575" cy="87025"/>
            </a:xfrm>
            <a:custGeom>
              <a:avLst/>
              <a:gdLst/>
              <a:ahLst/>
              <a:cxnLst/>
              <a:rect l="l" t="t" r="r" b="b"/>
              <a:pathLst>
                <a:path w="10463" h="3481" extrusionOk="0">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86"/>
          <p:cNvGrpSpPr/>
          <p:nvPr/>
        </p:nvGrpSpPr>
        <p:grpSpPr>
          <a:xfrm>
            <a:off x="3968238" y="4639636"/>
            <a:ext cx="363400" cy="362350"/>
            <a:chOff x="2499600" y="1904400"/>
            <a:chExt cx="363400" cy="362350"/>
          </a:xfrm>
        </p:grpSpPr>
        <p:sp>
          <p:nvSpPr>
            <p:cNvPr id="15129" name="Google Shape;15129;p86"/>
            <p:cNvSpPr/>
            <p:nvPr/>
          </p:nvSpPr>
          <p:spPr>
            <a:xfrm>
              <a:off x="2499600" y="1904400"/>
              <a:ext cx="316350" cy="362350"/>
            </a:xfrm>
            <a:custGeom>
              <a:avLst/>
              <a:gdLst/>
              <a:ahLst/>
              <a:cxnLst/>
              <a:rect l="l" t="t" r="r" b="b"/>
              <a:pathLst>
                <a:path w="12654" h="14494" extrusionOk="0">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6"/>
            <p:cNvSpPr/>
            <p:nvPr/>
          </p:nvSpPr>
          <p:spPr>
            <a:xfrm>
              <a:off x="2819000" y="2030375"/>
              <a:ext cx="44000" cy="10825"/>
            </a:xfrm>
            <a:custGeom>
              <a:avLst/>
              <a:gdLst/>
              <a:ahLst/>
              <a:cxnLst/>
              <a:rect l="l" t="t" r="r" b="b"/>
              <a:pathLst>
                <a:path w="1760" h="433" extrusionOk="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6"/>
            <p:cNvSpPr/>
            <p:nvPr/>
          </p:nvSpPr>
          <p:spPr>
            <a:xfrm>
              <a:off x="2802275" y="1973275"/>
              <a:ext cx="39875" cy="32500"/>
            </a:xfrm>
            <a:custGeom>
              <a:avLst/>
              <a:gdLst/>
              <a:ahLst/>
              <a:cxnLst/>
              <a:rect l="l" t="t" r="r" b="b"/>
              <a:pathLst>
                <a:path w="1595" h="1300" extrusionOk="0">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6"/>
            <p:cNvSpPr/>
            <p:nvPr/>
          </p:nvSpPr>
          <p:spPr>
            <a:xfrm>
              <a:off x="2802900" y="2066575"/>
              <a:ext cx="39650" cy="32375"/>
            </a:xfrm>
            <a:custGeom>
              <a:avLst/>
              <a:gdLst/>
              <a:ahLst/>
              <a:cxnLst/>
              <a:rect l="l" t="t" r="r" b="b"/>
              <a:pathLst>
                <a:path w="1586" h="1295" extrusionOk="0">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6"/>
          <p:cNvGrpSpPr/>
          <p:nvPr/>
        </p:nvGrpSpPr>
        <p:grpSpPr>
          <a:xfrm>
            <a:off x="4783981" y="4639474"/>
            <a:ext cx="309425" cy="362675"/>
            <a:chOff x="4781825" y="4140750"/>
            <a:chExt cx="309425" cy="362675"/>
          </a:xfrm>
        </p:grpSpPr>
        <p:sp>
          <p:nvSpPr>
            <p:cNvPr id="15134" name="Google Shape;15134;p86"/>
            <p:cNvSpPr/>
            <p:nvPr/>
          </p:nvSpPr>
          <p:spPr>
            <a:xfrm>
              <a:off x="4781825" y="4208450"/>
              <a:ext cx="309425" cy="294975"/>
            </a:xfrm>
            <a:custGeom>
              <a:avLst/>
              <a:gdLst/>
              <a:ahLst/>
              <a:cxnLst/>
              <a:rect l="l" t="t" r="r" b="b"/>
              <a:pathLst>
                <a:path w="12377" h="11799" extrusionOk="0">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6"/>
            <p:cNvSpPr/>
            <p:nvPr/>
          </p:nvSpPr>
          <p:spPr>
            <a:xfrm>
              <a:off x="4929200" y="4434725"/>
              <a:ext cx="97825" cy="43025"/>
            </a:xfrm>
            <a:custGeom>
              <a:avLst/>
              <a:gdLst/>
              <a:ahLst/>
              <a:cxnLst/>
              <a:rect l="l" t="t" r="r" b="b"/>
              <a:pathLst>
                <a:path w="3913" h="1721" extrusionOk="0">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6"/>
            <p:cNvSpPr/>
            <p:nvPr/>
          </p:nvSpPr>
          <p:spPr>
            <a:xfrm>
              <a:off x="4799575" y="4163300"/>
              <a:ext cx="10050" cy="28200"/>
            </a:xfrm>
            <a:custGeom>
              <a:avLst/>
              <a:gdLst/>
              <a:ahLst/>
              <a:cxnLst/>
              <a:rect l="l" t="t" r="r" b="b"/>
              <a:pathLst>
                <a:path w="402" h="1128" extrusionOk="0">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6"/>
            <p:cNvSpPr/>
            <p:nvPr/>
          </p:nvSpPr>
          <p:spPr>
            <a:xfrm>
              <a:off x="4823475" y="4140750"/>
              <a:ext cx="10075" cy="50750"/>
            </a:xfrm>
            <a:custGeom>
              <a:avLst/>
              <a:gdLst/>
              <a:ahLst/>
              <a:cxnLst/>
              <a:rect l="l" t="t" r="r" b="b"/>
              <a:pathLst>
                <a:path w="403" h="2030" extrusionOk="0">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6"/>
            <p:cNvSpPr/>
            <p:nvPr/>
          </p:nvSpPr>
          <p:spPr>
            <a:xfrm>
              <a:off x="4847400" y="4163300"/>
              <a:ext cx="10050" cy="28200"/>
            </a:xfrm>
            <a:custGeom>
              <a:avLst/>
              <a:gdLst/>
              <a:ahLst/>
              <a:cxnLst/>
              <a:rect l="l" t="t" r="r" b="b"/>
              <a:pathLst>
                <a:path w="402" h="1128" extrusionOk="0">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6"/>
            <p:cNvSpPr/>
            <p:nvPr/>
          </p:nvSpPr>
          <p:spPr>
            <a:xfrm>
              <a:off x="5014825" y="4163300"/>
              <a:ext cx="10825" cy="28200"/>
            </a:xfrm>
            <a:custGeom>
              <a:avLst/>
              <a:gdLst/>
              <a:ahLst/>
              <a:cxnLst/>
              <a:rect l="l" t="t" r="r" b="b"/>
              <a:pathLst>
                <a:path w="433" h="1128" extrusionOk="0">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6"/>
            <p:cNvSpPr/>
            <p:nvPr/>
          </p:nvSpPr>
          <p:spPr>
            <a:xfrm>
              <a:off x="5038750" y="4140750"/>
              <a:ext cx="10825" cy="50750"/>
            </a:xfrm>
            <a:custGeom>
              <a:avLst/>
              <a:gdLst/>
              <a:ahLst/>
              <a:cxnLst/>
              <a:rect l="l" t="t" r="r" b="b"/>
              <a:pathLst>
                <a:path w="433" h="2030" extrusionOk="0">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6"/>
            <p:cNvSpPr/>
            <p:nvPr/>
          </p:nvSpPr>
          <p:spPr>
            <a:xfrm>
              <a:off x="5062675" y="4163300"/>
              <a:ext cx="10825" cy="28200"/>
            </a:xfrm>
            <a:custGeom>
              <a:avLst/>
              <a:gdLst/>
              <a:ahLst/>
              <a:cxnLst/>
              <a:rect l="l" t="t" r="r" b="b"/>
              <a:pathLst>
                <a:path w="433" h="1128" extrusionOk="0">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86"/>
          <p:cNvGrpSpPr/>
          <p:nvPr/>
        </p:nvGrpSpPr>
        <p:grpSpPr>
          <a:xfrm>
            <a:off x="7016550" y="4639874"/>
            <a:ext cx="315575" cy="361875"/>
            <a:chOff x="4028025" y="4141325"/>
            <a:chExt cx="315575" cy="361875"/>
          </a:xfrm>
        </p:grpSpPr>
        <p:sp>
          <p:nvSpPr>
            <p:cNvPr id="15143" name="Google Shape;15143;p86"/>
            <p:cNvSpPr/>
            <p:nvPr/>
          </p:nvSpPr>
          <p:spPr>
            <a:xfrm>
              <a:off x="4068150" y="4193775"/>
              <a:ext cx="129625" cy="10850"/>
            </a:xfrm>
            <a:custGeom>
              <a:avLst/>
              <a:gdLst/>
              <a:ahLst/>
              <a:cxnLst/>
              <a:rect l="l" t="t" r="r" b="b"/>
              <a:pathLst>
                <a:path w="5185" h="434"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6"/>
            <p:cNvSpPr/>
            <p:nvPr/>
          </p:nvSpPr>
          <p:spPr>
            <a:xfrm>
              <a:off x="4068150" y="4234675"/>
              <a:ext cx="129625" cy="10825"/>
            </a:xfrm>
            <a:custGeom>
              <a:avLst/>
              <a:gdLst/>
              <a:ahLst/>
              <a:cxnLst/>
              <a:rect l="l" t="t" r="r" b="b"/>
              <a:pathLst>
                <a:path w="5185" h="433"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6"/>
            <p:cNvSpPr/>
            <p:nvPr/>
          </p:nvSpPr>
          <p:spPr>
            <a:xfrm>
              <a:off x="4070450" y="4275575"/>
              <a:ext cx="182125" cy="92600"/>
            </a:xfrm>
            <a:custGeom>
              <a:avLst/>
              <a:gdLst/>
              <a:ahLst/>
              <a:cxnLst/>
              <a:rect l="l" t="t" r="r" b="b"/>
              <a:pathLst>
                <a:path w="7285" h="3704" extrusionOk="0">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6"/>
            <p:cNvSpPr/>
            <p:nvPr/>
          </p:nvSpPr>
          <p:spPr>
            <a:xfrm>
              <a:off x="4068150" y="4399025"/>
              <a:ext cx="186725" cy="10825"/>
            </a:xfrm>
            <a:custGeom>
              <a:avLst/>
              <a:gdLst/>
              <a:ahLst/>
              <a:cxnLst/>
              <a:rect l="l" t="t" r="r" b="b"/>
              <a:pathLst>
                <a:path w="7469" h="433" extrusionOk="0">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6"/>
            <p:cNvSpPr/>
            <p:nvPr/>
          </p:nvSpPr>
          <p:spPr>
            <a:xfrm>
              <a:off x="4069675" y="4439900"/>
              <a:ext cx="183675" cy="10825"/>
            </a:xfrm>
            <a:custGeom>
              <a:avLst/>
              <a:gdLst/>
              <a:ahLst/>
              <a:cxnLst/>
              <a:rect l="l" t="t" r="r" b="b"/>
              <a:pathLst>
                <a:path w="7347" h="433" extrusionOk="0">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6"/>
            <p:cNvSpPr/>
            <p:nvPr/>
          </p:nvSpPr>
          <p:spPr>
            <a:xfrm>
              <a:off x="4123700" y="4294800"/>
              <a:ext cx="33200" cy="28625"/>
            </a:xfrm>
            <a:custGeom>
              <a:avLst/>
              <a:gdLst/>
              <a:ahLst/>
              <a:cxnLst/>
              <a:rect l="l" t="t" r="r" b="b"/>
              <a:pathLst>
                <a:path w="1328" h="1145" extrusionOk="0">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6"/>
            <p:cNvSpPr/>
            <p:nvPr/>
          </p:nvSpPr>
          <p:spPr>
            <a:xfrm>
              <a:off x="4028025" y="4141325"/>
              <a:ext cx="315575" cy="361875"/>
            </a:xfrm>
            <a:custGeom>
              <a:avLst/>
              <a:gdLst/>
              <a:ahLst/>
              <a:cxnLst/>
              <a:rect l="l" t="t" r="r" b="b"/>
              <a:pathLst>
                <a:path w="12623" h="14475" extrusionOk="0">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86"/>
          <p:cNvGrpSpPr/>
          <p:nvPr/>
        </p:nvGrpSpPr>
        <p:grpSpPr>
          <a:xfrm>
            <a:off x="5469181" y="4639886"/>
            <a:ext cx="378850" cy="361850"/>
            <a:chOff x="1727275" y="1904650"/>
            <a:chExt cx="378850" cy="361850"/>
          </a:xfrm>
        </p:grpSpPr>
        <p:sp>
          <p:nvSpPr>
            <p:cNvPr id="15151" name="Google Shape;15151;p86"/>
            <p:cNvSpPr/>
            <p:nvPr/>
          </p:nvSpPr>
          <p:spPr>
            <a:xfrm>
              <a:off x="1822950" y="1927750"/>
              <a:ext cx="145850" cy="110150"/>
            </a:xfrm>
            <a:custGeom>
              <a:avLst/>
              <a:gdLst/>
              <a:ahLst/>
              <a:cxnLst/>
              <a:rect l="l" t="t" r="r" b="b"/>
              <a:pathLst>
                <a:path w="5834" h="4406" extrusionOk="0">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6"/>
            <p:cNvSpPr/>
            <p:nvPr/>
          </p:nvSpPr>
          <p:spPr>
            <a:xfrm>
              <a:off x="1727275" y="1904650"/>
              <a:ext cx="378850" cy="361850"/>
            </a:xfrm>
            <a:custGeom>
              <a:avLst/>
              <a:gdLst/>
              <a:ahLst/>
              <a:cxnLst/>
              <a:rect l="l" t="t" r="r" b="b"/>
              <a:pathLst>
                <a:path w="15154" h="14474" extrusionOk="0">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3" name="Google Shape;15153;p86"/>
          <p:cNvGrpSpPr/>
          <p:nvPr/>
        </p:nvGrpSpPr>
        <p:grpSpPr>
          <a:xfrm>
            <a:off x="2523063" y="4639486"/>
            <a:ext cx="307100" cy="362650"/>
            <a:chOff x="5533300" y="4140550"/>
            <a:chExt cx="307100" cy="362650"/>
          </a:xfrm>
        </p:grpSpPr>
        <p:sp>
          <p:nvSpPr>
            <p:cNvPr id="15154" name="Google Shape;15154;p86"/>
            <p:cNvSpPr/>
            <p:nvPr/>
          </p:nvSpPr>
          <p:spPr>
            <a:xfrm>
              <a:off x="5698425" y="4326500"/>
              <a:ext cx="109575" cy="93200"/>
            </a:xfrm>
            <a:custGeom>
              <a:avLst/>
              <a:gdLst/>
              <a:ahLst/>
              <a:cxnLst/>
              <a:rect l="l" t="t" r="r" b="b"/>
              <a:pathLst>
                <a:path w="4383" h="3728" extrusionOk="0">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6"/>
            <p:cNvSpPr/>
            <p:nvPr/>
          </p:nvSpPr>
          <p:spPr>
            <a:xfrm>
              <a:off x="5533300" y="4140550"/>
              <a:ext cx="307100" cy="362650"/>
            </a:xfrm>
            <a:custGeom>
              <a:avLst/>
              <a:gdLst/>
              <a:ahLst/>
              <a:cxnLst/>
              <a:rect l="l" t="t" r="r" b="b"/>
              <a:pathLst>
                <a:path w="12284" h="14506" extrusionOk="0">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6"/>
            <p:cNvSpPr/>
            <p:nvPr/>
          </p:nvSpPr>
          <p:spPr>
            <a:xfrm>
              <a:off x="5558000" y="41637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6"/>
            <p:cNvSpPr/>
            <p:nvPr/>
          </p:nvSpPr>
          <p:spPr>
            <a:xfrm>
              <a:off x="5576525" y="41637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6"/>
            <p:cNvSpPr/>
            <p:nvPr/>
          </p:nvSpPr>
          <p:spPr>
            <a:xfrm>
              <a:off x="5595800" y="4163700"/>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6"/>
            <p:cNvSpPr/>
            <p:nvPr/>
          </p:nvSpPr>
          <p:spPr>
            <a:xfrm>
              <a:off x="5565725" y="4216350"/>
              <a:ext cx="108800" cy="93200"/>
            </a:xfrm>
            <a:custGeom>
              <a:avLst/>
              <a:gdLst/>
              <a:ahLst/>
              <a:cxnLst/>
              <a:rect l="l" t="t" r="r" b="b"/>
              <a:pathLst>
                <a:path w="4352" h="3728" extrusionOk="0">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6"/>
            <p:cNvSpPr/>
            <p:nvPr/>
          </p:nvSpPr>
          <p:spPr>
            <a:xfrm>
              <a:off x="5561850" y="4436825"/>
              <a:ext cx="250000" cy="35525"/>
            </a:xfrm>
            <a:custGeom>
              <a:avLst/>
              <a:gdLst/>
              <a:ahLst/>
              <a:cxnLst/>
              <a:rect l="l" t="t" r="r" b="b"/>
              <a:pathLst>
                <a:path w="10000" h="1421" extrusionOk="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6"/>
            <p:cNvSpPr/>
            <p:nvPr/>
          </p:nvSpPr>
          <p:spPr>
            <a:xfrm>
              <a:off x="5662925" y="4220025"/>
              <a:ext cx="144300" cy="86425"/>
            </a:xfrm>
            <a:custGeom>
              <a:avLst/>
              <a:gdLst/>
              <a:ahLst/>
              <a:cxnLst/>
              <a:rect l="l" t="t" r="r" b="b"/>
              <a:pathLst>
                <a:path w="5772" h="3457" extrusionOk="0">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6"/>
            <p:cNvSpPr/>
            <p:nvPr/>
          </p:nvSpPr>
          <p:spPr>
            <a:xfrm>
              <a:off x="5565725" y="4329575"/>
              <a:ext cx="144300" cy="86450"/>
            </a:xfrm>
            <a:custGeom>
              <a:avLst/>
              <a:gdLst/>
              <a:ahLst/>
              <a:cxnLst/>
              <a:rect l="l" t="t" r="r" b="b"/>
              <a:pathLst>
                <a:path w="5772" h="3458" extrusionOk="0">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86"/>
          <p:cNvGrpSpPr/>
          <p:nvPr/>
        </p:nvGrpSpPr>
        <p:grpSpPr>
          <a:xfrm>
            <a:off x="3980188" y="2430106"/>
            <a:ext cx="339500" cy="361250"/>
            <a:chOff x="2510400" y="4141325"/>
            <a:chExt cx="339500" cy="361250"/>
          </a:xfrm>
        </p:grpSpPr>
        <p:sp>
          <p:nvSpPr>
            <p:cNvPr id="15164"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86"/>
            <p:cNvGrpSpPr/>
            <p:nvPr/>
          </p:nvGrpSpPr>
          <p:grpSpPr>
            <a:xfrm>
              <a:off x="2548975" y="4180400"/>
              <a:ext cx="260800" cy="179300"/>
              <a:chOff x="2548975" y="4180400"/>
              <a:chExt cx="260800" cy="179300"/>
            </a:xfrm>
          </p:grpSpPr>
          <p:sp>
            <p:nvSpPr>
              <p:cNvPr id="15166"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8"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6"/>
          <p:cNvGrpSpPr/>
          <p:nvPr/>
        </p:nvGrpSpPr>
        <p:grpSpPr>
          <a:xfrm>
            <a:off x="1762856" y="4639874"/>
            <a:ext cx="361875" cy="361875"/>
            <a:chOff x="4004875" y="1904625"/>
            <a:chExt cx="361875" cy="361875"/>
          </a:xfrm>
        </p:grpSpPr>
        <p:sp>
          <p:nvSpPr>
            <p:cNvPr id="15170" name="Google Shape;15170;p86"/>
            <p:cNvSpPr/>
            <p:nvPr/>
          </p:nvSpPr>
          <p:spPr>
            <a:xfrm>
              <a:off x="4114425" y="1994900"/>
              <a:ext cx="35050" cy="51675"/>
            </a:xfrm>
            <a:custGeom>
              <a:avLst/>
              <a:gdLst/>
              <a:ahLst/>
              <a:cxnLst/>
              <a:rect l="l" t="t" r="r" b="b"/>
              <a:pathLst>
                <a:path w="1402" h="2067" extrusionOk="0">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6"/>
            <p:cNvSpPr/>
            <p:nvPr/>
          </p:nvSpPr>
          <p:spPr>
            <a:xfrm>
              <a:off x="4222750" y="1994900"/>
              <a:ext cx="33675" cy="51675"/>
            </a:xfrm>
            <a:custGeom>
              <a:avLst/>
              <a:gdLst/>
              <a:ahLst/>
              <a:cxnLst/>
              <a:rect l="l" t="t" r="r" b="b"/>
              <a:pathLst>
                <a:path w="1347" h="2067" extrusionOk="0">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6"/>
            <p:cNvSpPr/>
            <p:nvPr/>
          </p:nvSpPr>
          <p:spPr>
            <a:xfrm>
              <a:off x="4165875" y="1982250"/>
              <a:ext cx="39625" cy="75850"/>
            </a:xfrm>
            <a:custGeom>
              <a:avLst/>
              <a:gdLst/>
              <a:ahLst/>
              <a:cxnLst/>
              <a:rect l="l" t="t" r="r" b="b"/>
              <a:pathLst>
                <a:path w="1585" h="3034" extrusionOk="0">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6"/>
            <p:cNvSpPr/>
            <p:nvPr/>
          </p:nvSpPr>
          <p:spPr>
            <a:xfrm>
              <a:off x="4004875" y="1904625"/>
              <a:ext cx="361875" cy="361875"/>
            </a:xfrm>
            <a:custGeom>
              <a:avLst/>
              <a:gdLst/>
              <a:ahLst/>
              <a:cxnLst/>
              <a:rect l="l" t="t" r="r" b="b"/>
              <a:pathLst>
                <a:path w="14475" h="14475" extrusionOk="0">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6"/>
            <p:cNvSpPr/>
            <p:nvPr/>
          </p:nvSpPr>
          <p:spPr>
            <a:xfrm>
              <a:off x="408742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6"/>
            <p:cNvSpPr/>
            <p:nvPr/>
          </p:nvSpPr>
          <p:spPr>
            <a:xfrm>
              <a:off x="410517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6"/>
            <p:cNvSpPr/>
            <p:nvPr/>
          </p:nvSpPr>
          <p:spPr>
            <a:xfrm>
              <a:off x="4122925" y="1926225"/>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6"/>
          <p:cNvGrpSpPr/>
          <p:nvPr/>
        </p:nvGrpSpPr>
        <p:grpSpPr>
          <a:xfrm>
            <a:off x="1067425" y="2460643"/>
            <a:ext cx="362675" cy="300175"/>
            <a:chOff x="1740375" y="4172175"/>
            <a:chExt cx="362675" cy="300175"/>
          </a:xfrm>
        </p:grpSpPr>
        <p:sp>
          <p:nvSpPr>
            <p:cNvPr id="15178" name="Google Shape;15178;p86"/>
            <p:cNvSpPr/>
            <p:nvPr/>
          </p:nvSpPr>
          <p:spPr>
            <a:xfrm>
              <a:off x="1740375" y="4172175"/>
              <a:ext cx="362675" cy="300175"/>
            </a:xfrm>
            <a:custGeom>
              <a:avLst/>
              <a:gdLst/>
              <a:ahLst/>
              <a:cxnLst/>
              <a:rect l="l" t="t" r="r" b="b"/>
              <a:pathLst>
                <a:path w="14507" h="12007" extrusionOk="0">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6"/>
            <p:cNvSpPr/>
            <p:nvPr/>
          </p:nvSpPr>
          <p:spPr>
            <a:xfrm>
              <a:off x="17720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6"/>
            <p:cNvSpPr/>
            <p:nvPr/>
          </p:nvSpPr>
          <p:spPr>
            <a:xfrm>
              <a:off x="1806750" y="4197650"/>
              <a:ext cx="22400" cy="19050"/>
            </a:xfrm>
            <a:custGeom>
              <a:avLst/>
              <a:gdLst/>
              <a:ahLst/>
              <a:cxnLst/>
              <a:rect l="l" t="t" r="r" b="b"/>
              <a:pathLst>
                <a:path w="896" h="762" extrusionOk="0">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6"/>
            <p:cNvSpPr/>
            <p:nvPr/>
          </p:nvSpPr>
          <p:spPr>
            <a:xfrm>
              <a:off x="18399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6"/>
            <p:cNvSpPr/>
            <p:nvPr/>
          </p:nvSpPr>
          <p:spPr>
            <a:xfrm>
              <a:off x="1775875" y="4262450"/>
              <a:ext cx="290125" cy="104950"/>
            </a:xfrm>
            <a:custGeom>
              <a:avLst/>
              <a:gdLst/>
              <a:ahLst/>
              <a:cxnLst/>
              <a:rect l="l" t="t" r="r" b="b"/>
              <a:pathLst>
                <a:path w="11605" h="4198" extrusionOk="0">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6"/>
            <p:cNvSpPr/>
            <p:nvPr/>
          </p:nvSpPr>
          <p:spPr>
            <a:xfrm>
              <a:off x="1991900" y="4300250"/>
              <a:ext cx="44775" cy="10825"/>
            </a:xfrm>
            <a:custGeom>
              <a:avLst/>
              <a:gdLst/>
              <a:ahLst/>
              <a:cxnLst/>
              <a:rect l="l" t="t" r="r" b="b"/>
              <a:pathLst>
                <a:path w="1791" h="433" extrusionOk="0">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6"/>
            <p:cNvSpPr/>
            <p:nvPr/>
          </p:nvSpPr>
          <p:spPr>
            <a:xfrm>
              <a:off x="1964125" y="4324175"/>
              <a:ext cx="72550" cy="10050"/>
            </a:xfrm>
            <a:custGeom>
              <a:avLst/>
              <a:gdLst/>
              <a:ahLst/>
              <a:cxnLst/>
              <a:rect l="l" t="t" r="r" b="b"/>
              <a:pathLst>
                <a:path w="2902" h="402" extrusionOk="0">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6"/>
            <p:cNvSpPr/>
            <p:nvPr/>
          </p:nvSpPr>
          <p:spPr>
            <a:xfrm>
              <a:off x="1773550" y="4386675"/>
              <a:ext cx="130425" cy="10825"/>
            </a:xfrm>
            <a:custGeom>
              <a:avLst/>
              <a:gdLst/>
              <a:ahLst/>
              <a:cxnLst/>
              <a:rect l="l" t="t" r="r" b="b"/>
              <a:pathLst>
                <a:path w="5217" h="433" extrusionOk="0">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6"/>
            <p:cNvSpPr/>
            <p:nvPr/>
          </p:nvSpPr>
          <p:spPr>
            <a:xfrm>
              <a:off x="1773550" y="4411375"/>
              <a:ext cx="130425" cy="10825"/>
            </a:xfrm>
            <a:custGeom>
              <a:avLst/>
              <a:gdLst/>
              <a:ahLst/>
              <a:cxnLst/>
              <a:rect l="l" t="t" r="r" b="b"/>
              <a:pathLst>
                <a:path w="5217" h="433" extrusionOk="0">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6"/>
            <p:cNvSpPr/>
            <p:nvPr/>
          </p:nvSpPr>
          <p:spPr>
            <a:xfrm>
              <a:off x="1773550" y="4434500"/>
              <a:ext cx="130425" cy="10825"/>
            </a:xfrm>
            <a:custGeom>
              <a:avLst/>
              <a:gdLst/>
              <a:ahLst/>
              <a:cxnLst/>
              <a:rect l="l" t="t" r="r" b="b"/>
              <a:pathLst>
                <a:path w="5217" h="433" extrusionOk="0">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8" name="Google Shape;15188;p86"/>
          <p:cNvGrpSpPr/>
          <p:nvPr/>
        </p:nvGrpSpPr>
        <p:grpSpPr>
          <a:xfrm>
            <a:off x="7714695" y="4639874"/>
            <a:ext cx="361875" cy="361875"/>
            <a:chOff x="980425" y="1904625"/>
            <a:chExt cx="361875" cy="361875"/>
          </a:xfrm>
        </p:grpSpPr>
        <p:sp>
          <p:nvSpPr>
            <p:cNvPr id="15189" name="Google Shape;15189;p86"/>
            <p:cNvSpPr/>
            <p:nvPr/>
          </p:nvSpPr>
          <p:spPr>
            <a:xfrm>
              <a:off x="980425" y="1904625"/>
              <a:ext cx="361875" cy="361875"/>
            </a:xfrm>
            <a:custGeom>
              <a:avLst/>
              <a:gdLst/>
              <a:ahLst/>
              <a:cxnLst/>
              <a:rect l="l" t="t" r="r" b="b"/>
              <a:pathLst>
                <a:path w="14475" h="14475" extrusionOk="0">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6"/>
            <p:cNvSpPr/>
            <p:nvPr/>
          </p:nvSpPr>
          <p:spPr>
            <a:xfrm>
              <a:off x="1054750" y="1995075"/>
              <a:ext cx="54275" cy="54450"/>
            </a:xfrm>
            <a:custGeom>
              <a:avLst/>
              <a:gdLst/>
              <a:ahLst/>
              <a:cxnLst/>
              <a:rect l="l" t="t" r="r" b="b"/>
              <a:pathLst>
                <a:path w="2171" h="2178" extrusionOk="0">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6"/>
            <p:cNvSpPr/>
            <p:nvPr/>
          </p:nvSpPr>
          <p:spPr>
            <a:xfrm>
              <a:off x="1221125" y="1993225"/>
              <a:ext cx="39375" cy="56475"/>
            </a:xfrm>
            <a:custGeom>
              <a:avLst/>
              <a:gdLst/>
              <a:ahLst/>
              <a:cxnLst/>
              <a:rect l="l" t="t" r="r" b="b"/>
              <a:pathLst>
                <a:path w="1575" h="2259" extrusionOk="0">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6"/>
            <p:cNvSpPr/>
            <p:nvPr/>
          </p:nvSpPr>
          <p:spPr>
            <a:xfrm>
              <a:off x="10313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6"/>
            <p:cNvSpPr/>
            <p:nvPr/>
          </p:nvSpPr>
          <p:spPr>
            <a:xfrm>
              <a:off x="1049850"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6"/>
            <p:cNvSpPr/>
            <p:nvPr/>
          </p:nvSpPr>
          <p:spPr>
            <a:xfrm>
              <a:off x="10676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6"/>
            <p:cNvSpPr/>
            <p:nvPr/>
          </p:nvSpPr>
          <p:spPr>
            <a:xfrm>
              <a:off x="1190275" y="1926225"/>
              <a:ext cx="14675" cy="10825"/>
            </a:xfrm>
            <a:custGeom>
              <a:avLst/>
              <a:gdLst/>
              <a:ahLst/>
              <a:cxnLst/>
              <a:rect l="l" t="t" r="r" b="b"/>
              <a:pathLst>
                <a:path w="587" h="433" extrusionOk="0">
                  <a:moveTo>
                    <a:pt x="278" y="0"/>
                  </a:moveTo>
                  <a:cubicBezTo>
                    <a:pt x="0" y="0"/>
                    <a:pt x="0" y="432"/>
                    <a:pt x="278" y="432"/>
                  </a:cubicBezTo>
                  <a:cubicBezTo>
                    <a:pt x="587" y="432"/>
                    <a:pt x="58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6"/>
            <p:cNvSpPr/>
            <p:nvPr/>
          </p:nvSpPr>
          <p:spPr>
            <a:xfrm>
              <a:off x="12088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6"/>
            <p:cNvSpPr/>
            <p:nvPr/>
          </p:nvSpPr>
          <p:spPr>
            <a:xfrm>
              <a:off x="12265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86"/>
          <p:cNvGrpSpPr/>
          <p:nvPr/>
        </p:nvGrpSpPr>
        <p:grpSpPr>
          <a:xfrm>
            <a:off x="6259031" y="4639686"/>
            <a:ext cx="367275" cy="362250"/>
            <a:chOff x="7726050" y="4141325"/>
            <a:chExt cx="367275" cy="362250"/>
          </a:xfrm>
        </p:grpSpPr>
        <p:sp>
          <p:nvSpPr>
            <p:cNvPr id="15199" name="Google Shape;15199;p86"/>
            <p:cNvSpPr/>
            <p:nvPr/>
          </p:nvSpPr>
          <p:spPr>
            <a:xfrm>
              <a:off x="7793175" y="4357550"/>
              <a:ext cx="60200" cy="109000"/>
            </a:xfrm>
            <a:custGeom>
              <a:avLst/>
              <a:gdLst/>
              <a:ahLst/>
              <a:cxnLst/>
              <a:rect l="l" t="t" r="r" b="b"/>
              <a:pathLst>
                <a:path w="2408" h="4360" extrusionOk="0">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6"/>
            <p:cNvSpPr/>
            <p:nvPr/>
          </p:nvSpPr>
          <p:spPr>
            <a:xfrm>
              <a:off x="7726050" y="4141325"/>
              <a:ext cx="367275" cy="362250"/>
            </a:xfrm>
            <a:custGeom>
              <a:avLst/>
              <a:gdLst/>
              <a:ahLst/>
              <a:cxnLst/>
              <a:rect l="l" t="t" r="r" b="b"/>
              <a:pathLst>
                <a:path w="14691" h="14490" extrusionOk="0">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1" name="Google Shape;15201;p86"/>
          <p:cNvSpPr/>
          <p:nvPr/>
        </p:nvSpPr>
        <p:spPr>
          <a:xfrm>
            <a:off x="3967063" y="2990499"/>
            <a:ext cx="365750" cy="362875"/>
          </a:xfrm>
          <a:custGeom>
            <a:avLst/>
            <a:gdLst/>
            <a:ahLst/>
            <a:cxnLst/>
            <a:rect l="l" t="t" r="r" b="b"/>
            <a:pathLst>
              <a:path w="14630" h="14515" extrusionOk="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2" name="Google Shape;15202;p86"/>
          <p:cNvGrpSpPr/>
          <p:nvPr/>
        </p:nvGrpSpPr>
        <p:grpSpPr>
          <a:xfrm>
            <a:off x="6988000" y="4086853"/>
            <a:ext cx="372675" cy="361625"/>
            <a:chOff x="3994075" y="2464225"/>
            <a:chExt cx="372675" cy="361625"/>
          </a:xfrm>
        </p:grpSpPr>
        <p:sp>
          <p:nvSpPr>
            <p:cNvPr id="15203" name="Google Shape;15203;p86"/>
            <p:cNvSpPr/>
            <p:nvPr/>
          </p:nvSpPr>
          <p:spPr>
            <a:xfrm>
              <a:off x="4058100" y="2612900"/>
              <a:ext cx="157425" cy="134825"/>
            </a:xfrm>
            <a:custGeom>
              <a:avLst/>
              <a:gdLst/>
              <a:ahLst/>
              <a:cxnLst/>
              <a:rect l="l" t="t" r="r" b="b"/>
              <a:pathLst>
                <a:path w="6297" h="5393" extrusionOk="0">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6"/>
            <p:cNvSpPr/>
            <p:nvPr/>
          </p:nvSpPr>
          <p:spPr>
            <a:xfrm>
              <a:off x="4128325" y="2639125"/>
              <a:ext cx="44000" cy="81025"/>
            </a:xfrm>
            <a:custGeom>
              <a:avLst/>
              <a:gdLst/>
              <a:ahLst/>
              <a:cxnLst/>
              <a:rect l="l" t="t" r="r" b="b"/>
              <a:pathLst>
                <a:path w="1760" h="3241" extrusionOk="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6"/>
            <p:cNvSpPr/>
            <p:nvPr/>
          </p:nvSpPr>
          <p:spPr>
            <a:xfrm>
              <a:off x="4138350" y="2690825"/>
              <a:ext cx="25" cy="800"/>
            </a:xfrm>
            <a:custGeom>
              <a:avLst/>
              <a:gdLst/>
              <a:ahLst/>
              <a:cxnLst/>
              <a:rect l="l" t="t" r="r" b="b"/>
              <a:pathLst>
                <a:path w="1" h="32" extrusionOk="0">
                  <a:moveTo>
                    <a:pt x="1" y="31"/>
                  </a:moveTo>
                  <a:cubicBezTo>
                    <a:pt x="1" y="0"/>
                    <a:pt x="1" y="0"/>
                    <a:pt x="1" y="0"/>
                  </a:cubicBezTo>
                  <a:lnTo>
                    <a:pt x="1" y="0"/>
                  </a:lnTo>
                  <a:cubicBezTo>
                    <a:pt x="1" y="0"/>
                    <a:pt x="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6"/>
            <p:cNvSpPr/>
            <p:nvPr/>
          </p:nvSpPr>
          <p:spPr>
            <a:xfrm>
              <a:off x="4328925" y="2762000"/>
              <a:ext cx="10825" cy="35325"/>
            </a:xfrm>
            <a:custGeom>
              <a:avLst/>
              <a:gdLst/>
              <a:ahLst/>
              <a:cxnLst/>
              <a:rect l="l" t="t" r="r" b="b"/>
              <a:pathLst>
                <a:path w="433" h="1413" extrusionOk="0">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6"/>
            <p:cNvSpPr/>
            <p:nvPr/>
          </p:nvSpPr>
          <p:spPr>
            <a:xfrm>
              <a:off x="3994075" y="2464225"/>
              <a:ext cx="372675" cy="361625"/>
            </a:xfrm>
            <a:custGeom>
              <a:avLst/>
              <a:gdLst/>
              <a:ahLst/>
              <a:cxnLst/>
              <a:rect l="l" t="t" r="r" b="b"/>
              <a:pathLst>
                <a:path w="14907" h="14465" extrusionOk="0">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6"/>
            <p:cNvSpPr/>
            <p:nvPr/>
          </p:nvSpPr>
          <p:spPr>
            <a:xfrm>
              <a:off x="4253325" y="2682325"/>
              <a:ext cx="86425" cy="41700"/>
            </a:xfrm>
            <a:custGeom>
              <a:avLst/>
              <a:gdLst/>
              <a:ahLst/>
              <a:cxnLst/>
              <a:rect l="l" t="t" r="r" b="b"/>
              <a:pathLst>
                <a:path w="3457" h="1668" extrusionOk="0">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6"/>
            <p:cNvSpPr/>
            <p:nvPr/>
          </p:nvSpPr>
          <p:spPr>
            <a:xfrm>
              <a:off x="4252550" y="2740150"/>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6"/>
            <p:cNvSpPr/>
            <p:nvPr/>
          </p:nvSpPr>
          <p:spPr>
            <a:xfrm>
              <a:off x="4277225" y="2740150"/>
              <a:ext cx="14675" cy="10100"/>
            </a:xfrm>
            <a:custGeom>
              <a:avLst/>
              <a:gdLst/>
              <a:ahLst/>
              <a:cxnLst/>
              <a:rect l="l" t="t" r="r" b="b"/>
              <a:pathLst>
                <a:path w="587" h="404" extrusionOk="0">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6"/>
            <p:cNvSpPr/>
            <p:nvPr/>
          </p:nvSpPr>
          <p:spPr>
            <a:xfrm>
              <a:off x="4301925" y="2740150"/>
              <a:ext cx="14675" cy="10100"/>
            </a:xfrm>
            <a:custGeom>
              <a:avLst/>
              <a:gdLst/>
              <a:ahLst/>
              <a:cxnLst/>
              <a:rect l="l" t="t" r="r" b="b"/>
              <a:pathLst>
                <a:path w="587" h="404" extrusionOk="0">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6"/>
            <p:cNvSpPr/>
            <p:nvPr/>
          </p:nvSpPr>
          <p:spPr>
            <a:xfrm>
              <a:off x="4327375" y="2740150"/>
              <a:ext cx="13900" cy="10100"/>
            </a:xfrm>
            <a:custGeom>
              <a:avLst/>
              <a:gdLst/>
              <a:ahLst/>
              <a:cxnLst/>
              <a:rect l="l" t="t" r="r" b="b"/>
              <a:pathLst>
                <a:path w="556" h="404" extrusionOk="0">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6"/>
            <p:cNvSpPr/>
            <p:nvPr/>
          </p:nvSpPr>
          <p:spPr>
            <a:xfrm>
              <a:off x="4252550" y="2763300"/>
              <a:ext cx="13900" cy="10100"/>
            </a:xfrm>
            <a:custGeom>
              <a:avLst/>
              <a:gdLst/>
              <a:ahLst/>
              <a:cxnLst/>
              <a:rect l="l" t="t" r="r" b="b"/>
              <a:pathLst>
                <a:path w="556" h="404" extrusionOk="0">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6"/>
            <p:cNvSpPr/>
            <p:nvPr/>
          </p:nvSpPr>
          <p:spPr>
            <a:xfrm>
              <a:off x="4277225" y="2763300"/>
              <a:ext cx="14675" cy="10100"/>
            </a:xfrm>
            <a:custGeom>
              <a:avLst/>
              <a:gdLst/>
              <a:ahLst/>
              <a:cxnLst/>
              <a:rect l="l" t="t" r="r" b="b"/>
              <a:pathLst>
                <a:path w="587" h="404" extrusionOk="0">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6"/>
            <p:cNvSpPr/>
            <p:nvPr/>
          </p:nvSpPr>
          <p:spPr>
            <a:xfrm>
              <a:off x="4301925" y="2761800"/>
              <a:ext cx="14675" cy="10825"/>
            </a:xfrm>
            <a:custGeom>
              <a:avLst/>
              <a:gdLst/>
              <a:ahLst/>
              <a:cxnLst/>
              <a:rect l="l" t="t" r="r" b="b"/>
              <a:pathLst>
                <a:path w="587" h="433" extrusionOk="0">
                  <a:moveTo>
                    <a:pt x="309" y="0"/>
                  </a:moveTo>
                  <a:cubicBezTo>
                    <a:pt x="0" y="0"/>
                    <a:pt x="0" y="433"/>
                    <a:pt x="309" y="433"/>
                  </a:cubicBezTo>
                  <a:cubicBezTo>
                    <a:pt x="587" y="433"/>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6"/>
            <p:cNvSpPr/>
            <p:nvPr/>
          </p:nvSpPr>
          <p:spPr>
            <a:xfrm>
              <a:off x="4252550" y="27865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6"/>
            <p:cNvSpPr/>
            <p:nvPr/>
          </p:nvSpPr>
          <p:spPr>
            <a:xfrm>
              <a:off x="4277225" y="2786500"/>
              <a:ext cx="14700" cy="10825"/>
            </a:xfrm>
            <a:custGeom>
              <a:avLst/>
              <a:gdLst/>
              <a:ahLst/>
              <a:cxnLst/>
              <a:rect l="l" t="t" r="r" b="b"/>
              <a:pathLst>
                <a:path w="588" h="433" extrusionOk="0">
                  <a:moveTo>
                    <a:pt x="279" y="0"/>
                  </a:moveTo>
                  <a:cubicBezTo>
                    <a:pt x="1" y="0"/>
                    <a:pt x="1" y="432"/>
                    <a:pt x="279" y="432"/>
                  </a:cubicBezTo>
                  <a:cubicBezTo>
                    <a:pt x="587" y="432"/>
                    <a:pt x="587"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6"/>
            <p:cNvSpPr/>
            <p:nvPr/>
          </p:nvSpPr>
          <p:spPr>
            <a:xfrm>
              <a:off x="4301925" y="27865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9" name="Google Shape;15219;p86"/>
          <p:cNvSpPr/>
          <p:nvPr/>
        </p:nvSpPr>
        <p:spPr>
          <a:xfrm>
            <a:off x="4756606" y="2432868"/>
            <a:ext cx="364175" cy="355725"/>
          </a:xfrm>
          <a:custGeom>
            <a:avLst/>
            <a:gdLst/>
            <a:ahLst/>
            <a:cxnLst/>
            <a:rect l="l" t="t" r="r" b="b"/>
            <a:pathLst>
              <a:path w="14567" h="14229" extrusionOk="0">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0" name="Google Shape;15220;p86"/>
          <p:cNvGrpSpPr/>
          <p:nvPr/>
        </p:nvGrpSpPr>
        <p:grpSpPr>
          <a:xfrm>
            <a:off x="1067813" y="4130328"/>
            <a:ext cx="361900" cy="274675"/>
            <a:chOff x="5505525" y="1948600"/>
            <a:chExt cx="361900" cy="274675"/>
          </a:xfrm>
        </p:grpSpPr>
        <p:sp>
          <p:nvSpPr>
            <p:cNvPr id="15221" name="Google Shape;15221;p86"/>
            <p:cNvSpPr/>
            <p:nvPr/>
          </p:nvSpPr>
          <p:spPr>
            <a:xfrm>
              <a:off x="5505525" y="1948600"/>
              <a:ext cx="361900" cy="274675"/>
            </a:xfrm>
            <a:custGeom>
              <a:avLst/>
              <a:gdLst/>
              <a:ahLst/>
              <a:cxnLst/>
              <a:rect l="l" t="t" r="r" b="b"/>
              <a:pathLst>
                <a:path w="14476" h="10987" extrusionOk="0">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6"/>
            <p:cNvSpPr/>
            <p:nvPr/>
          </p:nvSpPr>
          <p:spPr>
            <a:xfrm>
              <a:off x="5632850" y="2094425"/>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6"/>
            <p:cNvSpPr/>
            <p:nvPr/>
          </p:nvSpPr>
          <p:spPr>
            <a:xfrm>
              <a:off x="5632850" y="2146075"/>
              <a:ext cx="114200" cy="10075"/>
            </a:xfrm>
            <a:custGeom>
              <a:avLst/>
              <a:gdLst/>
              <a:ahLst/>
              <a:cxnLst/>
              <a:rect l="l" t="t" r="r" b="b"/>
              <a:pathLst>
                <a:path w="4568" h="403" extrusionOk="0">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6"/>
            <p:cNvSpPr/>
            <p:nvPr/>
          </p:nvSpPr>
          <p:spPr>
            <a:xfrm>
              <a:off x="5632850" y="2170800"/>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6"/>
            <p:cNvSpPr/>
            <p:nvPr/>
          </p:nvSpPr>
          <p:spPr>
            <a:xfrm>
              <a:off x="5632850" y="2119875"/>
              <a:ext cx="114200" cy="10825"/>
            </a:xfrm>
            <a:custGeom>
              <a:avLst/>
              <a:gdLst/>
              <a:ahLst/>
              <a:cxnLst/>
              <a:rect l="l" t="t" r="r" b="b"/>
              <a:pathLst>
                <a:path w="4568" h="433" extrusionOk="0">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6"/>
            <p:cNvSpPr/>
            <p:nvPr/>
          </p:nvSpPr>
          <p:spPr>
            <a:xfrm>
              <a:off x="5543350" y="2093650"/>
              <a:ext cx="75625" cy="87975"/>
            </a:xfrm>
            <a:custGeom>
              <a:avLst/>
              <a:gdLst/>
              <a:ahLst/>
              <a:cxnLst/>
              <a:rect l="l" t="t" r="r" b="b"/>
              <a:pathLst>
                <a:path w="3025" h="3519" extrusionOk="0">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6"/>
            <p:cNvSpPr/>
            <p:nvPr/>
          </p:nvSpPr>
          <p:spPr>
            <a:xfrm>
              <a:off x="5543350" y="1989475"/>
              <a:ext cx="206025" cy="79500"/>
            </a:xfrm>
            <a:custGeom>
              <a:avLst/>
              <a:gdLst/>
              <a:ahLst/>
              <a:cxnLst/>
              <a:rect l="l" t="t" r="r" b="b"/>
              <a:pathLst>
                <a:path w="8241" h="3180" extrusionOk="0">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8" name="Google Shape;15228;p86"/>
          <p:cNvSpPr/>
          <p:nvPr/>
        </p:nvSpPr>
        <p:spPr>
          <a:xfrm>
            <a:off x="1763244" y="4086341"/>
            <a:ext cx="361100" cy="362650"/>
          </a:xfrm>
          <a:custGeom>
            <a:avLst/>
            <a:gdLst/>
            <a:ahLst/>
            <a:cxnLst/>
            <a:rect l="l" t="t" r="r" b="b"/>
            <a:pathLst>
              <a:path w="14444" h="14506" extrusionOk="0">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9" name="Google Shape;15229;p86"/>
          <p:cNvGrpSpPr/>
          <p:nvPr/>
        </p:nvGrpSpPr>
        <p:grpSpPr>
          <a:xfrm>
            <a:off x="6252856" y="2990611"/>
            <a:ext cx="379625" cy="362650"/>
            <a:chOff x="2488025" y="3563250"/>
            <a:chExt cx="379625" cy="362650"/>
          </a:xfrm>
        </p:grpSpPr>
        <p:sp>
          <p:nvSpPr>
            <p:cNvPr id="15230" name="Google Shape;15230;p86"/>
            <p:cNvSpPr/>
            <p:nvPr/>
          </p:nvSpPr>
          <p:spPr>
            <a:xfrm>
              <a:off x="2767325" y="3563625"/>
              <a:ext cx="32425" cy="28950"/>
            </a:xfrm>
            <a:custGeom>
              <a:avLst/>
              <a:gdLst/>
              <a:ahLst/>
              <a:cxnLst/>
              <a:rect l="l" t="t" r="r" b="b"/>
              <a:pathLst>
                <a:path w="1297" h="1158" extrusionOk="0">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6"/>
            <p:cNvSpPr/>
            <p:nvPr/>
          </p:nvSpPr>
          <p:spPr>
            <a:xfrm>
              <a:off x="2758050" y="3712525"/>
              <a:ext cx="33200" cy="28975"/>
            </a:xfrm>
            <a:custGeom>
              <a:avLst/>
              <a:gdLst/>
              <a:ahLst/>
              <a:cxnLst/>
              <a:rect l="l" t="t" r="r" b="b"/>
              <a:pathLst>
                <a:path w="1328" h="1159" extrusionOk="0">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6"/>
            <p:cNvSpPr/>
            <p:nvPr/>
          </p:nvSpPr>
          <p:spPr>
            <a:xfrm>
              <a:off x="2561300" y="3686100"/>
              <a:ext cx="32450" cy="28575"/>
            </a:xfrm>
            <a:custGeom>
              <a:avLst/>
              <a:gdLst/>
              <a:ahLst/>
              <a:cxnLst/>
              <a:rect l="l" t="t" r="r" b="b"/>
              <a:pathLst>
                <a:path w="1298" h="1143" extrusionOk="0">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6"/>
            <p:cNvSpPr/>
            <p:nvPr/>
          </p:nvSpPr>
          <p:spPr>
            <a:xfrm>
              <a:off x="2497275" y="3821325"/>
              <a:ext cx="33200" cy="29525"/>
            </a:xfrm>
            <a:custGeom>
              <a:avLst/>
              <a:gdLst/>
              <a:ahLst/>
              <a:cxnLst/>
              <a:rect l="l" t="t" r="r" b="b"/>
              <a:pathLst>
                <a:path w="1328" h="1181" extrusionOk="0">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6"/>
            <p:cNvSpPr/>
            <p:nvPr/>
          </p:nvSpPr>
          <p:spPr>
            <a:xfrm>
              <a:off x="2831350" y="3821325"/>
              <a:ext cx="29350" cy="29725"/>
            </a:xfrm>
            <a:custGeom>
              <a:avLst/>
              <a:gdLst/>
              <a:ahLst/>
              <a:cxnLst/>
              <a:rect l="l" t="t" r="r" b="b"/>
              <a:pathLst>
                <a:path w="1174" h="1189" extrusionOk="0">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6"/>
            <p:cNvSpPr/>
            <p:nvPr/>
          </p:nvSpPr>
          <p:spPr>
            <a:xfrm>
              <a:off x="2794325" y="3895975"/>
              <a:ext cx="32425" cy="29350"/>
            </a:xfrm>
            <a:custGeom>
              <a:avLst/>
              <a:gdLst/>
              <a:ahLst/>
              <a:cxnLst/>
              <a:rect l="l" t="t" r="r" b="b"/>
              <a:pathLst>
                <a:path w="1297" h="1174" extrusionOk="0">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6"/>
            <p:cNvSpPr/>
            <p:nvPr/>
          </p:nvSpPr>
          <p:spPr>
            <a:xfrm>
              <a:off x="2532775" y="3895575"/>
              <a:ext cx="33175" cy="30325"/>
            </a:xfrm>
            <a:custGeom>
              <a:avLst/>
              <a:gdLst/>
              <a:ahLst/>
              <a:cxnLst/>
              <a:rect l="l" t="t" r="r" b="b"/>
              <a:pathLst>
                <a:path w="1327" h="1213" extrusionOk="0">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6"/>
            <p:cNvSpPr/>
            <p:nvPr/>
          </p:nvSpPr>
          <p:spPr>
            <a:xfrm>
              <a:off x="2488025" y="3563250"/>
              <a:ext cx="379625" cy="362075"/>
            </a:xfrm>
            <a:custGeom>
              <a:avLst/>
              <a:gdLst/>
              <a:ahLst/>
              <a:cxnLst/>
              <a:rect l="l" t="t" r="r" b="b"/>
              <a:pathLst>
                <a:path w="15185" h="14483" extrusionOk="0">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86"/>
          <p:cNvGrpSpPr/>
          <p:nvPr/>
        </p:nvGrpSpPr>
        <p:grpSpPr>
          <a:xfrm>
            <a:off x="6261344" y="3546555"/>
            <a:ext cx="362650" cy="362500"/>
            <a:chOff x="6250075" y="2464125"/>
            <a:chExt cx="362650" cy="362500"/>
          </a:xfrm>
        </p:grpSpPr>
        <p:sp>
          <p:nvSpPr>
            <p:cNvPr id="15239" name="Google Shape;15239;p86"/>
            <p:cNvSpPr/>
            <p:nvPr/>
          </p:nvSpPr>
          <p:spPr>
            <a:xfrm>
              <a:off x="6250075" y="2464125"/>
              <a:ext cx="362650" cy="362500"/>
            </a:xfrm>
            <a:custGeom>
              <a:avLst/>
              <a:gdLst/>
              <a:ahLst/>
              <a:cxnLst/>
              <a:rect l="l" t="t" r="r" b="b"/>
              <a:pathLst>
                <a:path w="14506" h="14500" extrusionOk="0">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6"/>
            <p:cNvSpPr/>
            <p:nvPr/>
          </p:nvSpPr>
          <p:spPr>
            <a:xfrm>
              <a:off x="6275525" y="2637900"/>
              <a:ext cx="44775" cy="39050"/>
            </a:xfrm>
            <a:custGeom>
              <a:avLst/>
              <a:gdLst/>
              <a:ahLst/>
              <a:cxnLst/>
              <a:rect l="l" t="t" r="r" b="b"/>
              <a:pathLst>
                <a:path w="1791" h="1562" extrusionOk="0">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6"/>
            <p:cNvSpPr/>
            <p:nvPr/>
          </p:nvSpPr>
          <p:spPr>
            <a:xfrm>
              <a:off x="6536325" y="2542875"/>
              <a:ext cx="32425" cy="28950"/>
            </a:xfrm>
            <a:custGeom>
              <a:avLst/>
              <a:gdLst/>
              <a:ahLst/>
              <a:cxnLst/>
              <a:rect l="l" t="t" r="r" b="b"/>
              <a:pathLst>
                <a:path w="1297" h="1158" extrusionOk="0">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6"/>
            <p:cNvSpPr/>
            <p:nvPr/>
          </p:nvSpPr>
          <p:spPr>
            <a:xfrm>
              <a:off x="6512400" y="2464175"/>
              <a:ext cx="32425" cy="28950"/>
            </a:xfrm>
            <a:custGeom>
              <a:avLst/>
              <a:gdLst/>
              <a:ahLst/>
              <a:cxnLst/>
              <a:rect l="l" t="t" r="r" b="b"/>
              <a:pathLst>
                <a:path w="1297" h="1158" extrusionOk="0">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6"/>
            <p:cNvSpPr/>
            <p:nvPr/>
          </p:nvSpPr>
          <p:spPr>
            <a:xfrm>
              <a:off x="6368900" y="2505850"/>
              <a:ext cx="32425" cy="29150"/>
            </a:xfrm>
            <a:custGeom>
              <a:avLst/>
              <a:gdLst/>
              <a:ahLst/>
              <a:cxnLst/>
              <a:rect l="l" t="t" r="r" b="b"/>
              <a:pathLst>
                <a:path w="1297" h="1166" extrusionOk="0">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86"/>
          <p:cNvGrpSpPr/>
          <p:nvPr/>
        </p:nvGrpSpPr>
        <p:grpSpPr>
          <a:xfrm>
            <a:off x="5477656" y="2991374"/>
            <a:ext cx="361900" cy="361125"/>
            <a:chOff x="1740375" y="3563425"/>
            <a:chExt cx="361900" cy="361125"/>
          </a:xfrm>
        </p:grpSpPr>
        <p:sp>
          <p:nvSpPr>
            <p:cNvPr id="15245" name="Google Shape;15245;p86"/>
            <p:cNvSpPr/>
            <p:nvPr/>
          </p:nvSpPr>
          <p:spPr>
            <a:xfrm>
              <a:off x="1758900" y="3629800"/>
              <a:ext cx="133500" cy="115050"/>
            </a:xfrm>
            <a:custGeom>
              <a:avLst/>
              <a:gdLst/>
              <a:ahLst/>
              <a:cxnLst/>
              <a:rect l="l" t="t" r="r" b="b"/>
              <a:pathLst>
                <a:path w="5340" h="4602" extrusionOk="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6"/>
            <p:cNvSpPr/>
            <p:nvPr/>
          </p:nvSpPr>
          <p:spPr>
            <a:xfrm>
              <a:off x="1740375" y="3563425"/>
              <a:ext cx="361900" cy="361125"/>
            </a:xfrm>
            <a:custGeom>
              <a:avLst/>
              <a:gdLst/>
              <a:ahLst/>
              <a:cxnLst/>
              <a:rect l="l" t="t" r="r" b="b"/>
              <a:pathLst>
                <a:path w="14476" h="14445" extrusionOk="0">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6"/>
            <p:cNvSpPr/>
            <p:nvPr/>
          </p:nvSpPr>
          <p:spPr>
            <a:xfrm>
              <a:off x="1775875" y="3759400"/>
              <a:ext cx="116525" cy="10050"/>
            </a:xfrm>
            <a:custGeom>
              <a:avLst/>
              <a:gdLst/>
              <a:ahLst/>
              <a:cxnLst/>
              <a:rect l="l" t="t" r="r" b="b"/>
              <a:pathLst>
                <a:path w="4661" h="402" extrusionOk="0">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6"/>
            <p:cNvSpPr/>
            <p:nvPr/>
          </p:nvSpPr>
          <p:spPr>
            <a:xfrm>
              <a:off x="1775875" y="3784100"/>
              <a:ext cx="85675" cy="10825"/>
            </a:xfrm>
            <a:custGeom>
              <a:avLst/>
              <a:gdLst/>
              <a:ahLst/>
              <a:cxnLst/>
              <a:rect l="l" t="t" r="r" b="b"/>
              <a:pathLst>
                <a:path w="3427" h="433" extrusionOk="0">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6"/>
            <p:cNvSpPr/>
            <p:nvPr/>
          </p:nvSpPr>
          <p:spPr>
            <a:xfrm>
              <a:off x="1927100" y="3695375"/>
              <a:ext cx="38600" cy="99550"/>
            </a:xfrm>
            <a:custGeom>
              <a:avLst/>
              <a:gdLst/>
              <a:ahLst/>
              <a:cxnLst/>
              <a:rect l="l" t="t" r="r" b="b"/>
              <a:pathLst>
                <a:path w="1544" h="3982" extrusionOk="0">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6"/>
            <p:cNvSpPr/>
            <p:nvPr/>
          </p:nvSpPr>
          <p:spPr>
            <a:xfrm>
              <a:off x="2035900" y="3673000"/>
              <a:ext cx="38600" cy="121925"/>
            </a:xfrm>
            <a:custGeom>
              <a:avLst/>
              <a:gdLst/>
              <a:ahLst/>
              <a:cxnLst/>
              <a:rect l="l" t="t" r="r" b="b"/>
              <a:pathLst>
                <a:path w="1544" h="4877" extrusionOk="0">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6"/>
            <p:cNvSpPr/>
            <p:nvPr/>
          </p:nvSpPr>
          <p:spPr>
            <a:xfrm>
              <a:off x="1981875" y="3720050"/>
              <a:ext cx="37825" cy="74875"/>
            </a:xfrm>
            <a:custGeom>
              <a:avLst/>
              <a:gdLst/>
              <a:ahLst/>
              <a:cxnLst/>
              <a:rect l="l" t="t" r="r" b="b"/>
              <a:pathLst>
                <a:path w="1513" h="2995" extrusionOk="0">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6"/>
            <p:cNvSpPr/>
            <p:nvPr/>
          </p:nvSpPr>
          <p:spPr>
            <a:xfrm>
              <a:off x="1930075" y="3621700"/>
              <a:ext cx="145175" cy="85850"/>
            </a:xfrm>
            <a:custGeom>
              <a:avLst/>
              <a:gdLst/>
              <a:ahLst/>
              <a:cxnLst/>
              <a:rect l="l" t="t" r="r" b="b"/>
              <a:pathLst>
                <a:path w="5807" h="3434" extrusionOk="0">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6"/>
          <p:cNvGrpSpPr/>
          <p:nvPr/>
        </p:nvGrpSpPr>
        <p:grpSpPr>
          <a:xfrm>
            <a:off x="3955888" y="4086728"/>
            <a:ext cx="388100" cy="361875"/>
            <a:chOff x="980425" y="2463975"/>
            <a:chExt cx="388100" cy="361875"/>
          </a:xfrm>
        </p:grpSpPr>
        <p:sp>
          <p:nvSpPr>
            <p:cNvPr id="15254" name="Google Shape;15254;p86"/>
            <p:cNvSpPr/>
            <p:nvPr/>
          </p:nvSpPr>
          <p:spPr>
            <a:xfrm>
              <a:off x="1016675" y="2754850"/>
              <a:ext cx="60975" cy="44000"/>
            </a:xfrm>
            <a:custGeom>
              <a:avLst/>
              <a:gdLst/>
              <a:ahLst/>
              <a:cxnLst/>
              <a:rect l="l" t="t" r="r" b="b"/>
              <a:pathLst>
                <a:path w="2439" h="1760" extrusionOk="0">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6"/>
            <p:cNvSpPr/>
            <p:nvPr/>
          </p:nvSpPr>
          <p:spPr>
            <a:xfrm>
              <a:off x="980425" y="2463975"/>
              <a:ext cx="388100" cy="361875"/>
            </a:xfrm>
            <a:custGeom>
              <a:avLst/>
              <a:gdLst/>
              <a:ahLst/>
              <a:cxnLst/>
              <a:rect l="l" t="t" r="r" b="b"/>
              <a:pathLst>
                <a:path w="15524" h="14475" extrusionOk="0">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6"/>
            <p:cNvSpPr/>
            <p:nvPr/>
          </p:nvSpPr>
          <p:spPr>
            <a:xfrm>
              <a:off x="1225775" y="2694200"/>
              <a:ext cx="66375" cy="72825"/>
            </a:xfrm>
            <a:custGeom>
              <a:avLst/>
              <a:gdLst/>
              <a:ahLst/>
              <a:cxnLst/>
              <a:rect l="l" t="t" r="r" b="b"/>
              <a:pathLst>
                <a:path w="2655" h="2913" extrusionOk="0">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6"/>
            <p:cNvSpPr/>
            <p:nvPr/>
          </p:nvSpPr>
          <p:spPr>
            <a:xfrm>
              <a:off x="1247375" y="277877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86"/>
          <p:cNvGrpSpPr/>
          <p:nvPr/>
        </p:nvGrpSpPr>
        <p:grpSpPr>
          <a:xfrm>
            <a:off x="1762069" y="3573768"/>
            <a:ext cx="363450" cy="308075"/>
            <a:chOff x="4004075" y="3040325"/>
            <a:chExt cx="363450" cy="308075"/>
          </a:xfrm>
        </p:grpSpPr>
        <p:sp>
          <p:nvSpPr>
            <p:cNvPr id="15259" name="Google Shape;15259;p86"/>
            <p:cNvSpPr/>
            <p:nvPr/>
          </p:nvSpPr>
          <p:spPr>
            <a:xfrm>
              <a:off x="4068500" y="3040325"/>
              <a:ext cx="235575" cy="60300"/>
            </a:xfrm>
            <a:custGeom>
              <a:avLst/>
              <a:gdLst/>
              <a:ahLst/>
              <a:cxnLst/>
              <a:rect l="l" t="t" r="r" b="b"/>
              <a:pathLst>
                <a:path w="9423" h="2412" extrusionOk="0">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6"/>
            <p:cNvSpPr/>
            <p:nvPr/>
          </p:nvSpPr>
          <p:spPr>
            <a:xfrm>
              <a:off x="4068325" y="3288375"/>
              <a:ext cx="235175" cy="60025"/>
            </a:xfrm>
            <a:custGeom>
              <a:avLst/>
              <a:gdLst/>
              <a:ahLst/>
              <a:cxnLst/>
              <a:rect l="l" t="t" r="r" b="b"/>
              <a:pathLst>
                <a:path w="9407" h="2401" extrusionOk="0">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6"/>
            <p:cNvSpPr/>
            <p:nvPr/>
          </p:nvSpPr>
          <p:spPr>
            <a:xfrm>
              <a:off x="41345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6"/>
            <p:cNvSpPr/>
            <p:nvPr/>
          </p:nvSpPr>
          <p:spPr>
            <a:xfrm>
              <a:off x="4247925" y="3109775"/>
              <a:ext cx="119600" cy="170525"/>
            </a:xfrm>
            <a:custGeom>
              <a:avLst/>
              <a:gdLst/>
              <a:ahLst/>
              <a:cxnLst/>
              <a:rect l="l" t="t" r="r" b="b"/>
              <a:pathLst>
                <a:path w="4784" h="6821" extrusionOk="0">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6"/>
            <p:cNvSpPr/>
            <p:nvPr/>
          </p:nvSpPr>
          <p:spPr>
            <a:xfrm>
              <a:off x="4269525" y="3130600"/>
              <a:ext cx="76400" cy="124425"/>
            </a:xfrm>
            <a:custGeom>
              <a:avLst/>
              <a:gdLst/>
              <a:ahLst/>
              <a:cxnLst/>
              <a:rect l="l" t="t" r="r" b="b"/>
              <a:pathLst>
                <a:path w="3056" h="4977" extrusionOk="0">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6"/>
            <p:cNvSpPr/>
            <p:nvPr/>
          </p:nvSpPr>
          <p:spPr>
            <a:xfrm>
              <a:off x="4004075" y="3109100"/>
              <a:ext cx="118875" cy="171225"/>
            </a:xfrm>
            <a:custGeom>
              <a:avLst/>
              <a:gdLst/>
              <a:ahLst/>
              <a:cxnLst/>
              <a:rect l="l" t="t" r="r" b="b"/>
              <a:pathLst>
                <a:path w="4755" h="6849" extrusionOk="0">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86"/>
          <p:cNvGrpSpPr/>
          <p:nvPr/>
        </p:nvGrpSpPr>
        <p:grpSpPr>
          <a:xfrm>
            <a:off x="1067038" y="3573768"/>
            <a:ext cx="363450" cy="308075"/>
            <a:chOff x="3251825" y="3040325"/>
            <a:chExt cx="363450" cy="308075"/>
          </a:xfrm>
        </p:grpSpPr>
        <p:sp>
          <p:nvSpPr>
            <p:cNvPr id="15266" name="Google Shape;15266;p86"/>
            <p:cNvSpPr/>
            <p:nvPr/>
          </p:nvSpPr>
          <p:spPr>
            <a:xfrm>
              <a:off x="3496425" y="3109375"/>
              <a:ext cx="118850" cy="170350"/>
            </a:xfrm>
            <a:custGeom>
              <a:avLst/>
              <a:gdLst/>
              <a:ahLst/>
              <a:cxnLst/>
              <a:rect l="l" t="t" r="r" b="b"/>
              <a:pathLst>
                <a:path w="4754" h="6814" extrusionOk="0">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6"/>
            <p:cNvSpPr/>
            <p:nvPr/>
          </p:nvSpPr>
          <p:spPr>
            <a:xfrm>
              <a:off x="33807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6"/>
            <p:cNvSpPr/>
            <p:nvPr/>
          </p:nvSpPr>
          <p:spPr>
            <a:xfrm>
              <a:off x="3251825" y="3109175"/>
              <a:ext cx="120400" cy="171150"/>
            </a:xfrm>
            <a:custGeom>
              <a:avLst/>
              <a:gdLst/>
              <a:ahLst/>
              <a:cxnLst/>
              <a:rect l="l" t="t" r="r" b="b"/>
              <a:pathLst>
                <a:path w="4816" h="6846" extrusionOk="0">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6"/>
            <p:cNvSpPr/>
            <p:nvPr/>
          </p:nvSpPr>
          <p:spPr>
            <a:xfrm>
              <a:off x="3316350" y="3040325"/>
              <a:ext cx="236250" cy="60300"/>
            </a:xfrm>
            <a:custGeom>
              <a:avLst/>
              <a:gdLst/>
              <a:ahLst/>
              <a:cxnLst/>
              <a:rect l="l" t="t" r="r" b="b"/>
              <a:pathLst>
                <a:path w="9450" h="2412" extrusionOk="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6"/>
            <p:cNvSpPr/>
            <p:nvPr/>
          </p:nvSpPr>
          <p:spPr>
            <a:xfrm>
              <a:off x="3316725" y="3288375"/>
              <a:ext cx="235275" cy="60025"/>
            </a:xfrm>
            <a:custGeom>
              <a:avLst/>
              <a:gdLst/>
              <a:ahLst/>
              <a:cxnLst/>
              <a:rect l="l" t="t" r="r" b="b"/>
              <a:pathLst>
                <a:path w="9411" h="2401" extrusionOk="0">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6"/>
          <p:cNvGrpSpPr/>
          <p:nvPr/>
        </p:nvGrpSpPr>
        <p:grpSpPr>
          <a:xfrm>
            <a:off x="3217656" y="4639199"/>
            <a:ext cx="367050" cy="363225"/>
            <a:chOff x="3252625" y="1904050"/>
            <a:chExt cx="367050" cy="363225"/>
          </a:xfrm>
        </p:grpSpPr>
        <p:sp>
          <p:nvSpPr>
            <p:cNvPr id="15272" name="Google Shape;15272;p86"/>
            <p:cNvSpPr/>
            <p:nvPr/>
          </p:nvSpPr>
          <p:spPr>
            <a:xfrm>
              <a:off x="3542725" y="1925625"/>
              <a:ext cx="37050" cy="67550"/>
            </a:xfrm>
            <a:custGeom>
              <a:avLst/>
              <a:gdLst/>
              <a:ahLst/>
              <a:cxnLst/>
              <a:rect l="l" t="t" r="r" b="b"/>
              <a:pathLst>
                <a:path w="1482" h="2702" extrusionOk="0">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6"/>
            <p:cNvSpPr/>
            <p:nvPr/>
          </p:nvSpPr>
          <p:spPr>
            <a:xfrm>
              <a:off x="3252625" y="1904050"/>
              <a:ext cx="367050" cy="363225"/>
            </a:xfrm>
            <a:custGeom>
              <a:avLst/>
              <a:gdLst/>
              <a:ahLst/>
              <a:cxnLst/>
              <a:rect l="l" t="t" r="r" b="b"/>
              <a:pathLst>
                <a:path w="14682" h="14529" extrusionOk="0">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6"/>
            <p:cNvSpPr/>
            <p:nvPr/>
          </p:nvSpPr>
          <p:spPr>
            <a:xfrm>
              <a:off x="3346750" y="2079950"/>
              <a:ext cx="46325" cy="43625"/>
            </a:xfrm>
            <a:custGeom>
              <a:avLst/>
              <a:gdLst/>
              <a:ahLst/>
              <a:cxnLst/>
              <a:rect l="l" t="t" r="r" b="b"/>
              <a:pathLst>
                <a:path w="1853" h="1745" extrusionOk="0">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6"/>
            <p:cNvSpPr/>
            <p:nvPr/>
          </p:nvSpPr>
          <p:spPr>
            <a:xfrm>
              <a:off x="3474825" y="2079950"/>
              <a:ext cx="47075" cy="43625"/>
            </a:xfrm>
            <a:custGeom>
              <a:avLst/>
              <a:gdLst/>
              <a:ahLst/>
              <a:cxnLst/>
              <a:rect l="l" t="t" r="r" b="b"/>
              <a:pathLst>
                <a:path w="1883" h="1745" extrusionOk="0">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6"/>
            <p:cNvSpPr/>
            <p:nvPr/>
          </p:nvSpPr>
          <p:spPr>
            <a:xfrm>
              <a:off x="3423900" y="2085150"/>
              <a:ext cx="20850" cy="10825"/>
            </a:xfrm>
            <a:custGeom>
              <a:avLst/>
              <a:gdLst/>
              <a:ahLst/>
              <a:cxnLst/>
              <a:rect l="l" t="t" r="r" b="b"/>
              <a:pathLst>
                <a:path w="834" h="433" extrusionOk="0">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6"/>
            <p:cNvSpPr/>
            <p:nvPr/>
          </p:nvSpPr>
          <p:spPr>
            <a:xfrm>
              <a:off x="3423900" y="2103550"/>
              <a:ext cx="20850" cy="10175"/>
            </a:xfrm>
            <a:custGeom>
              <a:avLst/>
              <a:gdLst/>
              <a:ahLst/>
              <a:cxnLst/>
              <a:rect l="l" t="t" r="r" b="b"/>
              <a:pathLst>
                <a:path w="834" h="407" extrusionOk="0">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1"/>
        <p:cNvGrpSpPr/>
        <p:nvPr/>
      </p:nvGrpSpPr>
      <p:grpSpPr>
        <a:xfrm>
          <a:off x="0" y="0"/>
          <a:ext cx="0" cy="0"/>
          <a:chOff x="0" y="0"/>
          <a:chExt cx="0" cy="0"/>
        </a:xfrm>
      </p:grpSpPr>
      <p:sp>
        <p:nvSpPr>
          <p:cNvPr id="15282" name="Google Shape;15282;p8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283" name="Google Shape;15283;p87"/>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Online Learning</a:t>
            </a:r>
            <a:endParaRPr sz="1800">
              <a:solidFill>
                <a:schemeClr val="lt1"/>
              </a:solidFill>
              <a:latin typeface="Arial"/>
              <a:ea typeface="Arial"/>
              <a:cs typeface="Arial"/>
              <a:sym typeface="Arial"/>
            </a:endParaRPr>
          </a:p>
        </p:txBody>
      </p:sp>
      <p:grpSp>
        <p:nvGrpSpPr>
          <p:cNvPr id="15284" name="Google Shape;15284;p87"/>
          <p:cNvGrpSpPr/>
          <p:nvPr/>
        </p:nvGrpSpPr>
        <p:grpSpPr>
          <a:xfrm>
            <a:off x="1058569" y="2442197"/>
            <a:ext cx="349000" cy="308675"/>
            <a:chOff x="4720050" y="2514000"/>
            <a:chExt cx="349000" cy="308675"/>
          </a:xfrm>
        </p:grpSpPr>
        <p:sp>
          <p:nvSpPr>
            <p:cNvPr id="15285" name="Google Shape;15285;p87"/>
            <p:cNvSpPr/>
            <p:nvPr/>
          </p:nvSpPr>
          <p:spPr>
            <a:xfrm>
              <a:off x="4720050" y="2514000"/>
              <a:ext cx="349000" cy="308675"/>
            </a:xfrm>
            <a:custGeom>
              <a:avLst/>
              <a:gdLst/>
              <a:ahLst/>
              <a:cxnLst/>
              <a:rect l="l" t="t" r="r" b="b"/>
              <a:pathLst>
                <a:path w="13960" h="12347" extrusionOk="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7"/>
            <p:cNvSpPr/>
            <p:nvPr/>
          </p:nvSpPr>
          <p:spPr>
            <a:xfrm>
              <a:off x="4899950" y="2695450"/>
              <a:ext cx="101625" cy="78350"/>
            </a:xfrm>
            <a:custGeom>
              <a:avLst/>
              <a:gdLst/>
              <a:ahLst/>
              <a:cxnLst/>
              <a:rect l="l" t="t" r="r" b="b"/>
              <a:pathLst>
                <a:path w="4065" h="3134" extrusionOk="0">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7"/>
            <p:cNvSpPr/>
            <p:nvPr/>
          </p:nvSpPr>
          <p:spPr>
            <a:xfrm>
              <a:off x="4842575" y="2718525"/>
              <a:ext cx="11650" cy="10300"/>
            </a:xfrm>
            <a:custGeom>
              <a:avLst/>
              <a:gdLst/>
              <a:ahLst/>
              <a:cxnLst/>
              <a:rect l="l" t="t" r="r" b="b"/>
              <a:pathLst>
                <a:path w="466" h="412" extrusionOk="0">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7"/>
            <p:cNvSpPr/>
            <p:nvPr/>
          </p:nvSpPr>
          <p:spPr>
            <a:xfrm>
              <a:off x="4841950" y="2699300"/>
              <a:ext cx="11500" cy="7500"/>
            </a:xfrm>
            <a:custGeom>
              <a:avLst/>
              <a:gdLst/>
              <a:ahLst/>
              <a:cxnLst/>
              <a:rect l="l" t="t" r="r" b="b"/>
              <a:pathLst>
                <a:path w="460" h="300" extrusionOk="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7"/>
            <p:cNvSpPr/>
            <p:nvPr/>
          </p:nvSpPr>
          <p:spPr>
            <a:xfrm>
              <a:off x="4841225" y="2679175"/>
              <a:ext cx="11450" cy="7900"/>
            </a:xfrm>
            <a:custGeom>
              <a:avLst/>
              <a:gdLst/>
              <a:ahLst/>
              <a:cxnLst/>
              <a:rect l="l" t="t" r="r" b="b"/>
              <a:pathLst>
                <a:path w="458" h="316" extrusionOk="0">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7"/>
            <p:cNvSpPr/>
            <p:nvPr/>
          </p:nvSpPr>
          <p:spPr>
            <a:xfrm>
              <a:off x="4856525" y="2731750"/>
              <a:ext cx="11675" cy="10275"/>
            </a:xfrm>
            <a:custGeom>
              <a:avLst/>
              <a:gdLst/>
              <a:ahLst/>
              <a:cxnLst/>
              <a:rect l="l" t="t" r="r" b="b"/>
              <a:pathLst>
                <a:path w="467" h="411" extrusionOk="0">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7"/>
            <p:cNvSpPr/>
            <p:nvPr/>
          </p:nvSpPr>
          <p:spPr>
            <a:xfrm>
              <a:off x="4875925" y="2731750"/>
              <a:ext cx="11650" cy="10275"/>
            </a:xfrm>
            <a:custGeom>
              <a:avLst/>
              <a:gdLst/>
              <a:ahLst/>
              <a:cxnLst/>
              <a:rect l="l" t="t" r="r" b="b"/>
              <a:pathLst>
                <a:path w="466" h="411" extrusionOk="0">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87"/>
          <p:cNvGrpSpPr/>
          <p:nvPr/>
        </p:nvGrpSpPr>
        <p:grpSpPr>
          <a:xfrm>
            <a:off x="1732945" y="2498111"/>
            <a:ext cx="349000" cy="267575"/>
            <a:chOff x="3960075" y="2532600"/>
            <a:chExt cx="349000" cy="267575"/>
          </a:xfrm>
        </p:grpSpPr>
        <p:sp>
          <p:nvSpPr>
            <p:cNvPr id="15293" name="Google Shape;15293;p87"/>
            <p:cNvSpPr/>
            <p:nvPr/>
          </p:nvSpPr>
          <p:spPr>
            <a:xfrm>
              <a:off x="4224900" y="2553550"/>
              <a:ext cx="11275" cy="7900"/>
            </a:xfrm>
            <a:custGeom>
              <a:avLst/>
              <a:gdLst/>
              <a:ahLst/>
              <a:cxnLst/>
              <a:rect l="l" t="t" r="r" b="b"/>
              <a:pathLst>
                <a:path w="451" h="316" extrusionOk="0">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7"/>
            <p:cNvSpPr/>
            <p:nvPr/>
          </p:nvSpPr>
          <p:spPr>
            <a:xfrm>
              <a:off x="4245850" y="2553550"/>
              <a:ext cx="12025" cy="7900"/>
            </a:xfrm>
            <a:custGeom>
              <a:avLst/>
              <a:gdLst/>
              <a:ahLst/>
              <a:cxnLst/>
              <a:rect l="l" t="t" r="r" b="b"/>
              <a:pathLst>
                <a:path w="481" h="316" extrusionOk="0">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7"/>
            <p:cNvSpPr/>
            <p:nvPr/>
          </p:nvSpPr>
          <p:spPr>
            <a:xfrm>
              <a:off x="4267375" y="2553550"/>
              <a:ext cx="11450" cy="7900"/>
            </a:xfrm>
            <a:custGeom>
              <a:avLst/>
              <a:gdLst/>
              <a:ahLst/>
              <a:cxnLst/>
              <a:rect l="l" t="t" r="r" b="b"/>
              <a:pathLst>
                <a:path w="458" h="316" extrusionOk="0">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7"/>
            <p:cNvSpPr/>
            <p:nvPr/>
          </p:nvSpPr>
          <p:spPr>
            <a:xfrm>
              <a:off x="3960075" y="2532600"/>
              <a:ext cx="349000" cy="267575"/>
            </a:xfrm>
            <a:custGeom>
              <a:avLst/>
              <a:gdLst/>
              <a:ahLst/>
              <a:cxnLst/>
              <a:rect l="l" t="t" r="r" b="b"/>
              <a:pathLst>
                <a:path w="13960" h="10703" extrusionOk="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7"/>
            <p:cNvSpPr/>
            <p:nvPr/>
          </p:nvSpPr>
          <p:spPr>
            <a:xfrm>
              <a:off x="3983350" y="2627800"/>
              <a:ext cx="146575" cy="101225"/>
            </a:xfrm>
            <a:custGeom>
              <a:avLst/>
              <a:gdLst/>
              <a:ahLst/>
              <a:cxnLst/>
              <a:rect l="l" t="t" r="r" b="b"/>
              <a:pathLst>
                <a:path w="5863" h="4049" extrusionOk="0">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7"/>
            <p:cNvSpPr/>
            <p:nvPr/>
          </p:nvSpPr>
          <p:spPr>
            <a:xfrm>
              <a:off x="4177975" y="2608600"/>
              <a:ext cx="10125" cy="10125"/>
            </a:xfrm>
            <a:custGeom>
              <a:avLst/>
              <a:gdLst/>
              <a:ahLst/>
              <a:cxnLst/>
              <a:rect l="l" t="t" r="r" b="b"/>
              <a:pathLst>
                <a:path w="405" h="405" extrusionOk="0">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7"/>
            <p:cNvSpPr/>
            <p:nvPr/>
          </p:nvSpPr>
          <p:spPr>
            <a:xfrm>
              <a:off x="4175650" y="2638075"/>
              <a:ext cx="12450" cy="10875"/>
            </a:xfrm>
            <a:custGeom>
              <a:avLst/>
              <a:gdLst/>
              <a:ahLst/>
              <a:cxnLst/>
              <a:rect l="l" t="t" r="r" b="b"/>
              <a:pathLst>
                <a:path w="498" h="435"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7"/>
            <p:cNvSpPr/>
            <p:nvPr/>
          </p:nvSpPr>
          <p:spPr>
            <a:xfrm>
              <a:off x="4177975" y="2668325"/>
              <a:ext cx="10125" cy="10100"/>
            </a:xfrm>
            <a:custGeom>
              <a:avLst/>
              <a:gdLst/>
              <a:ahLst/>
              <a:cxnLst/>
              <a:rect l="l" t="t" r="r" b="b"/>
              <a:pathLst>
                <a:path w="405" h="404" extrusionOk="0">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7"/>
            <p:cNvSpPr/>
            <p:nvPr/>
          </p:nvSpPr>
          <p:spPr>
            <a:xfrm>
              <a:off x="4175650" y="2697800"/>
              <a:ext cx="12450" cy="10100"/>
            </a:xfrm>
            <a:custGeom>
              <a:avLst/>
              <a:gdLst/>
              <a:ahLst/>
              <a:cxnLst/>
              <a:rect l="l" t="t" r="r" b="b"/>
              <a:pathLst>
                <a:path w="498" h="404" extrusionOk="0">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7"/>
            <p:cNvSpPr/>
            <p:nvPr/>
          </p:nvSpPr>
          <p:spPr>
            <a:xfrm>
              <a:off x="4177975" y="2728025"/>
              <a:ext cx="10125" cy="10125"/>
            </a:xfrm>
            <a:custGeom>
              <a:avLst/>
              <a:gdLst/>
              <a:ahLst/>
              <a:cxnLst/>
              <a:rect l="l" t="t" r="r" b="b"/>
              <a:pathLst>
                <a:path w="405" h="405" extrusionOk="0">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7"/>
            <p:cNvSpPr/>
            <p:nvPr/>
          </p:nvSpPr>
          <p:spPr>
            <a:xfrm>
              <a:off x="4196600" y="2608600"/>
              <a:ext cx="81450" cy="10125"/>
            </a:xfrm>
            <a:custGeom>
              <a:avLst/>
              <a:gdLst/>
              <a:ahLst/>
              <a:cxnLst/>
              <a:rect l="l" t="t" r="r" b="b"/>
              <a:pathLst>
                <a:path w="3258" h="405" extrusionOk="0">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7"/>
            <p:cNvSpPr/>
            <p:nvPr/>
          </p:nvSpPr>
          <p:spPr>
            <a:xfrm>
              <a:off x="4195050" y="2638075"/>
              <a:ext cx="85325" cy="10875"/>
            </a:xfrm>
            <a:custGeom>
              <a:avLst/>
              <a:gdLst/>
              <a:ahLst/>
              <a:cxnLst/>
              <a:rect l="l" t="t" r="r" b="b"/>
              <a:pathLst>
                <a:path w="3413" h="435" extrusionOk="0">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7"/>
            <p:cNvSpPr/>
            <p:nvPr/>
          </p:nvSpPr>
          <p:spPr>
            <a:xfrm>
              <a:off x="4196600" y="2668325"/>
              <a:ext cx="81450" cy="10100"/>
            </a:xfrm>
            <a:custGeom>
              <a:avLst/>
              <a:gdLst/>
              <a:ahLst/>
              <a:cxnLst/>
              <a:rect l="l" t="t" r="r" b="b"/>
              <a:pathLst>
                <a:path w="3258" h="404" extrusionOk="0">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7"/>
            <p:cNvSpPr/>
            <p:nvPr/>
          </p:nvSpPr>
          <p:spPr>
            <a:xfrm>
              <a:off x="4195050" y="2697800"/>
              <a:ext cx="85325" cy="10100"/>
            </a:xfrm>
            <a:custGeom>
              <a:avLst/>
              <a:gdLst/>
              <a:ahLst/>
              <a:cxnLst/>
              <a:rect l="l" t="t" r="r" b="b"/>
              <a:pathLst>
                <a:path w="3413" h="404" extrusionOk="0">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7"/>
            <p:cNvSpPr/>
            <p:nvPr/>
          </p:nvSpPr>
          <p:spPr>
            <a:xfrm>
              <a:off x="4196600" y="2728025"/>
              <a:ext cx="81450" cy="10125"/>
            </a:xfrm>
            <a:custGeom>
              <a:avLst/>
              <a:gdLst/>
              <a:ahLst/>
              <a:cxnLst/>
              <a:rect l="l" t="t" r="r" b="b"/>
              <a:pathLst>
                <a:path w="3258" h="405" extrusionOk="0">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8" name="Google Shape;15308;p87"/>
          <p:cNvSpPr/>
          <p:nvPr/>
        </p:nvSpPr>
        <p:spPr>
          <a:xfrm>
            <a:off x="3227595" y="2519024"/>
            <a:ext cx="349000" cy="225750"/>
          </a:xfrm>
          <a:custGeom>
            <a:avLst/>
            <a:gdLst/>
            <a:ahLst/>
            <a:cxnLst/>
            <a:rect l="l" t="t" r="r" b="b"/>
            <a:pathLst>
              <a:path w="13960" h="9030" extrusionOk="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87"/>
          <p:cNvGrpSpPr/>
          <p:nvPr/>
        </p:nvGrpSpPr>
        <p:grpSpPr>
          <a:xfrm>
            <a:off x="3993514" y="2533798"/>
            <a:ext cx="349775" cy="196200"/>
            <a:chOff x="2443225" y="2532550"/>
            <a:chExt cx="349775" cy="268400"/>
          </a:xfrm>
        </p:grpSpPr>
        <p:sp>
          <p:nvSpPr>
            <p:cNvPr id="15310" name="Google Shape;15310;p87"/>
            <p:cNvSpPr/>
            <p:nvPr/>
          </p:nvSpPr>
          <p:spPr>
            <a:xfrm>
              <a:off x="2443225" y="2532550"/>
              <a:ext cx="349775" cy="268400"/>
            </a:xfrm>
            <a:custGeom>
              <a:avLst/>
              <a:gdLst/>
              <a:ahLst/>
              <a:cxnLst/>
              <a:rect l="l" t="t" r="r" b="b"/>
              <a:pathLst>
                <a:path w="13991" h="10736" extrusionOk="0">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7"/>
            <p:cNvSpPr/>
            <p:nvPr/>
          </p:nvSpPr>
          <p:spPr>
            <a:xfrm>
              <a:off x="2555675" y="2562075"/>
              <a:ext cx="31825" cy="31825"/>
            </a:xfrm>
            <a:custGeom>
              <a:avLst/>
              <a:gdLst/>
              <a:ahLst/>
              <a:cxnLst/>
              <a:rect l="l" t="t" r="r" b="b"/>
              <a:pathLst>
                <a:path w="1273" h="1273" extrusionOk="0">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7"/>
            <p:cNvSpPr/>
            <p:nvPr/>
          </p:nvSpPr>
          <p:spPr>
            <a:xfrm>
              <a:off x="2555675" y="2613950"/>
              <a:ext cx="31825" cy="31900"/>
            </a:xfrm>
            <a:custGeom>
              <a:avLst/>
              <a:gdLst/>
              <a:ahLst/>
              <a:cxnLst/>
              <a:rect l="l" t="t" r="r" b="b"/>
              <a:pathLst>
                <a:path w="1273" h="1276" extrusionOk="0">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7"/>
            <p:cNvSpPr/>
            <p:nvPr/>
          </p:nvSpPr>
          <p:spPr>
            <a:xfrm>
              <a:off x="2555675" y="2665225"/>
              <a:ext cx="31825" cy="31825"/>
            </a:xfrm>
            <a:custGeom>
              <a:avLst/>
              <a:gdLst/>
              <a:ahLst/>
              <a:cxnLst/>
              <a:rect l="l" t="t" r="r" b="b"/>
              <a:pathLst>
                <a:path w="1273" h="1273" extrusionOk="0">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7"/>
            <p:cNvSpPr/>
            <p:nvPr/>
          </p:nvSpPr>
          <p:spPr>
            <a:xfrm>
              <a:off x="2555675" y="2717175"/>
              <a:ext cx="31825" cy="31825"/>
            </a:xfrm>
            <a:custGeom>
              <a:avLst/>
              <a:gdLst/>
              <a:ahLst/>
              <a:cxnLst/>
              <a:rect l="l" t="t" r="r" b="b"/>
              <a:pathLst>
                <a:path w="1273" h="1273" extrusionOk="0">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7"/>
            <p:cNvSpPr/>
            <p:nvPr/>
          </p:nvSpPr>
          <p:spPr>
            <a:xfrm>
              <a:off x="2596325" y="2563375"/>
              <a:ext cx="87325" cy="10475"/>
            </a:xfrm>
            <a:custGeom>
              <a:avLst/>
              <a:gdLst/>
              <a:ahLst/>
              <a:cxnLst/>
              <a:rect l="l" t="t" r="r" b="b"/>
              <a:pathLst>
                <a:path w="3493" h="419" extrusionOk="0">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7"/>
            <p:cNvSpPr/>
            <p:nvPr/>
          </p:nvSpPr>
          <p:spPr>
            <a:xfrm>
              <a:off x="2595225" y="2583025"/>
              <a:ext cx="33375" cy="10875"/>
            </a:xfrm>
            <a:custGeom>
              <a:avLst/>
              <a:gdLst/>
              <a:ahLst/>
              <a:cxnLst/>
              <a:rect l="l" t="t" r="r" b="b"/>
              <a:pathLst>
                <a:path w="1335" h="435" extrusionOk="0">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7"/>
            <p:cNvSpPr/>
            <p:nvPr/>
          </p:nvSpPr>
          <p:spPr>
            <a:xfrm>
              <a:off x="2595225" y="2614825"/>
              <a:ext cx="90750" cy="10100"/>
            </a:xfrm>
            <a:custGeom>
              <a:avLst/>
              <a:gdLst/>
              <a:ahLst/>
              <a:cxnLst/>
              <a:rect l="l" t="t" r="r" b="b"/>
              <a:pathLst>
                <a:path w="3630" h="404" extrusionOk="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7"/>
            <p:cNvSpPr/>
            <p:nvPr/>
          </p:nvSpPr>
          <p:spPr>
            <a:xfrm>
              <a:off x="2596775" y="2634200"/>
              <a:ext cx="30275" cy="10100"/>
            </a:xfrm>
            <a:custGeom>
              <a:avLst/>
              <a:gdLst/>
              <a:ahLst/>
              <a:cxnLst/>
              <a:rect l="l" t="t" r="r" b="b"/>
              <a:pathLst>
                <a:path w="1211" h="404" extrusionOk="0">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7"/>
            <p:cNvSpPr/>
            <p:nvPr/>
          </p:nvSpPr>
          <p:spPr>
            <a:xfrm>
              <a:off x="2596450" y="2666500"/>
              <a:ext cx="87200" cy="9875"/>
            </a:xfrm>
            <a:custGeom>
              <a:avLst/>
              <a:gdLst/>
              <a:ahLst/>
              <a:cxnLst/>
              <a:rect l="l" t="t" r="r" b="b"/>
              <a:pathLst>
                <a:path w="3488" h="395" extrusionOk="0">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7"/>
            <p:cNvSpPr/>
            <p:nvPr/>
          </p:nvSpPr>
          <p:spPr>
            <a:xfrm>
              <a:off x="2595225" y="2686150"/>
              <a:ext cx="33375" cy="10125"/>
            </a:xfrm>
            <a:custGeom>
              <a:avLst/>
              <a:gdLst/>
              <a:ahLst/>
              <a:cxnLst/>
              <a:rect l="l" t="t" r="r" b="b"/>
              <a:pathLst>
                <a:path w="1335" h="405" extrusionOk="0">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7"/>
            <p:cNvSpPr/>
            <p:nvPr/>
          </p:nvSpPr>
          <p:spPr>
            <a:xfrm>
              <a:off x="2596775" y="2718725"/>
              <a:ext cx="87650" cy="10100"/>
            </a:xfrm>
            <a:custGeom>
              <a:avLst/>
              <a:gdLst/>
              <a:ahLst/>
              <a:cxnLst/>
              <a:rect l="l" t="t" r="r" b="b"/>
              <a:pathLst>
                <a:path w="3506" h="404" extrusionOk="0">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7"/>
            <p:cNvSpPr/>
            <p:nvPr/>
          </p:nvSpPr>
          <p:spPr>
            <a:xfrm>
              <a:off x="2597550" y="2738125"/>
              <a:ext cx="29500" cy="10100"/>
            </a:xfrm>
            <a:custGeom>
              <a:avLst/>
              <a:gdLst/>
              <a:ahLst/>
              <a:cxnLst/>
              <a:rect l="l" t="t" r="r" b="b"/>
              <a:pathLst>
                <a:path w="1180" h="404" extrusionOk="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7"/>
          <p:cNvGrpSpPr/>
          <p:nvPr/>
        </p:nvGrpSpPr>
        <p:grpSpPr>
          <a:xfrm>
            <a:off x="4725464" y="2482999"/>
            <a:ext cx="349000" cy="297800"/>
            <a:chOff x="1680925" y="2517875"/>
            <a:chExt cx="349000" cy="297800"/>
          </a:xfrm>
        </p:grpSpPr>
        <p:sp>
          <p:nvSpPr>
            <p:cNvPr id="15324" name="Google Shape;15324;p87"/>
            <p:cNvSpPr/>
            <p:nvPr/>
          </p:nvSpPr>
          <p:spPr>
            <a:xfrm>
              <a:off x="1946525" y="2568275"/>
              <a:ext cx="11275" cy="7900"/>
            </a:xfrm>
            <a:custGeom>
              <a:avLst/>
              <a:gdLst/>
              <a:ahLst/>
              <a:cxnLst/>
              <a:rect l="l" t="t" r="r" b="b"/>
              <a:pathLst>
                <a:path w="451" h="316" extrusionOk="0">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7"/>
            <p:cNvSpPr/>
            <p:nvPr/>
          </p:nvSpPr>
          <p:spPr>
            <a:xfrm>
              <a:off x="1967075" y="2568275"/>
              <a:ext cx="11675" cy="10125"/>
            </a:xfrm>
            <a:custGeom>
              <a:avLst/>
              <a:gdLst/>
              <a:ahLst/>
              <a:cxnLst/>
              <a:rect l="l" t="t" r="r" b="b"/>
              <a:pathLst>
                <a:path w="467" h="405" extrusionOk="0">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7"/>
            <p:cNvSpPr/>
            <p:nvPr/>
          </p:nvSpPr>
          <p:spPr>
            <a:xfrm>
              <a:off x="1989000" y="256827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7"/>
            <p:cNvSpPr/>
            <p:nvPr/>
          </p:nvSpPr>
          <p:spPr>
            <a:xfrm>
              <a:off x="1680925" y="2517875"/>
              <a:ext cx="349000" cy="297800"/>
            </a:xfrm>
            <a:custGeom>
              <a:avLst/>
              <a:gdLst/>
              <a:ahLst/>
              <a:cxnLst/>
              <a:rect l="l" t="t" r="r" b="b"/>
              <a:pathLst>
                <a:path w="13960" h="11912" extrusionOk="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7"/>
            <p:cNvSpPr/>
            <p:nvPr/>
          </p:nvSpPr>
          <p:spPr>
            <a:xfrm>
              <a:off x="1708850" y="2623350"/>
              <a:ext cx="124875" cy="32600"/>
            </a:xfrm>
            <a:custGeom>
              <a:avLst/>
              <a:gdLst/>
              <a:ahLst/>
              <a:cxnLst/>
              <a:rect l="l" t="t" r="r" b="b"/>
              <a:pathLst>
                <a:path w="4995" h="1304" extrusionOk="0">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7"/>
            <p:cNvSpPr/>
            <p:nvPr/>
          </p:nvSpPr>
          <p:spPr>
            <a:xfrm>
              <a:off x="1715825" y="2670650"/>
              <a:ext cx="111700" cy="10100"/>
            </a:xfrm>
            <a:custGeom>
              <a:avLst/>
              <a:gdLst/>
              <a:ahLst/>
              <a:cxnLst/>
              <a:rect l="l" t="t" r="r" b="b"/>
              <a:pathLst>
                <a:path w="4468" h="404" extrusionOk="0">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7"/>
            <p:cNvSpPr/>
            <p:nvPr/>
          </p:nvSpPr>
          <p:spPr>
            <a:xfrm>
              <a:off x="1718150" y="2695200"/>
              <a:ext cx="108275" cy="10500"/>
            </a:xfrm>
            <a:custGeom>
              <a:avLst/>
              <a:gdLst/>
              <a:ahLst/>
              <a:cxnLst/>
              <a:rect l="l" t="t" r="r" b="b"/>
              <a:pathLst>
                <a:path w="4331" h="420" extrusionOk="0">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7"/>
            <p:cNvSpPr/>
            <p:nvPr/>
          </p:nvSpPr>
          <p:spPr>
            <a:xfrm>
              <a:off x="1715825" y="2720275"/>
              <a:ext cx="111700" cy="10875"/>
            </a:xfrm>
            <a:custGeom>
              <a:avLst/>
              <a:gdLst/>
              <a:ahLst/>
              <a:cxnLst/>
              <a:rect l="l" t="t" r="r" b="b"/>
              <a:pathLst>
                <a:path w="4468" h="435" extrusionOk="0">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7"/>
            <p:cNvSpPr/>
            <p:nvPr/>
          </p:nvSpPr>
          <p:spPr>
            <a:xfrm>
              <a:off x="1877125" y="2623350"/>
              <a:ext cx="125650" cy="32600"/>
            </a:xfrm>
            <a:custGeom>
              <a:avLst/>
              <a:gdLst/>
              <a:ahLst/>
              <a:cxnLst/>
              <a:rect l="l" t="t" r="r" b="b"/>
              <a:pathLst>
                <a:path w="5026" h="1304" extrusionOk="0">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7"/>
            <p:cNvSpPr/>
            <p:nvPr/>
          </p:nvSpPr>
          <p:spPr>
            <a:xfrm>
              <a:off x="1877125" y="2748200"/>
              <a:ext cx="125650" cy="31825"/>
            </a:xfrm>
            <a:custGeom>
              <a:avLst/>
              <a:gdLst/>
              <a:ahLst/>
              <a:cxnLst/>
              <a:rect l="l" t="t" r="r" b="b"/>
              <a:pathLst>
                <a:path w="5026" h="1273" extrusionOk="0">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7"/>
            <p:cNvSpPr/>
            <p:nvPr/>
          </p:nvSpPr>
          <p:spPr>
            <a:xfrm>
              <a:off x="1709625" y="2748200"/>
              <a:ext cx="124875" cy="31825"/>
            </a:xfrm>
            <a:custGeom>
              <a:avLst/>
              <a:gdLst/>
              <a:ahLst/>
              <a:cxnLst/>
              <a:rect l="l" t="t" r="r" b="b"/>
              <a:pathLst>
                <a:path w="4995" h="1273" extrusionOk="0">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7"/>
            <p:cNvSpPr/>
            <p:nvPr/>
          </p:nvSpPr>
          <p:spPr>
            <a:xfrm>
              <a:off x="1884875" y="2670650"/>
              <a:ext cx="111700" cy="10100"/>
            </a:xfrm>
            <a:custGeom>
              <a:avLst/>
              <a:gdLst/>
              <a:ahLst/>
              <a:cxnLst/>
              <a:rect l="l" t="t" r="r" b="b"/>
              <a:pathLst>
                <a:path w="4468" h="404" extrusionOk="0">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7"/>
            <p:cNvSpPr/>
            <p:nvPr/>
          </p:nvSpPr>
          <p:spPr>
            <a:xfrm>
              <a:off x="1886100" y="2695975"/>
              <a:ext cx="109250" cy="9850"/>
            </a:xfrm>
            <a:custGeom>
              <a:avLst/>
              <a:gdLst/>
              <a:ahLst/>
              <a:cxnLst/>
              <a:rect l="l" t="t" r="r" b="b"/>
              <a:pathLst>
                <a:path w="4370" h="394" extrusionOk="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7"/>
            <p:cNvSpPr/>
            <p:nvPr/>
          </p:nvSpPr>
          <p:spPr>
            <a:xfrm>
              <a:off x="1884875" y="2720275"/>
              <a:ext cx="111700" cy="10875"/>
            </a:xfrm>
            <a:custGeom>
              <a:avLst/>
              <a:gdLst/>
              <a:ahLst/>
              <a:cxnLst/>
              <a:rect l="l" t="t" r="r" b="b"/>
              <a:pathLst>
                <a:path w="4468" h="435" extrusionOk="0">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87"/>
          <p:cNvGrpSpPr/>
          <p:nvPr/>
        </p:nvGrpSpPr>
        <p:grpSpPr>
          <a:xfrm>
            <a:off x="6275158" y="2481149"/>
            <a:ext cx="348975" cy="301500"/>
            <a:chOff x="7719625" y="3086300"/>
            <a:chExt cx="348975" cy="301500"/>
          </a:xfrm>
        </p:grpSpPr>
        <p:sp>
          <p:nvSpPr>
            <p:cNvPr id="15339" name="Google Shape;15339;p87"/>
            <p:cNvSpPr/>
            <p:nvPr/>
          </p:nvSpPr>
          <p:spPr>
            <a:xfrm>
              <a:off x="7719625" y="3086300"/>
              <a:ext cx="348975" cy="301500"/>
            </a:xfrm>
            <a:custGeom>
              <a:avLst/>
              <a:gdLst/>
              <a:ahLst/>
              <a:cxnLst/>
              <a:rect l="l" t="t" r="r" b="b"/>
              <a:pathLst>
                <a:path w="13959" h="12060" extrusionOk="0">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7"/>
            <p:cNvSpPr/>
            <p:nvPr/>
          </p:nvSpPr>
          <p:spPr>
            <a:xfrm>
              <a:off x="7778550" y="3139800"/>
              <a:ext cx="40350" cy="10900"/>
            </a:xfrm>
            <a:custGeom>
              <a:avLst/>
              <a:gdLst/>
              <a:ahLst/>
              <a:cxnLst/>
              <a:rect l="l" t="t" r="r" b="b"/>
              <a:pathLst>
                <a:path w="1614" h="436" extrusionOk="0">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7"/>
            <p:cNvSpPr/>
            <p:nvPr/>
          </p:nvSpPr>
          <p:spPr>
            <a:xfrm>
              <a:off x="7780875" y="3163600"/>
              <a:ext cx="36875" cy="9850"/>
            </a:xfrm>
            <a:custGeom>
              <a:avLst/>
              <a:gdLst/>
              <a:ahLst/>
              <a:cxnLst/>
              <a:rect l="l" t="t" r="r" b="b"/>
              <a:pathLst>
                <a:path w="1475" h="394" extrusionOk="0">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7"/>
            <p:cNvSpPr/>
            <p:nvPr/>
          </p:nvSpPr>
          <p:spPr>
            <a:xfrm>
              <a:off x="7778550" y="3186350"/>
              <a:ext cx="40350" cy="10875"/>
            </a:xfrm>
            <a:custGeom>
              <a:avLst/>
              <a:gdLst/>
              <a:ahLst/>
              <a:cxnLst/>
              <a:rect l="l" t="t" r="r" b="b"/>
              <a:pathLst>
                <a:path w="1614" h="435" extrusionOk="0">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7"/>
            <p:cNvSpPr/>
            <p:nvPr/>
          </p:nvSpPr>
          <p:spPr>
            <a:xfrm>
              <a:off x="7778550" y="3210375"/>
              <a:ext cx="96950" cy="10100"/>
            </a:xfrm>
            <a:custGeom>
              <a:avLst/>
              <a:gdLst/>
              <a:ahLst/>
              <a:cxnLst/>
              <a:rect l="l" t="t" r="r" b="b"/>
              <a:pathLst>
                <a:path w="3878" h="404"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7"/>
            <p:cNvSpPr/>
            <p:nvPr/>
          </p:nvSpPr>
          <p:spPr>
            <a:xfrm>
              <a:off x="7778550" y="3235200"/>
              <a:ext cx="96950" cy="10100"/>
            </a:xfrm>
            <a:custGeom>
              <a:avLst/>
              <a:gdLst/>
              <a:ahLst/>
              <a:cxnLst/>
              <a:rect l="l" t="t" r="r" b="b"/>
              <a:pathLst>
                <a:path w="3878" h="404" extrusionOk="0">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7"/>
            <p:cNvSpPr/>
            <p:nvPr/>
          </p:nvSpPr>
          <p:spPr>
            <a:xfrm>
              <a:off x="7778550" y="3260000"/>
              <a:ext cx="96950" cy="10125"/>
            </a:xfrm>
            <a:custGeom>
              <a:avLst/>
              <a:gdLst/>
              <a:ahLst/>
              <a:cxnLst/>
              <a:rect l="l" t="t" r="r" b="b"/>
              <a:pathLst>
                <a:path w="3878" h="405"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7"/>
            <p:cNvSpPr/>
            <p:nvPr/>
          </p:nvSpPr>
          <p:spPr>
            <a:xfrm>
              <a:off x="7917375" y="3210375"/>
              <a:ext cx="97725" cy="10100"/>
            </a:xfrm>
            <a:custGeom>
              <a:avLst/>
              <a:gdLst/>
              <a:ahLst/>
              <a:cxnLst/>
              <a:rect l="l" t="t" r="r" b="b"/>
              <a:pathLst>
                <a:path w="3909" h="404"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7"/>
            <p:cNvSpPr/>
            <p:nvPr/>
          </p:nvSpPr>
          <p:spPr>
            <a:xfrm>
              <a:off x="7917375" y="3235200"/>
              <a:ext cx="97725" cy="10100"/>
            </a:xfrm>
            <a:custGeom>
              <a:avLst/>
              <a:gdLst/>
              <a:ahLst/>
              <a:cxnLst/>
              <a:rect l="l" t="t" r="r" b="b"/>
              <a:pathLst>
                <a:path w="3909" h="404" extrusionOk="0">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7"/>
            <p:cNvSpPr/>
            <p:nvPr/>
          </p:nvSpPr>
          <p:spPr>
            <a:xfrm>
              <a:off x="7917375" y="3260000"/>
              <a:ext cx="97725" cy="10125"/>
            </a:xfrm>
            <a:custGeom>
              <a:avLst/>
              <a:gdLst/>
              <a:ahLst/>
              <a:cxnLst/>
              <a:rect l="l" t="t" r="r" b="b"/>
              <a:pathLst>
                <a:path w="3909" h="405"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7"/>
            <p:cNvSpPr/>
            <p:nvPr/>
          </p:nvSpPr>
          <p:spPr>
            <a:xfrm>
              <a:off x="7921250" y="3132050"/>
              <a:ext cx="89975" cy="63625"/>
            </a:xfrm>
            <a:custGeom>
              <a:avLst/>
              <a:gdLst/>
              <a:ahLst/>
              <a:cxnLst/>
              <a:rect l="l" t="t" r="r" b="b"/>
              <a:pathLst>
                <a:path w="3599" h="2545" extrusionOk="0">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87"/>
          <p:cNvGrpSpPr/>
          <p:nvPr/>
        </p:nvGrpSpPr>
        <p:grpSpPr>
          <a:xfrm>
            <a:off x="7745340" y="2483386"/>
            <a:ext cx="349000" cy="297025"/>
            <a:chOff x="6217500" y="3088625"/>
            <a:chExt cx="349000" cy="297025"/>
          </a:xfrm>
        </p:grpSpPr>
        <p:sp>
          <p:nvSpPr>
            <p:cNvPr id="15351" name="Google Shape;15351;p87"/>
            <p:cNvSpPr/>
            <p:nvPr/>
          </p:nvSpPr>
          <p:spPr>
            <a:xfrm>
              <a:off x="6484275" y="3139025"/>
              <a:ext cx="9325" cy="10125"/>
            </a:xfrm>
            <a:custGeom>
              <a:avLst/>
              <a:gdLst/>
              <a:ahLst/>
              <a:cxnLst/>
              <a:rect l="l" t="t" r="r" b="b"/>
              <a:pathLst>
                <a:path w="373" h="405" extrusionOk="0">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7"/>
            <p:cNvSpPr/>
            <p:nvPr/>
          </p:nvSpPr>
          <p:spPr>
            <a:xfrm>
              <a:off x="6504000" y="3139025"/>
              <a:ext cx="11325" cy="7550"/>
            </a:xfrm>
            <a:custGeom>
              <a:avLst/>
              <a:gdLst/>
              <a:ahLst/>
              <a:cxnLst/>
              <a:rect l="l" t="t" r="r" b="b"/>
              <a:pathLst>
                <a:path w="453" h="302" extrusionOk="0">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7"/>
            <p:cNvSpPr/>
            <p:nvPr/>
          </p:nvSpPr>
          <p:spPr>
            <a:xfrm>
              <a:off x="6524950" y="3139025"/>
              <a:ext cx="11300" cy="7550"/>
            </a:xfrm>
            <a:custGeom>
              <a:avLst/>
              <a:gdLst/>
              <a:ahLst/>
              <a:cxnLst/>
              <a:rect l="l" t="t" r="r" b="b"/>
              <a:pathLst>
                <a:path w="452" h="302" extrusionOk="0">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7"/>
            <p:cNvSpPr/>
            <p:nvPr/>
          </p:nvSpPr>
          <p:spPr>
            <a:xfrm>
              <a:off x="6217500" y="3088625"/>
              <a:ext cx="349000" cy="297025"/>
            </a:xfrm>
            <a:custGeom>
              <a:avLst/>
              <a:gdLst/>
              <a:ahLst/>
              <a:cxnLst/>
              <a:rect l="l" t="t" r="r" b="b"/>
              <a:pathLst>
                <a:path w="13960" h="11881" extrusionOk="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7"/>
            <p:cNvSpPr/>
            <p:nvPr/>
          </p:nvSpPr>
          <p:spPr>
            <a:xfrm>
              <a:off x="6274900" y="3185575"/>
              <a:ext cx="233425" cy="79900"/>
            </a:xfrm>
            <a:custGeom>
              <a:avLst/>
              <a:gdLst/>
              <a:ahLst/>
              <a:cxnLst/>
              <a:rect l="l" t="t" r="r" b="b"/>
              <a:pathLst>
                <a:path w="9337" h="3196" extrusionOk="0">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7"/>
            <p:cNvSpPr/>
            <p:nvPr/>
          </p:nvSpPr>
          <p:spPr>
            <a:xfrm>
              <a:off x="6274900" y="3279400"/>
              <a:ext cx="233425" cy="80675"/>
            </a:xfrm>
            <a:custGeom>
              <a:avLst/>
              <a:gdLst/>
              <a:ahLst/>
              <a:cxnLst/>
              <a:rect l="l" t="t" r="r" b="b"/>
              <a:pathLst>
                <a:path w="9337" h="3227" extrusionOk="0">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7"/>
            <p:cNvSpPr/>
            <p:nvPr/>
          </p:nvSpPr>
          <p:spPr>
            <a:xfrm>
              <a:off x="6447050" y="3297225"/>
              <a:ext cx="38800" cy="45000"/>
            </a:xfrm>
            <a:custGeom>
              <a:avLst/>
              <a:gdLst/>
              <a:ahLst/>
              <a:cxnLst/>
              <a:rect l="l" t="t" r="r" b="b"/>
              <a:pathLst>
                <a:path w="1552" h="1800" extrusionOk="0">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7"/>
            <p:cNvSpPr/>
            <p:nvPr/>
          </p:nvSpPr>
          <p:spPr>
            <a:xfrm>
              <a:off x="6285750" y="3202125"/>
              <a:ext cx="59975" cy="45500"/>
            </a:xfrm>
            <a:custGeom>
              <a:avLst/>
              <a:gdLst/>
              <a:ahLst/>
              <a:cxnLst/>
              <a:rect l="l" t="t" r="r" b="b"/>
              <a:pathLst>
                <a:path w="2399" h="1820" extrusionOk="0">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7"/>
            <p:cNvSpPr/>
            <p:nvPr/>
          </p:nvSpPr>
          <p:spPr>
            <a:xfrm>
              <a:off x="6371825" y="3208825"/>
              <a:ext cx="113250" cy="10100"/>
            </a:xfrm>
            <a:custGeom>
              <a:avLst/>
              <a:gdLst/>
              <a:ahLst/>
              <a:cxnLst/>
              <a:rect l="l" t="t" r="r" b="b"/>
              <a:pathLst>
                <a:path w="4530" h="404" extrusionOk="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7"/>
            <p:cNvSpPr/>
            <p:nvPr/>
          </p:nvSpPr>
          <p:spPr>
            <a:xfrm>
              <a:off x="6371825" y="3232100"/>
              <a:ext cx="40350" cy="10100"/>
            </a:xfrm>
            <a:custGeom>
              <a:avLst/>
              <a:gdLst/>
              <a:ahLst/>
              <a:cxnLst/>
              <a:rect l="l" t="t" r="r" b="b"/>
              <a:pathLst>
                <a:path w="1614" h="404" extrusionOk="0">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7"/>
            <p:cNvSpPr/>
            <p:nvPr/>
          </p:nvSpPr>
          <p:spPr>
            <a:xfrm>
              <a:off x="6299875" y="3304175"/>
              <a:ext cx="111350" cy="10175"/>
            </a:xfrm>
            <a:custGeom>
              <a:avLst/>
              <a:gdLst/>
              <a:ahLst/>
              <a:cxnLst/>
              <a:rect l="l" t="t" r="r" b="b"/>
              <a:pathLst>
                <a:path w="4454" h="407" extrusionOk="0">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7"/>
            <p:cNvSpPr/>
            <p:nvPr/>
          </p:nvSpPr>
          <p:spPr>
            <a:xfrm>
              <a:off x="6374150" y="3327475"/>
              <a:ext cx="37250" cy="10100"/>
            </a:xfrm>
            <a:custGeom>
              <a:avLst/>
              <a:gdLst/>
              <a:ahLst/>
              <a:cxnLst/>
              <a:rect l="l" t="t" r="r" b="b"/>
              <a:pathLst>
                <a:path w="1490" h="404" extrusionOk="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3" name="Google Shape;15363;p87"/>
          <p:cNvGrpSpPr/>
          <p:nvPr/>
        </p:nvGrpSpPr>
        <p:grpSpPr>
          <a:xfrm>
            <a:off x="7826378" y="2974929"/>
            <a:ext cx="186925" cy="348975"/>
            <a:chOff x="7051925" y="1923875"/>
            <a:chExt cx="186925" cy="348975"/>
          </a:xfrm>
        </p:grpSpPr>
        <p:sp>
          <p:nvSpPr>
            <p:cNvPr id="15364" name="Google Shape;15364;p87"/>
            <p:cNvSpPr/>
            <p:nvPr/>
          </p:nvSpPr>
          <p:spPr>
            <a:xfrm>
              <a:off x="7051925" y="1923875"/>
              <a:ext cx="186925" cy="348975"/>
            </a:xfrm>
            <a:custGeom>
              <a:avLst/>
              <a:gdLst/>
              <a:ahLst/>
              <a:cxnLst/>
              <a:rect l="l" t="t" r="r" b="b"/>
              <a:pathLst>
                <a:path w="7477" h="13959" extrusionOk="0">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7"/>
            <p:cNvSpPr/>
            <p:nvPr/>
          </p:nvSpPr>
          <p:spPr>
            <a:xfrm>
              <a:off x="7082175" y="1992875"/>
              <a:ext cx="126425" cy="216775"/>
            </a:xfrm>
            <a:custGeom>
              <a:avLst/>
              <a:gdLst/>
              <a:ahLst/>
              <a:cxnLst/>
              <a:rect l="l" t="t" r="r" b="b"/>
              <a:pathLst>
                <a:path w="5057" h="8671" extrusionOk="0">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7"/>
            <p:cNvSpPr/>
            <p:nvPr/>
          </p:nvSpPr>
          <p:spPr>
            <a:xfrm>
              <a:off x="7106975" y="2021575"/>
              <a:ext cx="39575" cy="10875"/>
            </a:xfrm>
            <a:custGeom>
              <a:avLst/>
              <a:gdLst/>
              <a:ahLst/>
              <a:cxnLst/>
              <a:rect l="l" t="t" r="r" b="b"/>
              <a:pathLst>
                <a:path w="1583" h="435" extrusionOk="0">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7"/>
            <p:cNvSpPr/>
            <p:nvPr/>
          </p:nvSpPr>
          <p:spPr>
            <a:xfrm>
              <a:off x="7106975" y="2044825"/>
              <a:ext cx="76800" cy="10125"/>
            </a:xfrm>
            <a:custGeom>
              <a:avLst/>
              <a:gdLst/>
              <a:ahLst/>
              <a:cxnLst/>
              <a:rect l="l" t="t" r="r" b="b"/>
              <a:pathLst>
                <a:path w="3072" h="405" extrusionOk="0">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7"/>
            <p:cNvSpPr/>
            <p:nvPr/>
          </p:nvSpPr>
          <p:spPr>
            <a:xfrm>
              <a:off x="7108525" y="2067325"/>
              <a:ext cx="73700" cy="10100"/>
            </a:xfrm>
            <a:custGeom>
              <a:avLst/>
              <a:gdLst/>
              <a:ahLst/>
              <a:cxnLst/>
              <a:rect l="l" t="t" r="r" b="b"/>
              <a:pathLst>
                <a:path w="2948" h="404" extrusionOk="0">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7"/>
            <p:cNvSpPr/>
            <p:nvPr/>
          </p:nvSpPr>
          <p:spPr>
            <a:xfrm>
              <a:off x="7107950" y="2089775"/>
              <a:ext cx="74850" cy="10175"/>
            </a:xfrm>
            <a:custGeom>
              <a:avLst/>
              <a:gdLst/>
              <a:ahLst/>
              <a:cxnLst/>
              <a:rect l="l" t="t" r="r" b="b"/>
              <a:pathLst>
                <a:path w="2994" h="407" extrusionOk="0">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7"/>
            <p:cNvSpPr/>
            <p:nvPr/>
          </p:nvSpPr>
          <p:spPr>
            <a:xfrm>
              <a:off x="7107950" y="2112950"/>
              <a:ext cx="74875" cy="10275"/>
            </a:xfrm>
            <a:custGeom>
              <a:avLst/>
              <a:gdLst/>
              <a:ahLst/>
              <a:cxnLst/>
              <a:rect l="l" t="t" r="r" b="b"/>
              <a:pathLst>
                <a:path w="2995" h="411" extrusionOk="0">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87"/>
          <p:cNvGrpSpPr/>
          <p:nvPr/>
        </p:nvGrpSpPr>
        <p:grpSpPr>
          <a:xfrm>
            <a:off x="7009895" y="3006691"/>
            <a:ext cx="348225" cy="285450"/>
            <a:chOff x="5452875" y="3094050"/>
            <a:chExt cx="348225" cy="285450"/>
          </a:xfrm>
        </p:grpSpPr>
        <p:sp>
          <p:nvSpPr>
            <p:cNvPr id="15372" name="Google Shape;15372;p87"/>
            <p:cNvSpPr/>
            <p:nvPr/>
          </p:nvSpPr>
          <p:spPr>
            <a:xfrm>
              <a:off x="5452875" y="3094050"/>
              <a:ext cx="348225" cy="285450"/>
            </a:xfrm>
            <a:custGeom>
              <a:avLst/>
              <a:gdLst/>
              <a:ahLst/>
              <a:cxnLst/>
              <a:rect l="l" t="t" r="r" b="b"/>
              <a:pathLst>
                <a:path w="13929" h="11418" extrusionOk="0">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7"/>
            <p:cNvSpPr/>
            <p:nvPr/>
          </p:nvSpPr>
          <p:spPr>
            <a:xfrm>
              <a:off x="5483125" y="3132025"/>
              <a:ext cx="51975" cy="44250"/>
            </a:xfrm>
            <a:custGeom>
              <a:avLst/>
              <a:gdLst/>
              <a:ahLst/>
              <a:cxnLst/>
              <a:rect l="l" t="t" r="r" b="b"/>
              <a:pathLst>
                <a:path w="2079" h="1770" extrusionOk="0">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7"/>
            <p:cNvSpPr/>
            <p:nvPr/>
          </p:nvSpPr>
          <p:spPr>
            <a:xfrm>
              <a:off x="5487000" y="3231325"/>
              <a:ext cx="65175" cy="34925"/>
            </a:xfrm>
            <a:custGeom>
              <a:avLst/>
              <a:gdLst/>
              <a:ahLst/>
              <a:cxnLst/>
              <a:rect l="l" t="t" r="r" b="b"/>
              <a:pathLst>
                <a:path w="2607" h="1397" extrusionOk="0">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7"/>
            <p:cNvSpPr/>
            <p:nvPr/>
          </p:nvSpPr>
          <p:spPr>
            <a:xfrm>
              <a:off x="5555725" y="3231275"/>
              <a:ext cx="71175" cy="35000"/>
            </a:xfrm>
            <a:custGeom>
              <a:avLst/>
              <a:gdLst/>
              <a:ahLst/>
              <a:cxnLst/>
              <a:rect l="l" t="t" r="r" b="b"/>
              <a:pathLst>
                <a:path w="2847" h="1400" extrusionOk="0">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7"/>
            <p:cNvSpPr/>
            <p:nvPr/>
          </p:nvSpPr>
          <p:spPr>
            <a:xfrm>
              <a:off x="5627825" y="3231275"/>
              <a:ext cx="67800" cy="35000"/>
            </a:xfrm>
            <a:custGeom>
              <a:avLst/>
              <a:gdLst/>
              <a:ahLst/>
              <a:cxnLst/>
              <a:rect l="l" t="t" r="r" b="b"/>
              <a:pathLst>
                <a:path w="2712" h="1400" extrusionOk="0">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7"/>
            <p:cNvSpPr/>
            <p:nvPr/>
          </p:nvSpPr>
          <p:spPr>
            <a:xfrm>
              <a:off x="5594025" y="3126625"/>
              <a:ext cx="174500" cy="10100"/>
            </a:xfrm>
            <a:custGeom>
              <a:avLst/>
              <a:gdLst/>
              <a:ahLst/>
              <a:cxnLst/>
              <a:rect l="l" t="t" r="r" b="b"/>
              <a:pathLst>
                <a:path w="6980" h="404" extrusionOk="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7"/>
            <p:cNvSpPr/>
            <p:nvPr/>
          </p:nvSpPr>
          <p:spPr>
            <a:xfrm>
              <a:off x="5595575" y="3149900"/>
              <a:ext cx="171400" cy="10100"/>
            </a:xfrm>
            <a:custGeom>
              <a:avLst/>
              <a:gdLst/>
              <a:ahLst/>
              <a:cxnLst/>
              <a:rect l="l" t="t" r="r" b="b"/>
              <a:pathLst>
                <a:path w="6856" h="404" extrusionOk="0">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7"/>
            <p:cNvSpPr/>
            <p:nvPr/>
          </p:nvSpPr>
          <p:spPr>
            <a:xfrm>
              <a:off x="5594025" y="3173150"/>
              <a:ext cx="59725" cy="10900"/>
            </a:xfrm>
            <a:custGeom>
              <a:avLst/>
              <a:gdLst/>
              <a:ahLst/>
              <a:cxnLst/>
              <a:rect l="l" t="t" r="r" b="b"/>
              <a:pathLst>
                <a:path w="2389" h="436" extrusionOk="0">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7"/>
          <p:cNvGrpSpPr/>
          <p:nvPr/>
        </p:nvGrpSpPr>
        <p:grpSpPr>
          <a:xfrm>
            <a:off x="7009508" y="2483386"/>
            <a:ext cx="349000" cy="297025"/>
            <a:chOff x="6971275" y="3088625"/>
            <a:chExt cx="349000" cy="297025"/>
          </a:xfrm>
        </p:grpSpPr>
        <p:sp>
          <p:nvSpPr>
            <p:cNvPr id="15381" name="Google Shape;15381;p87"/>
            <p:cNvSpPr/>
            <p:nvPr/>
          </p:nvSpPr>
          <p:spPr>
            <a:xfrm>
              <a:off x="7055025" y="3176525"/>
              <a:ext cx="199325" cy="185100"/>
            </a:xfrm>
            <a:custGeom>
              <a:avLst/>
              <a:gdLst/>
              <a:ahLst/>
              <a:cxnLst/>
              <a:rect l="l" t="t" r="r" b="b"/>
              <a:pathLst>
                <a:path w="7973" h="7404" extrusionOk="0">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7"/>
            <p:cNvSpPr/>
            <p:nvPr/>
          </p:nvSpPr>
          <p:spPr>
            <a:xfrm>
              <a:off x="7081400" y="3218900"/>
              <a:ext cx="45000" cy="10125"/>
            </a:xfrm>
            <a:custGeom>
              <a:avLst/>
              <a:gdLst/>
              <a:ahLst/>
              <a:cxnLst/>
              <a:rect l="l" t="t" r="r" b="b"/>
              <a:pathLst>
                <a:path w="1800" h="405" extrusionOk="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7"/>
            <p:cNvSpPr/>
            <p:nvPr/>
          </p:nvSpPr>
          <p:spPr>
            <a:xfrm>
              <a:off x="7082950" y="3242950"/>
              <a:ext cx="118675" cy="10875"/>
            </a:xfrm>
            <a:custGeom>
              <a:avLst/>
              <a:gdLst/>
              <a:ahLst/>
              <a:cxnLst/>
              <a:rect l="l" t="t" r="r" b="b"/>
              <a:pathLst>
                <a:path w="4747" h="435" extrusionOk="0">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7"/>
            <p:cNvSpPr/>
            <p:nvPr/>
          </p:nvSpPr>
          <p:spPr>
            <a:xfrm>
              <a:off x="7081400" y="3267775"/>
              <a:ext cx="121775" cy="10100"/>
            </a:xfrm>
            <a:custGeom>
              <a:avLst/>
              <a:gdLst/>
              <a:ahLst/>
              <a:cxnLst/>
              <a:rect l="l" t="t" r="r" b="b"/>
              <a:pathLst>
                <a:path w="4871" h="404" extrusionOk="0">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7"/>
            <p:cNvSpPr/>
            <p:nvPr/>
          </p:nvSpPr>
          <p:spPr>
            <a:xfrm>
              <a:off x="7082475" y="3291550"/>
              <a:ext cx="119600" cy="10475"/>
            </a:xfrm>
            <a:custGeom>
              <a:avLst/>
              <a:gdLst/>
              <a:ahLst/>
              <a:cxnLst/>
              <a:rect l="l" t="t" r="r" b="b"/>
              <a:pathLst>
                <a:path w="4784" h="419" extrusionOk="0">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7"/>
            <p:cNvSpPr/>
            <p:nvPr/>
          </p:nvSpPr>
          <p:spPr>
            <a:xfrm>
              <a:off x="6971275" y="3088625"/>
              <a:ext cx="349000" cy="297025"/>
            </a:xfrm>
            <a:custGeom>
              <a:avLst/>
              <a:gdLst/>
              <a:ahLst/>
              <a:cxnLst/>
              <a:rect l="l" t="t" r="r" b="b"/>
              <a:pathLst>
                <a:path w="13960" h="11881" extrusionOk="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7"/>
            <p:cNvSpPr/>
            <p:nvPr/>
          </p:nvSpPr>
          <p:spPr>
            <a:xfrm>
              <a:off x="7236425" y="3139000"/>
              <a:ext cx="10950" cy="7475"/>
            </a:xfrm>
            <a:custGeom>
              <a:avLst/>
              <a:gdLst/>
              <a:ahLst/>
              <a:cxnLst/>
              <a:rect l="l" t="t" r="r" b="b"/>
              <a:pathLst>
                <a:path w="438" h="299" extrusionOk="0">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7"/>
            <p:cNvSpPr/>
            <p:nvPr/>
          </p:nvSpPr>
          <p:spPr>
            <a:xfrm>
              <a:off x="7257550" y="3139000"/>
              <a:ext cx="10750" cy="7475"/>
            </a:xfrm>
            <a:custGeom>
              <a:avLst/>
              <a:gdLst/>
              <a:ahLst/>
              <a:cxnLst/>
              <a:rect l="l" t="t" r="r" b="b"/>
              <a:pathLst>
                <a:path w="430" h="299" extrusionOk="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7"/>
            <p:cNvSpPr/>
            <p:nvPr/>
          </p:nvSpPr>
          <p:spPr>
            <a:xfrm>
              <a:off x="7278125" y="3139025"/>
              <a:ext cx="11900" cy="7550"/>
            </a:xfrm>
            <a:custGeom>
              <a:avLst/>
              <a:gdLst/>
              <a:ahLst/>
              <a:cxnLst/>
              <a:rect l="l" t="t" r="r" b="b"/>
              <a:pathLst>
                <a:path w="476" h="302" extrusionOk="0">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87"/>
          <p:cNvGrpSpPr/>
          <p:nvPr/>
        </p:nvGrpSpPr>
        <p:grpSpPr>
          <a:xfrm>
            <a:off x="6286395" y="2974916"/>
            <a:ext cx="326500" cy="349000"/>
            <a:chOff x="6982900" y="2492275"/>
            <a:chExt cx="326500" cy="349000"/>
          </a:xfrm>
        </p:grpSpPr>
        <p:sp>
          <p:nvSpPr>
            <p:cNvPr id="15391" name="Google Shape;15391;p87"/>
            <p:cNvSpPr/>
            <p:nvPr/>
          </p:nvSpPr>
          <p:spPr>
            <a:xfrm>
              <a:off x="6983675" y="2682275"/>
              <a:ext cx="228025" cy="159000"/>
            </a:xfrm>
            <a:custGeom>
              <a:avLst/>
              <a:gdLst/>
              <a:ahLst/>
              <a:cxnLst/>
              <a:rect l="l" t="t" r="r" b="b"/>
              <a:pathLst>
                <a:path w="9121" h="6360" extrusionOk="0">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7"/>
            <p:cNvSpPr/>
            <p:nvPr/>
          </p:nvSpPr>
          <p:spPr>
            <a:xfrm>
              <a:off x="6982900" y="2492275"/>
              <a:ext cx="326500" cy="349000"/>
            </a:xfrm>
            <a:custGeom>
              <a:avLst/>
              <a:gdLst/>
              <a:ahLst/>
              <a:cxnLst/>
              <a:rect l="l" t="t" r="r" b="b"/>
              <a:pathLst>
                <a:path w="13060" h="13960" extrusionOk="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7"/>
            <p:cNvSpPr/>
            <p:nvPr/>
          </p:nvSpPr>
          <p:spPr>
            <a:xfrm>
              <a:off x="7009275" y="2704775"/>
              <a:ext cx="31050" cy="31025"/>
            </a:xfrm>
            <a:custGeom>
              <a:avLst/>
              <a:gdLst/>
              <a:ahLst/>
              <a:cxnLst/>
              <a:rect l="l" t="t" r="r" b="b"/>
              <a:pathLst>
                <a:path w="1242" h="1241" extrusionOk="0">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7"/>
            <p:cNvSpPr/>
            <p:nvPr/>
          </p:nvSpPr>
          <p:spPr>
            <a:xfrm>
              <a:off x="7049600" y="2704775"/>
              <a:ext cx="31050" cy="31025"/>
            </a:xfrm>
            <a:custGeom>
              <a:avLst/>
              <a:gdLst/>
              <a:ahLst/>
              <a:cxnLst/>
              <a:rect l="l" t="t" r="r" b="b"/>
              <a:pathLst>
                <a:path w="1242" h="1241" extrusionOk="0">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7"/>
            <p:cNvSpPr/>
            <p:nvPr/>
          </p:nvSpPr>
          <p:spPr>
            <a:xfrm>
              <a:off x="7089925"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7"/>
            <p:cNvSpPr/>
            <p:nvPr/>
          </p:nvSpPr>
          <p:spPr>
            <a:xfrm>
              <a:off x="7130250" y="2705550"/>
              <a:ext cx="31050" cy="30250"/>
            </a:xfrm>
            <a:custGeom>
              <a:avLst/>
              <a:gdLst/>
              <a:ahLst/>
              <a:cxnLst/>
              <a:rect l="l" t="t" r="r" b="b"/>
              <a:pathLst>
                <a:path w="1242" h="1210" extrusionOk="0">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7"/>
            <p:cNvSpPr/>
            <p:nvPr/>
          </p:nvSpPr>
          <p:spPr>
            <a:xfrm>
              <a:off x="7171350" y="2705550"/>
              <a:ext cx="30275" cy="30250"/>
            </a:xfrm>
            <a:custGeom>
              <a:avLst/>
              <a:gdLst/>
              <a:ahLst/>
              <a:cxnLst/>
              <a:rect l="l" t="t" r="r" b="b"/>
              <a:pathLst>
                <a:path w="1211" h="1210" extrusionOk="0">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7"/>
            <p:cNvSpPr/>
            <p:nvPr/>
          </p:nvSpPr>
          <p:spPr>
            <a:xfrm>
              <a:off x="7211675" y="2704775"/>
              <a:ext cx="31050" cy="31025"/>
            </a:xfrm>
            <a:custGeom>
              <a:avLst/>
              <a:gdLst/>
              <a:ahLst/>
              <a:cxnLst/>
              <a:rect l="l" t="t" r="r" b="b"/>
              <a:pathLst>
                <a:path w="1242" h="1241" extrusionOk="0">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7"/>
            <p:cNvSpPr/>
            <p:nvPr/>
          </p:nvSpPr>
          <p:spPr>
            <a:xfrm>
              <a:off x="7252000"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7"/>
            <p:cNvSpPr/>
            <p:nvPr/>
          </p:nvSpPr>
          <p:spPr>
            <a:xfrm>
              <a:off x="7009275" y="2745875"/>
              <a:ext cx="31050" cy="31025"/>
            </a:xfrm>
            <a:custGeom>
              <a:avLst/>
              <a:gdLst/>
              <a:ahLst/>
              <a:cxnLst/>
              <a:rect l="l" t="t" r="r" b="b"/>
              <a:pathLst>
                <a:path w="1242" h="1241" extrusionOk="0">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7"/>
            <p:cNvSpPr/>
            <p:nvPr/>
          </p:nvSpPr>
          <p:spPr>
            <a:xfrm>
              <a:off x="7048825" y="2745875"/>
              <a:ext cx="31825" cy="31025"/>
            </a:xfrm>
            <a:custGeom>
              <a:avLst/>
              <a:gdLst/>
              <a:ahLst/>
              <a:cxnLst/>
              <a:rect l="l" t="t" r="r" b="b"/>
              <a:pathLst>
                <a:path w="1273" h="1241" extrusionOk="0">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7"/>
            <p:cNvSpPr/>
            <p:nvPr/>
          </p:nvSpPr>
          <p:spPr>
            <a:xfrm>
              <a:off x="7089925" y="2746575"/>
              <a:ext cx="30275" cy="30325"/>
            </a:xfrm>
            <a:custGeom>
              <a:avLst/>
              <a:gdLst/>
              <a:ahLst/>
              <a:cxnLst/>
              <a:rect l="l" t="t" r="r" b="b"/>
              <a:pathLst>
                <a:path w="1211" h="1213" extrusionOk="0">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7"/>
            <p:cNvSpPr/>
            <p:nvPr/>
          </p:nvSpPr>
          <p:spPr>
            <a:xfrm>
              <a:off x="7130250" y="2746575"/>
              <a:ext cx="31050" cy="30325"/>
            </a:xfrm>
            <a:custGeom>
              <a:avLst/>
              <a:gdLst/>
              <a:ahLst/>
              <a:cxnLst/>
              <a:rect l="l" t="t" r="r" b="b"/>
              <a:pathLst>
                <a:path w="1242" h="1213" extrusionOk="0">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7"/>
            <p:cNvSpPr/>
            <p:nvPr/>
          </p:nvSpPr>
          <p:spPr>
            <a:xfrm>
              <a:off x="7170575" y="2746575"/>
              <a:ext cx="31050" cy="30325"/>
            </a:xfrm>
            <a:custGeom>
              <a:avLst/>
              <a:gdLst/>
              <a:ahLst/>
              <a:cxnLst/>
              <a:rect l="l" t="t" r="r" b="b"/>
              <a:pathLst>
                <a:path w="1242" h="1213" extrusionOk="0">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7"/>
            <p:cNvSpPr/>
            <p:nvPr/>
          </p:nvSpPr>
          <p:spPr>
            <a:xfrm>
              <a:off x="7211675" y="2745875"/>
              <a:ext cx="31050" cy="31025"/>
            </a:xfrm>
            <a:custGeom>
              <a:avLst/>
              <a:gdLst/>
              <a:ahLst/>
              <a:cxnLst/>
              <a:rect l="l" t="t" r="r" b="b"/>
              <a:pathLst>
                <a:path w="1242" h="1241" extrusionOk="0">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7"/>
            <p:cNvSpPr/>
            <p:nvPr/>
          </p:nvSpPr>
          <p:spPr>
            <a:xfrm>
              <a:off x="7252000" y="2746550"/>
              <a:ext cx="30275" cy="30350"/>
            </a:xfrm>
            <a:custGeom>
              <a:avLst/>
              <a:gdLst/>
              <a:ahLst/>
              <a:cxnLst/>
              <a:rect l="l" t="t" r="r" b="b"/>
              <a:pathLst>
                <a:path w="1211" h="1214" extrusionOk="0">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7"/>
            <p:cNvSpPr/>
            <p:nvPr/>
          </p:nvSpPr>
          <p:spPr>
            <a:xfrm>
              <a:off x="7008500" y="2786875"/>
              <a:ext cx="31050" cy="30350"/>
            </a:xfrm>
            <a:custGeom>
              <a:avLst/>
              <a:gdLst/>
              <a:ahLst/>
              <a:cxnLst/>
              <a:rect l="l" t="t" r="r" b="b"/>
              <a:pathLst>
                <a:path w="1242" h="1214" extrusionOk="0">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7"/>
            <p:cNvSpPr/>
            <p:nvPr/>
          </p:nvSpPr>
          <p:spPr>
            <a:xfrm>
              <a:off x="7049600" y="2786875"/>
              <a:ext cx="31050" cy="29575"/>
            </a:xfrm>
            <a:custGeom>
              <a:avLst/>
              <a:gdLst/>
              <a:ahLst/>
              <a:cxnLst/>
              <a:rect l="l" t="t" r="r" b="b"/>
              <a:pathLst>
                <a:path w="1242" h="1183" extrusionOk="0">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7"/>
            <p:cNvSpPr/>
            <p:nvPr/>
          </p:nvSpPr>
          <p:spPr>
            <a:xfrm>
              <a:off x="7089925" y="2786875"/>
              <a:ext cx="110925" cy="30350"/>
            </a:xfrm>
            <a:custGeom>
              <a:avLst/>
              <a:gdLst/>
              <a:ahLst/>
              <a:cxnLst/>
              <a:rect l="l" t="t" r="r" b="b"/>
              <a:pathLst>
                <a:path w="4437" h="1214" extrusionOk="0">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7"/>
            <p:cNvSpPr/>
            <p:nvPr/>
          </p:nvSpPr>
          <p:spPr>
            <a:xfrm>
              <a:off x="7211675" y="2786875"/>
              <a:ext cx="31050" cy="30350"/>
            </a:xfrm>
            <a:custGeom>
              <a:avLst/>
              <a:gdLst/>
              <a:ahLst/>
              <a:cxnLst/>
              <a:rect l="l" t="t" r="r" b="b"/>
              <a:pathLst>
                <a:path w="1242" h="1214" extrusionOk="0">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7"/>
            <p:cNvSpPr/>
            <p:nvPr/>
          </p:nvSpPr>
          <p:spPr>
            <a:xfrm>
              <a:off x="7252000" y="2786875"/>
              <a:ext cx="30275" cy="30350"/>
            </a:xfrm>
            <a:custGeom>
              <a:avLst/>
              <a:gdLst/>
              <a:ahLst/>
              <a:cxnLst/>
              <a:rect l="l" t="t" r="r" b="b"/>
              <a:pathLst>
                <a:path w="1211" h="1214" extrusionOk="0">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87"/>
          <p:cNvGrpSpPr/>
          <p:nvPr/>
        </p:nvGrpSpPr>
        <p:grpSpPr>
          <a:xfrm>
            <a:off x="5563054" y="2974791"/>
            <a:ext cx="239650" cy="349250"/>
            <a:chOff x="4775100" y="1923875"/>
            <a:chExt cx="239650" cy="349250"/>
          </a:xfrm>
        </p:grpSpPr>
        <p:sp>
          <p:nvSpPr>
            <p:cNvPr id="15413" name="Google Shape;15413;p87"/>
            <p:cNvSpPr/>
            <p:nvPr/>
          </p:nvSpPr>
          <p:spPr>
            <a:xfrm>
              <a:off x="4775100" y="1923875"/>
              <a:ext cx="239650" cy="349250"/>
            </a:xfrm>
            <a:custGeom>
              <a:avLst/>
              <a:gdLst/>
              <a:ahLst/>
              <a:cxnLst/>
              <a:rect l="l" t="t" r="r" b="b"/>
              <a:pathLst>
                <a:path w="9586" h="13970" extrusionOk="0">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7"/>
            <p:cNvSpPr/>
            <p:nvPr/>
          </p:nvSpPr>
          <p:spPr>
            <a:xfrm>
              <a:off x="4816200" y="1951775"/>
              <a:ext cx="63625" cy="10100"/>
            </a:xfrm>
            <a:custGeom>
              <a:avLst/>
              <a:gdLst/>
              <a:ahLst/>
              <a:cxnLst/>
              <a:rect l="l" t="t" r="r" b="b"/>
              <a:pathLst>
                <a:path w="2545" h="404"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7"/>
            <p:cNvSpPr/>
            <p:nvPr/>
          </p:nvSpPr>
          <p:spPr>
            <a:xfrm>
              <a:off x="4816200" y="1975050"/>
              <a:ext cx="63625" cy="10100"/>
            </a:xfrm>
            <a:custGeom>
              <a:avLst/>
              <a:gdLst/>
              <a:ahLst/>
              <a:cxnLst/>
              <a:rect l="l" t="t" r="r" b="b"/>
              <a:pathLst>
                <a:path w="2545" h="404" extrusionOk="0">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7"/>
            <p:cNvSpPr/>
            <p:nvPr/>
          </p:nvSpPr>
          <p:spPr>
            <a:xfrm>
              <a:off x="4816200" y="1998300"/>
              <a:ext cx="63625" cy="10125"/>
            </a:xfrm>
            <a:custGeom>
              <a:avLst/>
              <a:gdLst/>
              <a:ahLst/>
              <a:cxnLst/>
              <a:rect l="l" t="t" r="r" b="b"/>
              <a:pathLst>
                <a:path w="2545" h="405"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7"/>
            <p:cNvSpPr/>
            <p:nvPr/>
          </p:nvSpPr>
          <p:spPr>
            <a:xfrm>
              <a:off x="4817750" y="2021575"/>
              <a:ext cx="60525" cy="10100"/>
            </a:xfrm>
            <a:custGeom>
              <a:avLst/>
              <a:gdLst/>
              <a:ahLst/>
              <a:cxnLst/>
              <a:rect l="l" t="t" r="r" b="b"/>
              <a:pathLst>
                <a:path w="2421" h="404" extrusionOk="0">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7"/>
            <p:cNvSpPr/>
            <p:nvPr/>
          </p:nvSpPr>
          <p:spPr>
            <a:xfrm>
              <a:off x="4910825" y="1951775"/>
              <a:ext cx="63600" cy="10100"/>
            </a:xfrm>
            <a:custGeom>
              <a:avLst/>
              <a:gdLst/>
              <a:ahLst/>
              <a:cxnLst/>
              <a:rect l="l" t="t" r="r" b="b"/>
              <a:pathLst>
                <a:path w="2544" h="404"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7"/>
            <p:cNvSpPr/>
            <p:nvPr/>
          </p:nvSpPr>
          <p:spPr>
            <a:xfrm>
              <a:off x="4910825" y="1975050"/>
              <a:ext cx="63600" cy="10100"/>
            </a:xfrm>
            <a:custGeom>
              <a:avLst/>
              <a:gdLst/>
              <a:ahLst/>
              <a:cxnLst/>
              <a:rect l="l" t="t" r="r" b="b"/>
              <a:pathLst>
                <a:path w="2544" h="404" extrusionOk="0">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7"/>
            <p:cNvSpPr/>
            <p:nvPr/>
          </p:nvSpPr>
          <p:spPr>
            <a:xfrm>
              <a:off x="4910825" y="1998300"/>
              <a:ext cx="63600" cy="10125"/>
            </a:xfrm>
            <a:custGeom>
              <a:avLst/>
              <a:gdLst/>
              <a:ahLst/>
              <a:cxnLst/>
              <a:rect l="l" t="t" r="r" b="b"/>
              <a:pathLst>
                <a:path w="2544" h="405"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7"/>
            <p:cNvSpPr/>
            <p:nvPr/>
          </p:nvSpPr>
          <p:spPr>
            <a:xfrm>
              <a:off x="4912375" y="2021575"/>
              <a:ext cx="60500" cy="10100"/>
            </a:xfrm>
            <a:custGeom>
              <a:avLst/>
              <a:gdLst/>
              <a:ahLst/>
              <a:cxnLst/>
              <a:rect l="l" t="t" r="r" b="b"/>
              <a:pathLst>
                <a:path w="2420" h="404" extrusionOk="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7"/>
            <p:cNvSpPr/>
            <p:nvPr/>
          </p:nvSpPr>
          <p:spPr>
            <a:xfrm>
              <a:off x="4889100" y="2191400"/>
              <a:ext cx="10875" cy="13975"/>
            </a:xfrm>
            <a:custGeom>
              <a:avLst/>
              <a:gdLst/>
              <a:ahLst/>
              <a:cxnLst/>
              <a:rect l="l" t="t" r="r" b="b"/>
              <a:pathLst>
                <a:path w="435" h="559" extrusionOk="0">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87"/>
          <p:cNvGrpSpPr/>
          <p:nvPr/>
        </p:nvGrpSpPr>
        <p:grpSpPr>
          <a:xfrm>
            <a:off x="4725464" y="3006691"/>
            <a:ext cx="349000" cy="285450"/>
            <a:chOff x="4720050" y="3094050"/>
            <a:chExt cx="349000" cy="285450"/>
          </a:xfrm>
        </p:grpSpPr>
        <p:sp>
          <p:nvSpPr>
            <p:cNvPr id="15424" name="Google Shape;15424;p87"/>
            <p:cNvSpPr/>
            <p:nvPr/>
          </p:nvSpPr>
          <p:spPr>
            <a:xfrm>
              <a:off x="4783625" y="3198550"/>
              <a:ext cx="11675" cy="10300"/>
            </a:xfrm>
            <a:custGeom>
              <a:avLst/>
              <a:gdLst/>
              <a:ahLst/>
              <a:cxnLst/>
              <a:rect l="l" t="t" r="r" b="b"/>
              <a:pathLst>
                <a:path w="467" h="412" extrusionOk="0">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7"/>
            <p:cNvSpPr/>
            <p:nvPr/>
          </p:nvSpPr>
          <p:spPr>
            <a:xfrm>
              <a:off x="4720050" y="3094050"/>
              <a:ext cx="349000" cy="285450"/>
            </a:xfrm>
            <a:custGeom>
              <a:avLst/>
              <a:gdLst/>
              <a:ahLst/>
              <a:cxnLst/>
              <a:rect l="l" t="t" r="r" b="b"/>
              <a:pathLst>
                <a:path w="13960" h="11418" extrusionOk="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7"/>
            <p:cNvSpPr/>
            <p:nvPr/>
          </p:nvSpPr>
          <p:spPr>
            <a:xfrm>
              <a:off x="4784425" y="3215800"/>
              <a:ext cx="10100" cy="22325"/>
            </a:xfrm>
            <a:custGeom>
              <a:avLst/>
              <a:gdLst/>
              <a:ahLst/>
              <a:cxnLst/>
              <a:rect l="l" t="t" r="r" b="b"/>
              <a:pathLst>
                <a:path w="404" h="893" extrusionOk="0">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7"/>
            <p:cNvSpPr/>
            <p:nvPr/>
          </p:nvSpPr>
          <p:spPr>
            <a:xfrm>
              <a:off x="4851100" y="3180125"/>
              <a:ext cx="52750" cy="10900"/>
            </a:xfrm>
            <a:custGeom>
              <a:avLst/>
              <a:gdLst/>
              <a:ahLst/>
              <a:cxnLst/>
              <a:rect l="l" t="t" r="r" b="b"/>
              <a:pathLst>
                <a:path w="2110" h="436" extrusionOk="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7"/>
            <p:cNvSpPr/>
            <p:nvPr/>
          </p:nvSpPr>
          <p:spPr>
            <a:xfrm>
              <a:off x="4852650" y="3204175"/>
              <a:ext cx="138075" cy="10100"/>
            </a:xfrm>
            <a:custGeom>
              <a:avLst/>
              <a:gdLst/>
              <a:ahLst/>
              <a:cxnLst/>
              <a:rect l="l" t="t" r="r" b="b"/>
              <a:pathLst>
                <a:path w="5523" h="404" extrusionOk="0">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7"/>
            <p:cNvSpPr/>
            <p:nvPr/>
          </p:nvSpPr>
          <p:spPr>
            <a:xfrm>
              <a:off x="4852650" y="3225900"/>
              <a:ext cx="137300" cy="10100"/>
            </a:xfrm>
            <a:custGeom>
              <a:avLst/>
              <a:gdLst/>
              <a:ahLst/>
              <a:cxnLst/>
              <a:rect l="l" t="t" r="r" b="b"/>
              <a:pathLst>
                <a:path w="5492" h="404" extrusionOk="0">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7"/>
            <p:cNvSpPr/>
            <p:nvPr/>
          </p:nvSpPr>
          <p:spPr>
            <a:xfrm>
              <a:off x="4851100" y="3247600"/>
              <a:ext cx="140400" cy="10875"/>
            </a:xfrm>
            <a:custGeom>
              <a:avLst/>
              <a:gdLst/>
              <a:ahLst/>
              <a:cxnLst/>
              <a:rect l="l" t="t" r="r" b="b"/>
              <a:pathLst>
                <a:path w="5616" h="435" extrusionOk="0">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87"/>
          <p:cNvGrpSpPr/>
          <p:nvPr/>
        </p:nvGrpSpPr>
        <p:grpSpPr>
          <a:xfrm>
            <a:off x="3227595" y="3006691"/>
            <a:ext cx="349000" cy="285450"/>
            <a:chOff x="3195450" y="3094050"/>
            <a:chExt cx="349000" cy="285450"/>
          </a:xfrm>
        </p:grpSpPr>
        <p:sp>
          <p:nvSpPr>
            <p:cNvPr id="15432" name="Google Shape;15432;p87"/>
            <p:cNvSpPr/>
            <p:nvPr/>
          </p:nvSpPr>
          <p:spPr>
            <a:xfrm>
              <a:off x="3392175" y="3132825"/>
              <a:ext cx="11900" cy="7550"/>
            </a:xfrm>
            <a:custGeom>
              <a:avLst/>
              <a:gdLst/>
              <a:ahLst/>
              <a:cxnLst/>
              <a:rect l="l" t="t" r="r" b="b"/>
              <a:pathLst>
                <a:path w="476" h="302" extrusionOk="0">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7"/>
            <p:cNvSpPr/>
            <p:nvPr/>
          </p:nvSpPr>
          <p:spPr>
            <a:xfrm>
              <a:off x="3392025" y="3179350"/>
              <a:ext cx="12050" cy="7900"/>
            </a:xfrm>
            <a:custGeom>
              <a:avLst/>
              <a:gdLst/>
              <a:ahLst/>
              <a:cxnLst/>
              <a:rect l="l" t="t" r="r" b="b"/>
              <a:pathLst>
                <a:path w="482" h="316" extrusionOk="0">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7"/>
            <p:cNvSpPr/>
            <p:nvPr/>
          </p:nvSpPr>
          <p:spPr>
            <a:xfrm>
              <a:off x="3392175" y="3226675"/>
              <a:ext cx="11900" cy="7550"/>
            </a:xfrm>
            <a:custGeom>
              <a:avLst/>
              <a:gdLst/>
              <a:ahLst/>
              <a:cxnLst/>
              <a:rect l="l" t="t" r="r" b="b"/>
              <a:pathLst>
                <a:path w="476" h="302" extrusionOk="0">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7"/>
            <p:cNvSpPr/>
            <p:nvPr/>
          </p:nvSpPr>
          <p:spPr>
            <a:xfrm>
              <a:off x="3195450" y="3094050"/>
              <a:ext cx="349000" cy="285450"/>
            </a:xfrm>
            <a:custGeom>
              <a:avLst/>
              <a:gdLst/>
              <a:ahLst/>
              <a:cxnLst/>
              <a:rect l="l" t="t" r="r" b="b"/>
              <a:pathLst>
                <a:path w="13960" h="11418" extrusionOk="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7"/>
            <p:cNvSpPr/>
            <p:nvPr/>
          </p:nvSpPr>
          <p:spPr>
            <a:xfrm>
              <a:off x="3411800" y="3132825"/>
              <a:ext cx="103175" cy="10125"/>
            </a:xfrm>
            <a:custGeom>
              <a:avLst/>
              <a:gdLst/>
              <a:ahLst/>
              <a:cxnLst/>
              <a:rect l="l" t="t" r="r" b="b"/>
              <a:pathLst>
                <a:path w="4127" h="405" extrusionOk="0">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7"/>
            <p:cNvSpPr/>
            <p:nvPr/>
          </p:nvSpPr>
          <p:spPr>
            <a:xfrm>
              <a:off x="3413350" y="3153000"/>
              <a:ext cx="55100" cy="10100"/>
            </a:xfrm>
            <a:custGeom>
              <a:avLst/>
              <a:gdLst/>
              <a:ahLst/>
              <a:cxnLst/>
              <a:rect l="l" t="t" r="r" b="b"/>
              <a:pathLst>
                <a:path w="2204" h="404" extrusionOk="0">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7"/>
            <p:cNvSpPr/>
            <p:nvPr/>
          </p:nvSpPr>
          <p:spPr>
            <a:xfrm>
              <a:off x="3413350" y="3178575"/>
              <a:ext cx="100075" cy="10125"/>
            </a:xfrm>
            <a:custGeom>
              <a:avLst/>
              <a:gdLst/>
              <a:ahLst/>
              <a:cxnLst/>
              <a:rect l="l" t="t" r="r" b="b"/>
              <a:pathLst>
                <a:path w="4003" h="405" extrusionOk="0">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7"/>
            <p:cNvSpPr/>
            <p:nvPr/>
          </p:nvSpPr>
          <p:spPr>
            <a:xfrm>
              <a:off x="3411800" y="3198750"/>
              <a:ext cx="58200" cy="10875"/>
            </a:xfrm>
            <a:custGeom>
              <a:avLst/>
              <a:gdLst/>
              <a:ahLst/>
              <a:cxnLst/>
              <a:rect l="l" t="t" r="r" b="b"/>
              <a:pathLst>
                <a:path w="2328" h="435" extrusionOk="0">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7"/>
            <p:cNvSpPr/>
            <p:nvPr/>
          </p:nvSpPr>
          <p:spPr>
            <a:xfrm>
              <a:off x="3413350" y="3225125"/>
              <a:ext cx="100075" cy="10100"/>
            </a:xfrm>
            <a:custGeom>
              <a:avLst/>
              <a:gdLst/>
              <a:ahLst/>
              <a:cxnLst/>
              <a:rect l="l" t="t" r="r" b="b"/>
              <a:pathLst>
                <a:path w="4003" h="404" extrusionOk="0">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7"/>
            <p:cNvSpPr/>
            <p:nvPr/>
          </p:nvSpPr>
          <p:spPr>
            <a:xfrm>
              <a:off x="3413350" y="3245275"/>
              <a:ext cx="55100" cy="10100"/>
            </a:xfrm>
            <a:custGeom>
              <a:avLst/>
              <a:gdLst/>
              <a:ahLst/>
              <a:cxnLst/>
              <a:rect l="l" t="t" r="r" b="b"/>
              <a:pathLst>
                <a:path w="2204" h="404" extrusionOk="0">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87"/>
          <p:cNvGrpSpPr/>
          <p:nvPr/>
        </p:nvGrpSpPr>
        <p:grpSpPr>
          <a:xfrm>
            <a:off x="2440773" y="2976079"/>
            <a:ext cx="349775" cy="346675"/>
            <a:chOff x="2443225" y="3063825"/>
            <a:chExt cx="349775" cy="346675"/>
          </a:xfrm>
        </p:grpSpPr>
        <p:sp>
          <p:nvSpPr>
            <p:cNvPr id="15443" name="Google Shape;15443;p87"/>
            <p:cNvSpPr/>
            <p:nvPr/>
          </p:nvSpPr>
          <p:spPr>
            <a:xfrm>
              <a:off x="2477350" y="3319725"/>
              <a:ext cx="281525" cy="90775"/>
            </a:xfrm>
            <a:custGeom>
              <a:avLst/>
              <a:gdLst/>
              <a:ahLst/>
              <a:cxnLst/>
              <a:rect l="l" t="t" r="r" b="b"/>
              <a:pathLst>
                <a:path w="11261" h="3631" extrusionOk="0">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7"/>
            <p:cNvSpPr/>
            <p:nvPr/>
          </p:nvSpPr>
          <p:spPr>
            <a:xfrm>
              <a:off x="2443225" y="3063825"/>
              <a:ext cx="349775" cy="225725"/>
            </a:xfrm>
            <a:custGeom>
              <a:avLst/>
              <a:gdLst/>
              <a:ahLst/>
              <a:cxnLst/>
              <a:rect l="l" t="t" r="r" b="b"/>
              <a:pathLst>
                <a:path w="13991" h="9029" extrusionOk="0">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7"/>
            <p:cNvSpPr/>
            <p:nvPr/>
          </p:nvSpPr>
          <p:spPr>
            <a:xfrm>
              <a:off x="2526200" y="3349975"/>
              <a:ext cx="75250" cy="10875"/>
            </a:xfrm>
            <a:custGeom>
              <a:avLst/>
              <a:gdLst/>
              <a:ahLst/>
              <a:cxnLst/>
              <a:rect l="l" t="t" r="r" b="b"/>
              <a:pathLst>
                <a:path w="3010" h="435" extrusionOk="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7"/>
            <p:cNvSpPr/>
            <p:nvPr/>
          </p:nvSpPr>
          <p:spPr>
            <a:xfrm>
              <a:off x="2526200" y="3374000"/>
              <a:ext cx="75250" cy="10875"/>
            </a:xfrm>
            <a:custGeom>
              <a:avLst/>
              <a:gdLst/>
              <a:ahLst/>
              <a:cxnLst/>
              <a:rect l="l" t="t" r="r" b="b"/>
              <a:pathLst>
                <a:path w="3010" h="435" extrusionOk="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7"/>
            <p:cNvSpPr/>
            <p:nvPr/>
          </p:nvSpPr>
          <p:spPr>
            <a:xfrm>
              <a:off x="2635550" y="3349975"/>
              <a:ext cx="76025" cy="10875"/>
            </a:xfrm>
            <a:custGeom>
              <a:avLst/>
              <a:gdLst/>
              <a:ahLst/>
              <a:cxnLst/>
              <a:rect l="l" t="t" r="r" b="b"/>
              <a:pathLst>
                <a:path w="3041" h="435" extrusionOk="0">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7"/>
            <p:cNvSpPr/>
            <p:nvPr/>
          </p:nvSpPr>
          <p:spPr>
            <a:xfrm>
              <a:off x="2635550" y="3374000"/>
              <a:ext cx="76025" cy="10875"/>
            </a:xfrm>
            <a:custGeom>
              <a:avLst/>
              <a:gdLst/>
              <a:ahLst/>
              <a:cxnLst/>
              <a:rect l="l" t="t" r="r" b="b"/>
              <a:pathLst>
                <a:path w="3041" h="435" extrusionOk="0">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87"/>
          <p:cNvGrpSpPr/>
          <p:nvPr/>
        </p:nvGrpSpPr>
        <p:grpSpPr>
          <a:xfrm>
            <a:off x="1740308" y="2974316"/>
            <a:ext cx="334275" cy="350200"/>
            <a:chOff x="6224475" y="2492100"/>
            <a:chExt cx="334275" cy="350200"/>
          </a:xfrm>
        </p:grpSpPr>
        <p:sp>
          <p:nvSpPr>
            <p:cNvPr id="15450" name="Google Shape;15450;p87"/>
            <p:cNvSpPr/>
            <p:nvPr/>
          </p:nvSpPr>
          <p:spPr>
            <a:xfrm>
              <a:off x="6309800" y="2665025"/>
              <a:ext cx="168300" cy="117125"/>
            </a:xfrm>
            <a:custGeom>
              <a:avLst/>
              <a:gdLst/>
              <a:ahLst/>
              <a:cxnLst/>
              <a:rect l="l" t="t" r="r" b="b"/>
              <a:pathLst>
                <a:path w="6732" h="4685" extrusionOk="0">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7"/>
            <p:cNvSpPr/>
            <p:nvPr/>
          </p:nvSpPr>
          <p:spPr>
            <a:xfrm>
              <a:off x="6372600" y="2633425"/>
              <a:ext cx="38025" cy="15725"/>
            </a:xfrm>
            <a:custGeom>
              <a:avLst/>
              <a:gdLst/>
              <a:ahLst/>
              <a:cxnLst/>
              <a:rect l="l" t="t" r="r" b="b"/>
              <a:pathLst>
                <a:path w="1521" h="629" extrusionOk="0">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7"/>
            <p:cNvSpPr/>
            <p:nvPr/>
          </p:nvSpPr>
          <p:spPr>
            <a:xfrm>
              <a:off x="6356800" y="2612875"/>
              <a:ext cx="68550" cy="22125"/>
            </a:xfrm>
            <a:custGeom>
              <a:avLst/>
              <a:gdLst/>
              <a:ahLst/>
              <a:cxnLst/>
              <a:rect l="l" t="t" r="r" b="b"/>
              <a:pathLst>
                <a:path w="2742" h="885" extrusionOk="0">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7"/>
            <p:cNvSpPr/>
            <p:nvPr/>
          </p:nvSpPr>
          <p:spPr>
            <a:xfrm>
              <a:off x="6343900" y="2592525"/>
              <a:ext cx="96200" cy="27750"/>
            </a:xfrm>
            <a:custGeom>
              <a:avLst/>
              <a:gdLst/>
              <a:ahLst/>
              <a:cxnLst/>
              <a:rect l="l" t="t" r="r" b="b"/>
              <a:pathLst>
                <a:path w="3848" h="1110" extrusionOk="0">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7"/>
            <p:cNvSpPr/>
            <p:nvPr/>
          </p:nvSpPr>
          <p:spPr>
            <a:xfrm>
              <a:off x="6224475" y="2492100"/>
              <a:ext cx="334275" cy="350200"/>
            </a:xfrm>
            <a:custGeom>
              <a:avLst/>
              <a:gdLst/>
              <a:ahLst/>
              <a:cxnLst/>
              <a:rect l="l" t="t" r="r" b="b"/>
              <a:pathLst>
                <a:path w="13371" h="14008" extrusionOk="0">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87"/>
          <p:cNvGrpSpPr/>
          <p:nvPr/>
        </p:nvGrpSpPr>
        <p:grpSpPr>
          <a:xfrm>
            <a:off x="1058581" y="3607804"/>
            <a:ext cx="348975" cy="297025"/>
            <a:chOff x="931825" y="3088625"/>
            <a:chExt cx="348975" cy="297025"/>
          </a:xfrm>
        </p:grpSpPr>
        <p:sp>
          <p:nvSpPr>
            <p:cNvPr id="15456" name="Google Shape;15456;p87"/>
            <p:cNvSpPr/>
            <p:nvPr/>
          </p:nvSpPr>
          <p:spPr>
            <a:xfrm>
              <a:off x="1196775" y="3139025"/>
              <a:ext cx="11325" cy="7550"/>
            </a:xfrm>
            <a:custGeom>
              <a:avLst/>
              <a:gdLst/>
              <a:ahLst/>
              <a:cxnLst/>
              <a:rect l="l" t="t" r="r" b="b"/>
              <a:pathLst>
                <a:path w="453" h="302" extrusionOk="0">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7"/>
            <p:cNvSpPr/>
            <p:nvPr/>
          </p:nvSpPr>
          <p:spPr>
            <a:xfrm>
              <a:off x="1218400" y="3138775"/>
              <a:ext cx="11225" cy="10625"/>
            </a:xfrm>
            <a:custGeom>
              <a:avLst/>
              <a:gdLst/>
              <a:ahLst/>
              <a:cxnLst/>
              <a:rect l="l" t="t" r="r" b="b"/>
              <a:pathLst>
                <a:path w="449" h="425" extrusionOk="0">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7"/>
            <p:cNvSpPr/>
            <p:nvPr/>
          </p:nvSpPr>
          <p:spPr>
            <a:xfrm>
              <a:off x="1240100" y="3138775"/>
              <a:ext cx="10450" cy="10625"/>
            </a:xfrm>
            <a:custGeom>
              <a:avLst/>
              <a:gdLst/>
              <a:ahLst/>
              <a:cxnLst/>
              <a:rect l="l" t="t" r="r" b="b"/>
              <a:pathLst>
                <a:path w="418" h="425" extrusionOk="0">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7"/>
            <p:cNvSpPr/>
            <p:nvPr/>
          </p:nvSpPr>
          <p:spPr>
            <a:xfrm>
              <a:off x="931825" y="3088625"/>
              <a:ext cx="348975" cy="297025"/>
            </a:xfrm>
            <a:custGeom>
              <a:avLst/>
              <a:gdLst/>
              <a:ahLst/>
              <a:cxnLst/>
              <a:rect l="l" t="t" r="r" b="b"/>
              <a:pathLst>
                <a:path w="13959" h="11881" extrusionOk="0">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7"/>
            <p:cNvSpPr/>
            <p:nvPr/>
          </p:nvSpPr>
          <p:spPr>
            <a:xfrm>
              <a:off x="999275" y="3246825"/>
              <a:ext cx="61300" cy="10100"/>
            </a:xfrm>
            <a:custGeom>
              <a:avLst/>
              <a:gdLst/>
              <a:ahLst/>
              <a:cxnLst/>
              <a:rect l="l" t="t" r="r" b="b"/>
              <a:pathLst>
                <a:path w="2452" h="404" extrusionOk="0">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7"/>
            <p:cNvSpPr/>
            <p:nvPr/>
          </p:nvSpPr>
          <p:spPr>
            <a:xfrm>
              <a:off x="999275" y="3270875"/>
              <a:ext cx="117125" cy="10100"/>
            </a:xfrm>
            <a:custGeom>
              <a:avLst/>
              <a:gdLst/>
              <a:ahLst/>
              <a:cxnLst/>
              <a:rect l="l" t="t" r="r" b="b"/>
              <a:pathLst>
                <a:path w="4685" h="404" extrusionOk="0">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7"/>
            <p:cNvSpPr/>
            <p:nvPr/>
          </p:nvSpPr>
          <p:spPr>
            <a:xfrm>
              <a:off x="997725" y="3294900"/>
              <a:ext cx="120225" cy="10100"/>
            </a:xfrm>
            <a:custGeom>
              <a:avLst/>
              <a:gdLst/>
              <a:ahLst/>
              <a:cxnLst/>
              <a:rect l="l" t="t" r="r" b="b"/>
              <a:pathLst>
                <a:path w="4809" h="404" extrusionOk="0">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7"/>
            <p:cNvSpPr/>
            <p:nvPr/>
          </p:nvSpPr>
          <p:spPr>
            <a:xfrm>
              <a:off x="999275" y="3318950"/>
              <a:ext cx="117125" cy="10100"/>
            </a:xfrm>
            <a:custGeom>
              <a:avLst/>
              <a:gdLst/>
              <a:ahLst/>
              <a:cxnLst/>
              <a:rect l="l" t="t" r="r" b="b"/>
              <a:pathLst>
                <a:path w="4685" h="404" extrusionOk="0">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7"/>
            <p:cNvSpPr/>
            <p:nvPr/>
          </p:nvSpPr>
          <p:spPr>
            <a:xfrm>
              <a:off x="999275" y="3342825"/>
              <a:ext cx="117125" cy="10275"/>
            </a:xfrm>
            <a:custGeom>
              <a:avLst/>
              <a:gdLst/>
              <a:ahLst/>
              <a:cxnLst/>
              <a:rect l="l" t="t" r="r" b="b"/>
              <a:pathLst>
                <a:path w="4685" h="411" extrusionOk="0">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87"/>
          <p:cNvGrpSpPr/>
          <p:nvPr/>
        </p:nvGrpSpPr>
        <p:grpSpPr>
          <a:xfrm>
            <a:off x="1814370" y="3581829"/>
            <a:ext cx="186150" cy="348975"/>
            <a:chOff x="6298925" y="1923875"/>
            <a:chExt cx="186150" cy="348975"/>
          </a:xfrm>
        </p:grpSpPr>
        <p:sp>
          <p:nvSpPr>
            <p:cNvPr id="15466" name="Google Shape;15466;p87"/>
            <p:cNvSpPr/>
            <p:nvPr/>
          </p:nvSpPr>
          <p:spPr>
            <a:xfrm>
              <a:off x="6298925"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7"/>
            <p:cNvSpPr/>
            <p:nvPr/>
          </p:nvSpPr>
          <p:spPr>
            <a:xfrm>
              <a:off x="6324525" y="2049400"/>
              <a:ext cx="134175" cy="102475"/>
            </a:xfrm>
            <a:custGeom>
              <a:avLst/>
              <a:gdLst/>
              <a:ahLst/>
              <a:cxnLst/>
              <a:rect l="l" t="t" r="r" b="b"/>
              <a:pathLst>
                <a:path w="5367" h="4099" extrusionOk="0">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7"/>
            <p:cNvSpPr/>
            <p:nvPr/>
          </p:nvSpPr>
          <p:spPr>
            <a:xfrm>
              <a:off x="6412925" y="2171625"/>
              <a:ext cx="21750" cy="32200"/>
            </a:xfrm>
            <a:custGeom>
              <a:avLst/>
              <a:gdLst/>
              <a:ahLst/>
              <a:cxnLst/>
              <a:rect l="l" t="t" r="r" b="b"/>
              <a:pathLst>
                <a:path w="870" h="1288" extrusionOk="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7"/>
            <p:cNvSpPr/>
            <p:nvPr/>
          </p:nvSpPr>
          <p:spPr>
            <a:xfrm>
              <a:off x="6349325" y="2171625"/>
              <a:ext cx="21750" cy="32200"/>
            </a:xfrm>
            <a:custGeom>
              <a:avLst/>
              <a:gdLst/>
              <a:ahLst/>
              <a:cxnLst/>
              <a:rect l="l" t="t" r="r" b="b"/>
              <a:pathLst>
                <a:path w="870" h="1288" extrusionOk="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7"/>
            <p:cNvSpPr/>
            <p:nvPr/>
          </p:nvSpPr>
          <p:spPr>
            <a:xfrm>
              <a:off x="6328850" y="1999600"/>
              <a:ext cx="37125" cy="9850"/>
            </a:xfrm>
            <a:custGeom>
              <a:avLst/>
              <a:gdLst/>
              <a:ahLst/>
              <a:cxnLst/>
              <a:rect l="l" t="t" r="r" b="b"/>
              <a:pathLst>
                <a:path w="1485" h="394" extrusionOk="0">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7"/>
            <p:cNvSpPr/>
            <p:nvPr/>
          </p:nvSpPr>
          <p:spPr>
            <a:xfrm>
              <a:off x="6327625" y="2020800"/>
              <a:ext cx="122550" cy="10100"/>
            </a:xfrm>
            <a:custGeom>
              <a:avLst/>
              <a:gdLst/>
              <a:ahLst/>
              <a:cxnLst/>
              <a:rect l="l" t="t" r="r" b="b"/>
              <a:pathLst>
                <a:path w="4902" h="404" extrusionOk="0">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2" name="Google Shape;15472;p87"/>
          <p:cNvGrpSpPr/>
          <p:nvPr/>
        </p:nvGrpSpPr>
        <p:grpSpPr>
          <a:xfrm>
            <a:off x="2427260" y="3592566"/>
            <a:ext cx="376800" cy="327500"/>
            <a:chOff x="7718850" y="3678550"/>
            <a:chExt cx="376800" cy="327500"/>
          </a:xfrm>
        </p:grpSpPr>
        <p:sp>
          <p:nvSpPr>
            <p:cNvPr id="15473" name="Google Shape;15473;p87"/>
            <p:cNvSpPr/>
            <p:nvPr/>
          </p:nvSpPr>
          <p:spPr>
            <a:xfrm>
              <a:off x="7718850" y="3678550"/>
              <a:ext cx="376800" cy="327500"/>
            </a:xfrm>
            <a:custGeom>
              <a:avLst/>
              <a:gdLst/>
              <a:ahLst/>
              <a:cxnLst/>
              <a:rect l="l" t="t" r="r" b="b"/>
              <a:pathLst>
                <a:path w="15072" h="13100" extrusionOk="0">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7"/>
            <p:cNvSpPr/>
            <p:nvPr/>
          </p:nvSpPr>
          <p:spPr>
            <a:xfrm>
              <a:off x="7863075" y="3709550"/>
              <a:ext cx="203200" cy="174750"/>
            </a:xfrm>
            <a:custGeom>
              <a:avLst/>
              <a:gdLst/>
              <a:ahLst/>
              <a:cxnLst/>
              <a:rect l="l" t="t" r="r" b="b"/>
              <a:pathLst>
                <a:path w="8128" h="6990" extrusionOk="0">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5" name="Google Shape;15475;p87"/>
          <p:cNvGrpSpPr/>
          <p:nvPr/>
        </p:nvGrpSpPr>
        <p:grpSpPr>
          <a:xfrm>
            <a:off x="3253183" y="3581729"/>
            <a:ext cx="297825" cy="349175"/>
            <a:chOff x="957400" y="1923675"/>
            <a:chExt cx="297825" cy="349175"/>
          </a:xfrm>
        </p:grpSpPr>
        <p:sp>
          <p:nvSpPr>
            <p:cNvPr id="15476" name="Google Shape;15476;p87"/>
            <p:cNvSpPr/>
            <p:nvPr/>
          </p:nvSpPr>
          <p:spPr>
            <a:xfrm>
              <a:off x="1085350" y="1977950"/>
              <a:ext cx="48400" cy="17275"/>
            </a:xfrm>
            <a:custGeom>
              <a:avLst/>
              <a:gdLst/>
              <a:ahLst/>
              <a:cxnLst/>
              <a:rect l="l" t="t" r="r" b="b"/>
              <a:pathLst>
                <a:path w="1936" h="691" extrusionOk="0">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7"/>
            <p:cNvSpPr/>
            <p:nvPr/>
          </p:nvSpPr>
          <p:spPr>
            <a:xfrm>
              <a:off x="1064725" y="1951200"/>
              <a:ext cx="85800" cy="25425"/>
            </a:xfrm>
            <a:custGeom>
              <a:avLst/>
              <a:gdLst/>
              <a:ahLst/>
              <a:cxnLst/>
              <a:rect l="l" t="t" r="r" b="b"/>
              <a:pathLst>
                <a:path w="3432" h="1017" extrusionOk="0">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7"/>
            <p:cNvSpPr/>
            <p:nvPr/>
          </p:nvSpPr>
          <p:spPr>
            <a:xfrm>
              <a:off x="1047350" y="1923675"/>
              <a:ext cx="122550" cy="33750"/>
            </a:xfrm>
            <a:custGeom>
              <a:avLst/>
              <a:gdLst/>
              <a:ahLst/>
              <a:cxnLst/>
              <a:rect l="l" t="t" r="r" b="b"/>
              <a:pathLst>
                <a:path w="4902" h="1350" extrusionOk="0">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7"/>
            <p:cNvSpPr/>
            <p:nvPr/>
          </p:nvSpPr>
          <p:spPr>
            <a:xfrm>
              <a:off x="957400" y="2025450"/>
              <a:ext cx="297825" cy="247400"/>
            </a:xfrm>
            <a:custGeom>
              <a:avLst/>
              <a:gdLst/>
              <a:ahLst/>
              <a:cxnLst/>
              <a:rect l="l" t="t" r="r" b="b"/>
              <a:pathLst>
                <a:path w="11913" h="9896" extrusionOk="0">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7"/>
            <p:cNvSpPr/>
            <p:nvPr/>
          </p:nvSpPr>
          <p:spPr>
            <a:xfrm>
              <a:off x="1062875" y="2104550"/>
              <a:ext cx="86875" cy="38025"/>
            </a:xfrm>
            <a:custGeom>
              <a:avLst/>
              <a:gdLst/>
              <a:ahLst/>
              <a:cxnLst/>
              <a:rect l="l" t="t" r="r" b="b"/>
              <a:pathLst>
                <a:path w="3475" h="1521" extrusionOk="0">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1" name="Google Shape;15481;p87"/>
          <p:cNvGrpSpPr/>
          <p:nvPr/>
        </p:nvGrpSpPr>
        <p:grpSpPr>
          <a:xfrm>
            <a:off x="3993514" y="3587254"/>
            <a:ext cx="349775" cy="338125"/>
            <a:chOff x="6970500" y="3673350"/>
            <a:chExt cx="349775" cy="338125"/>
          </a:xfrm>
        </p:grpSpPr>
        <p:sp>
          <p:nvSpPr>
            <p:cNvPr id="15482" name="Google Shape;15482;p87"/>
            <p:cNvSpPr/>
            <p:nvPr/>
          </p:nvSpPr>
          <p:spPr>
            <a:xfrm>
              <a:off x="6970500" y="3673350"/>
              <a:ext cx="349775" cy="338125"/>
            </a:xfrm>
            <a:custGeom>
              <a:avLst/>
              <a:gdLst/>
              <a:ahLst/>
              <a:cxnLst/>
              <a:rect l="l" t="t" r="r" b="b"/>
              <a:pathLst>
                <a:path w="13991" h="13525" extrusionOk="0">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7"/>
            <p:cNvSpPr/>
            <p:nvPr/>
          </p:nvSpPr>
          <p:spPr>
            <a:xfrm>
              <a:off x="7202725" y="3883500"/>
              <a:ext cx="38450" cy="15825"/>
            </a:xfrm>
            <a:custGeom>
              <a:avLst/>
              <a:gdLst/>
              <a:ahLst/>
              <a:cxnLst/>
              <a:rect l="l" t="t" r="r" b="b"/>
              <a:pathLst>
                <a:path w="1538" h="633" extrusionOk="0">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7"/>
            <p:cNvSpPr/>
            <p:nvPr/>
          </p:nvSpPr>
          <p:spPr>
            <a:xfrm>
              <a:off x="7190725" y="3864300"/>
              <a:ext cx="64400" cy="21550"/>
            </a:xfrm>
            <a:custGeom>
              <a:avLst/>
              <a:gdLst/>
              <a:ahLst/>
              <a:cxnLst/>
              <a:rect l="l" t="t" r="r" b="b"/>
              <a:pathLst>
                <a:path w="2576" h="862" extrusionOk="0">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7"/>
            <p:cNvSpPr/>
            <p:nvPr/>
          </p:nvSpPr>
          <p:spPr>
            <a:xfrm>
              <a:off x="7176775" y="3844525"/>
              <a:ext cx="92300" cy="27350"/>
            </a:xfrm>
            <a:custGeom>
              <a:avLst/>
              <a:gdLst/>
              <a:ahLst/>
              <a:cxnLst/>
              <a:rect l="l" t="t" r="r" b="b"/>
              <a:pathLst>
                <a:path w="3692" h="1094" extrusionOk="0">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7"/>
            <p:cNvSpPr/>
            <p:nvPr/>
          </p:nvSpPr>
          <p:spPr>
            <a:xfrm>
              <a:off x="7020125" y="3734600"/>
              <a:ext cx="111700" cy="33375"/>
            </a:xfrm>
            <a:custGeom>
              <a:avLst/>
              <a:gdLst/>
              <a:ahLst/>
              <a:cxnLst/>
              <a:rect l="l" t="t" r="r" b="b"/>
              <a:pathLst>
                <a:path w="4468" h="1335" extrusionOk="0">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7"/>
            <p:cNvSpPr/>
            <p:nvPr/>
          </p:nvSpPr>
          <p:spPr>
            <a:xfrm>
              <a:off x="7172125" y="3735375"/>
              <a:ext cx="93075" cy="86100"/>
            </a:xfrm>
            <a:custGeom>
              <a:avLst/>
              <a:gdLst/>
              <a:ahLst/>
              <a:cxnLst/>
              <a:rect l="l" t="t" r="r" b="b"/>
              <a:pathLst>
                <a:path w="3723" h="3444" extrusionOk="0">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7"/>
            <p:cNvSpPr/>
            <p:nvPr/>
          </p:nvSpPr>
          <p:spPr>
            <a:xfrm>
              <a:off x="7024775" y="3785000"/>
              <a:ext cx="103175" cy="10125"/>
            </a:xfrm>
            <a:custGeom>
              <a:avLst/>
              <a:gdLst/>
              <a:ahLst/>
              <a:cxnLst/>
              <a:rect l="l" t="t" r="r" b="b"/>
              <a:pathLst>
                <a:path w="4127" h="405" extrusionOk="0">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7"/>
            <p:cNvSpPr/>
            <p:nvPr/>
          </p:nvSpPr>
          <p:spPr>
            <a:xfrm>
              <a:off x="7024775" y="3812925"/>
              <a:ext cx="103175" cy="10100"/>
            </a:xfrm>
            <a:custGeom>
              <a:avLst/>
              <a:gdLst/>
              <a:ahLst/>
              <a:cxnLst/>
              <a:rect l="l" t="t" r="r" b="b"/>
              <a:pathLst>
                <a:path w="4127" h="404" extrusionOk="0">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7"/>
            <p:cNvSpPr/>
            <p:nvPr/>
          </p:nvSpPr>
          <p:spPr>
            <a:xfrm>
              <a:off x="7024775" y="3840075"/>
              <a:ext cx="102400" cy="10100"/>
            </a:xfrm>
            <a:custGeom>
              <a:avLst/>
              <a:gdLst/>
              <a:ahLst/>
              <a:cxnLst/>
              <a:rect l="l" t="t" r="r" b="b"/>
              <a:pathLst>
                <a:path w="4096" h="404" extrusionOk="0">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7"/>
            <p:cNvSpPr/>
            <p:nvPr/>
          </p:nvSpPr>
          <p:spPr>
            <a:xfrm>
              <a:off x="7024000" y="3867975"/>
              <a:ext cx="104725" cy="10125"/>
            </a:xfrm>
            <a:custGeom>
              <a:avLst/>
              <a:gdLst/>
              <a:ahLst/>
              <a:cxnLst/>
              <a:rect l="l" t="t" r="r" b="b"/>
              <a:pathLst>
                <a:path w="4189" h="405"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7"/>
            <p:cNvSpPr/>
            <p:nvPr/>
          </p:nvSpPr>
          <p:spPr>
            <a:xfrm>
              <a:off x="7024000" y="3895900"/>
              <a:ext cx="104725" cy="10100"/>
            </a:xfrm>
            <a:custGeom>
              <a:avLst/>
              <a:gdLst/>
              <a:ahLst/>
              <a:cxnLst/>
              <a:rect l="l" t="t" r="r" b="b"/>
              <a:pathLst>
                <a:path w="4189" h="404"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7"/>
          <p:cNvGrpSpPr/>
          <p:nvPr/>
        </p:nvGrpSpPr>
        <p:grpSpPr>
          <a:xfrm>
            <a:off x="4725464" y="3587604"/>
            <a:ext cx="349000" cy="337425"/>
            <a:chOff x="6217500" y="3673850"/>
            <a:chExt cx="349000" cy="337425"/>
          </a:xfrm>
        </p:grpSpPr>
        <p:sp>
          <p:nvSpPr>
            <p:cNvPr id="15494" name="Google Shape;15494;p87"/>
            <p:cNvSpPr/>
            <p:nvPr/>
          </p:nvSpPr>
          <p:spPr>
            <a:xfrm>
              <a:off x="6217500" y="3673850"/>
              <a:ext cx="349000" cy="337425"/>
            </a:xfrm>
            <a:custGeom>
              <a:avLst/>
              <a:gdLst/>
              <a:ahLst/>
              <a:cxnLst/>
              <a:rect l="l" t="t" r="r" b="b"/>
              <a:pathLst>
                <a:path w="13960" h="13497" extrusionOk="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7"/>
            <p:cNvSpPr/>
            <p:nvPr/>
          </p:nvSpPr>
          <p:spPr>
            <a:xfrm>
              <a:off x="6498225" y="3875600"/>
              <a:ext cx="19425" cy="10250"/>
            </a:xfrm>
            <a:custGeom>
              <a:avLst/>
              <a:gdLst/>
              <a:ahLst/>
              <a:cxnLst/>
              <a:rect l="l" t="t" r="r" b="b"/>
              <a:pathLst>
                <a:path w="777" h="410" extrusionOk="0">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7"/>
            <p:cNvSpPr/>
            <p:nvPr/>
          </p:nvSpPr>
          <p:spPr>
            <a:xfrm>
              <a:off x="6496675" y="3928475"/>
              <a:ext cx="22525" cy="10100"/>
            </a:xfrm>
            <a:custGeom>
              <a:avLst/>
              <a:gdLst/>
              <a:ahLst/>
              <a:cxnLst/>
              <a:rect l="l" t="t" r="r" b="b"/>
              <a:pathLst>
                <a:path w="901" h="404" extrusionOk="0">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7"/>
            <p:cNvSpPr/>
            <p:nvPr/>
          </p:nvSpPr>
          <p:spPr>
            <a:xfrm>
              <a:off x="6496675" y="3981200"/>
              <a:ext cx="22525" cy="10100"/>
            </a:xfrm>
            <a:custGeom>
              <a:avLst/>
              <a:gdLst/>
              <a:ahLst/>
              <a:cxnLst/>
              <a:rect l="l" t="t" r="r" b="b"/>
              <a:pathLst>
                <a:path w="901" h="404" extrusionOk="0">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8" name="Google Shape;15498;p87"/>
          <p:cNvGrpSpPr/>
          <p:nvPr/>
        </p:nvGrpSpPr>
        <p:grpSpPr>
          <a:xfrm>
            <a:off x="5508379" y="3594879"/>
            <a:ext cx="349000" cy="322875"/>
            <a:chOff x="5452875" y="3681100"/>
            <a:chExt cx="349000" cy="322875"/>
          </a:xfrm>
        </p:grpSpPr>
        <p:sp>
          <p:nvSpPr>
            <p:cNvPr id="15499" name="Google Shape;15499;p87"/>
            <p:cNvSpPr/>
            <p:nvPr/>
          </p:nvSpPr>
          <p:spPr>
            <a:xfrm>
              <a:off x="5717700" y="3731500"/>
              <a:ext cx="11275" cy="7900"/>
            </a:xfrm>
            <a:custGeom>
              <a:avLst/>
              <a:gdLst/>
              <a:ahLst/>
              <a:cxnLst/>
              <a:rect l="l" t="t" r="r" b="b"/>
              <a:pathLst>
                <a:path w="451" h="316" extrusionOk="0">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7"/>
            <p:cNvSpPr/>
            <p:nvPr/>
          </p:nvSpPr>
          <p:spPr>
            <a:xfrm>
              <a:off x="5738650" y="3731500"/>
              <a:ext cx="12050" cy="7900"/>
            </a:xfrm>
            <a:custGeom>
              <a:avLst/>
              <a:gdLst/>
              <a:ahLst/>
              <a:cxnLst/>
              <a:rect l="l" t="t" r="r" b="b"/>
              <a:pathLst>
                <a:path w="482" h="316" extrusionOk="0">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7"/>
            <p:cNvSpPr/>
            <p:nvPr/>
          </p:nvSpPr>
          <p:spPr>
            <a:xfrm>
              <a:off x="5760425" y="3732025"/>
              <a:ext cx="11200" cy="9850"/>
            </a:xfrm>
            <a:custGeom>
              <a:avLst/>
              <a:gdLst/>
              <a:ahLst/>
              <a:cxnLst/>
              <a:rect l="l" t="t" r="r" b="b"/>
              <a:pathLst>
                <a:path w="448" h="394" extrusionOk="0">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7"/>
            <p:cNvSpPr/>
            <p:nvPr/>
          </p:nvSpPr>
          <p:spPr>
            <a:xfrm>
              <a:off x="5452875" y="3681100"/>
              <a:ext cx="349000" cy="322875"/>
            </a:xfrm>
            <a:custGeom>
              <a:avLst/>
              <a:gdLst/>
              <a:ahLst/>
              <a:cxnLst/>
              <a:rect l="l" t="t" r="r" b="b"/>
              <a:pathLst>
                <a:path w="13960" h="12915" extrusionOk="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7"/>
            <p:cNvSpPr/>
            <p:nvPr/>
          </p:nvSpPr>
          <p:spPr>
            <a:xfrm>
              <a:off x="5664575" y="3774025"/>
              <a:ext cx="111700" cy="96300"/>
            </a:xfrm>
            <a:custGeom>
              <a:avLst/>
              <a:gdLst/>
              <a:ahLst/>
              <a:cxnLst/>
              <a:rect l="l" t="t" r="r" b="b"/>
              <a:pathLst>
                <a:path w="4468" h="3852" extrusionOk="0">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7"/>
            <p:cNvSpPr/>
            <p:nvPr/>
          </p:nvSpPr>
          <p:spPr>
            <a:xfrm>
              <a:off x="5711900" y="3793775"/>
              <a:ext cx="45725" cy="38875"/>
            </a:xfrm>
            <a:custGeom>
              <a:avLst/>
              <a:gdLst/>
              <a:ahLst/>
              <a:cxnLst/>
              <a:rect l="l" t="t" r="r" b="b"/>
              <a:pathLst>
                <a:path w="1829" h="1555" extrusionOk="0">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7"/>
            <p:cNvSpPr/>
            <p:nvPr/>
          </p:nvSpPr>
          <p:spPr>
            <a:xfrm>
              <a:off x="5478475" y="3856350"/>
              <a:ext cx="146575" cy="125575"/>
            </a:xfrm>
            <a:custGeom>
              <a:avLst/>
              <a:gdLst/>
              <a:ahLst/>
              <a:cxnLst/>
              <a:rect l="l" t="t" r="r" b="b"/>
              <a:pathLst>
                <a:path w="5863" h="5023" extrusionOk="0">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7"/>
            <p:cNvSpPr/>
            <p:nvPr/>
          </p:nvSpPr>
          <p:spPr>
            <a:xfrm>
              <a:off x="5520350" y="3882725"/>
              <a:ext cx="45000" cy="38400"/>
            </a:xfrm>
            <a:custGeom>
              <a:avLst/>
              <a:gdLst/>
              <a:ahLst/>
              <a:cxnLst/>
              <a:rect l="l" t="t" r="r" b="b"/>
              <a:pathLst>
                <a:path w="1800" h="1536" extrusionOk="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7"/>
            <p:cNvSpPr/>
            <p:nvPr/>
          </p:nvSpPr>
          <p:spPr>
            <a:xfrm>
              <a:off x="5484675" y="3774150"/>
              <a:ext cx="148925" cy="68450"/>
            </a:xfrm>
            <a:custGeom>
              <a:avLst/>
              <a:gdLst/>
              <a:ahLst/>
              <a:cxnLst/>
              <a:rect l="l" t="t" r="r" b="b"/>
              <a:pathLst>
                <a:path w="5957" h="2738" extrusionOk="0">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7"/>
            <p:cNvSpPr/>
            <p:nvPr/>
          </p:nvSpPr>
          <p:spPr>
            <a:xfrm>
              <a:off x="5621925" y="3889700"/>
              <a:ext cx="149700" cy="84550"/>
            </a:xfrm>
            <a:custGeom>
              <a:avLst/>
              <a:gdLst/>
              <a:ahLst/>
              <a:cxnLst/>
              <a:rect l="l" t="t" r="r" b="b"/>
              <a:pathLst>
                <a:path w="5988" h="3382" extrusionOk="0">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7"/>
            <p:cNvSpPr/>
            <p:nvPr/>
          </p:nvSpPr>
          <p:spPr>
            <a:xfrm>
              <a:off x="5643650" y="3923050"/>
              <a:ext cx="47325" cy="10100"/>
            </a:xfrm>
            <a:custGeom>
              <a:avLst/>
              <a:gdLst/>
              <a:ahLst/>
              <a:cxnLst/>
              <a:rect l="l" t="t" r="r" b="b"/>
              <a:pathLst>
                <a:path w="1893" h="404" extrusionOk="0">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7"/>
            <p:cNvSpPr/>
            <p:nvPr/>
          </p:nvSpPr>
          <p:spPr>
            <a:xfrm>
              <a:off x="5642100" y="3941650"/>
              <a:ext cx="108600" cy="10875"/>
            </a:xfrm>
            <a:custGeom>
              <a:avLst/>
              <a:gdLst/>
              <a:ahLst/>
              <a:cxnLst/>
              <a:rect l="l" t="t" r="r" b="b"/>
              <a:pathLst>
                <a:path w="4344" h="435" extrusionOk="0">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7"/>
            <p:cNvSpPr/>
            <p:nvPr/>
          </p:nvSpPr>
          <p:spPr>
            <a:xfrm>
              <a:off x="5508725" y="3796650"/>
              <a:ext cx="100825" cy="10100"/>
            </a:xfrm>
            <a:custGeom>
              <a:avLst/>
              <a:gdLst/>
              <a:ahLst/>
              <a:cxnLst/>
              <a:rect l="l" t="t" r="r" b="b"/>
              <a:pathLst>
                <a:path w="4033" h="404" extrusionOk="0">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2" name="Google Shape;15512;p87"/>
          <p:cNvGrpSpPr/>
          <p:nvPr/>
        </p:nvGrpSpPr>
        <p:grpSpPr>
          <a:xfrm>
            <a:off x="6273595" y="3582004"/>
            <a:ext cx="352100" cy="348625"/>
            <a:chOff x="5456750" y="2492275"/>
            <a:chExt cx="352100" cy="348625"/>
          </a:xfrm>
        </p:grpSpPr>
        <p:sp>
          <p:nvSpPr>
            <p:cNvPr id="15513" name="Google Shape;15513;p87"/>
            <p:cNvSpPr/>
            <p:nvPr/>
          </p:nvSpPr>
          <p:spPr>
            <a:xfrm>
              <a:off x="5559125" y="2556650"/>
              <a:ext cx="113250" cy="10100"/>
            </a:xfrm>
            <a:custGeom>
              <a:avLst/>
              <a:gdLst/>
              <a:ahLst/>
              <a:cxnLst/>
              <a:rect l="l" t="t" r="r" b="b"/>
              <a:pathLst>
                <a:path w="4530" h="404" extrusionOk="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7"/>
            <p:cNvSpPr/>
            <p:nvPr/>
          </p:nvSpPr>
          <p:spPr>
            <a:xfrm>
              <a:off x="5541275" y="2586900"/>
              <a:ext cx="150475" cy="10100"/>
            </a:xfrm>
            <a:custGeom>
              <a:avLst/>
              <a:gdLst/>
              <a:ahLst/>
              <a:cxnLst/>
              <a:rect l="l" t="t" r="r" b="b"/>
              <a:pathLst>
                <a:path w="6019" h="404" extrusionOk="0">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7"/>
            <p:cNvSpPr/>
            <p:nvPr/>
          </p:nvSpPr>
          <p:spPr>
            <a:xfrm>
              <a:off x="5541275" y="2614025"/>
              <a:ext cx="148150" cy="10125"/>
            </a:xfrm>
            <a:custGeom>
              <a:avLst/>
              <a:gdLst/>
              <a:ahLst/>
              <a:cxnLst/>
              <a:rect l="l" t="t" r="r" b="b"/>
              <a:pathLst>
                <a:path w="5926" h="405" extrusionOk="0">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7"/>
            <p:cNvSpPr/>
            <p:nvPr/>
          </p:nvSpPr>
          <p:spPr>
            <a:xfrm>
              <a:off x="5540825" y="2640925"/>
              <a:ext cx="148600" cy="10475"/>
            </a:xfrm>
            <a:custGeom>
              <a:avLst/>
              <a:gdLst/>
              <a:ahLst/>
              <a:cxnLst/>
              <a:rect l="l" t="t" r="r" b="b"/>
              <a:pathLst>
                <a:path w="5944" h="419" extrusionOk="0">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7"/>
            <p:cNvSpPr/>
            <p:nvPr/>
          </p:nvSpPr>
          <p:spPr>
            <a:xfrm>
              <a:off x="5456750" y="2492275"/>
              <a:ext cx="352100" cy="348625"/>
            </a:xfrm>
            <a:custGeom>
              <a:avLst/>
              <a:gdLst/>
              <a:ahLst/>
              <a:cxnLst/>
              <a:rect l="l" t="t" r="r" b="b"/>
              <a:pathLst>
                <a:path w="14084" h="13945" extrusionOk="0">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7"/>
            <p:cNvSpPr/>
            <p:nvPr/>
          </p:nvSpPr>
          <p:spPr>
            <a:xfrm>
              <a:off x="5734375" y="2771450"/>
              <a:ext cx="21750" cy="38625"/>
            </a:xfrm>
            <a:custGeom>
              <a:avLst/>
              <a:gdLst/>
              <a:ahLst/>
              <a:cxnLst/>
              <a:rect l="l" t="t" r="r" b="b"/>
              <a:pathLst>
                <a:path w="870" h="1545" extrusionOk="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87"/>
          <p:cNvGrpSpPr/>
          <p:nvPr/>
        </p:nvGrpSpPr>
        <p:grpSpPr>
          <a:xfrm>
            <a:off x="7090933" y="3581829"/>
            <a:ext cx="186150" cy="348975"/>
            <a:chOff x="5534300" y="1923875"/>
            <a:chExt cx="186150" cy="348975"/>
          </a:xfrm>
        </p:grpSpPr>
        <p:sp>
          <p:nvSpPr>
            <p:cNvPr id="15520" name="Google Shape;15520;p87"/>
            <p:cNvSpPr/>
            <p:nvPr/>
          </p:nvSpPr>
          <p:spPr>
            <a:xfrm>
              <a:off x="5534300"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7"/>
            <p:cNvSpPr/>
            <p:nvPr/>
          </p:nvSpPr>
          <p:spPr>
            <a:xfrm>
              <a:off x="5564550" y="1984350"/>
              <a:ext cx="127200" cy="159775"/>
            </a:xfrm>
            <a:custGeom>
              <a:avLst/>
              <a:gdLst/>
              <a:ahLst/>
              <a:cxnLst/>
              <a:rect l="l" t="t" r="r" b="b"/>
              <a:pathLst>
                <a:path w="5088" h="6391" extrusionOk="0">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7"/>
            <p:cNvSpPr/>
            <p:nvPr/>
          </p:nvSpPr>
          <p:spPr>
            <a:xfrm>
              <a:off x="5589375" y="2013050"/>
              <a:ext cx="39575" cy="10100"/>
            </a:xfrm>
            <a:custGeom>
              <a:avLst/>
              <a:gdLst/>
              <a:ahLst/>
              <a:cxnLst/>
              <a:rect l="l" t="t" r="r" b="b"/>
              <a:pathLst>
                <a:path w="1583" h="404" extrusionOk="0">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7"/>
            <p:cNvSpPr/>
            <p:nvPr/>
          </p:nvSpPr>
          <p:spPr>
            <a:xfrm>
              <a:off x="5591700" y="2036300"/>
              <a:ext cx="72900" cy="10125"/>
            </a:xfrm>
            <a:custGeom>
              <a:avLst/>
              <a:gdLst/>
              <a:ahLst/>
              <a:cxnLst/>
              <a:rect l="l" t="t" r="r" b="b"/>
              <a:pathLst>
                <a:path w="2916" h="405" extrusionOk="0">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7"/>
            <p:cNvSpPr/>
            <p:nvPr/>
          </p:nvSpPr>
          <p:spPr>
            <a:xfrm>
              <a:off x="5591700" y="2059575"/>
              <a:ext cx="72900" cy="10100"/>
            </a:xfrm>
            <a:custGeom>
              <a:avLst/>
              <a:gdLst/>
              <a:ahLst/>
              <a:cxnLst/>
              <a:rect l="l" t="t" r="r" b="b"/>
              <a:pathLst>
                <a:path w="2916" h="404" extrusionOk="0">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7"/>
            <p:cNvSpPr/>
            <p:nvPr/>
          </p:nvSpPr>
          <p:spPr>
            <a:xfrm>
              <a:off x="5590925" y="2081275"/>
              <a:ext cx="73675" cy="10125"/>
            </a:xfrm>
            <a:custGeom>
              <a:avLst/>
              <a:gdLst/>
              <a:ahLst/>
              <a:cxnLst/>
              <a:rect l="l" t="t" r="r" b="b"/>
              <a:pathLst>
                <a:path w="2947" h="405" extrusionOk="0">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7"/>
            <p:cNvSpPr/>
            <p:nvPr/>
          </p:nvSpPr>
          <p:spPr>
            <a:xfrm>
              <a:off x="5589375" y="2103775"/>
              <a:ext cx="76775" cy="10875"/>
            </a:xfrm>
            <a:custGeom>
              <a:avLst/>
              <a:gdLst/>
              <a:ahLst/>
              <a:cxnLst/>
              <a:rect l="l" t="t" r="r" b="b"/>
              <a:pathLst>
                <a:path w="3071" h="435" extrusionOk="0">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7"/>
            <p:cNvSpPr/>
            <p:nvPr/>
          </p:nvSpPr>
          <p:spPr>
            <a:xfrm>
              <a:off x="5556800" y="2155925"/>
              <a:ext cx="141750" cy="57600"/>
            </a:xfrm>
            <a:custGeom>
              <a:avLst/>
              <a:gdLst/>
              <a:ahLst/>
              <a:cxnLst/>
              <a:rect l="l" t="t" r="r" b="b"/>
              <a:pathLst>
                <a:path w="5670" h="2304" extrusionOk="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8" name="Google Shape;15528;p87"/>
          <p:cNvGrpSpPr/>
          <p:nvPr/>
        </p:nvGrpSpPr>
        <p:grpSpPr>
          <a:xfrm>
            <a:off x="7745340" y="3641529"/>
            <a:ext cx="349000" cy="229575"/>
            <a:chOff x="4720050" y="3726850"/>
            <a:chExt cx="349000" cy="229575"/>
          </a:xfrm>
        </p:grpSpPr>
        <p:sp>
          <p:nvSpPr>
            <p:cNvPr id="15529" name="Google Shape;15529;p87"/>
            <p:cNvSpPr/>
            <p:nvPr/>
          </p:nvSpPr>
          <p:spPr>
            <a:xfrm>
              <a:off x="4759600" y="3826100"/>
              <a:ext cx="12675" cy="8900"/>
            </a:xfrm>
            <a:custGeom>
              <a:avLst/>
              <a:gdLst/>
              <a:ahLst/>
              <a:cxnLst/>
              <a:rect l="l" t="t" r="r" b="b"/>
              <a:pathLst>
                <a:path w="507" h="356" extrusionOk="0">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7"/>
            <p:cNvSpPr/>
            <p:nvPr/>
          </p:nvSpPr>
          <p:spPr>
            <a:xfrm>
              <a:off x="4794500" y="3826100"/>
              <a:ext cx="13975" cy="11675"/>
            </a:xfrm>
            <a:custGeom>
              <a:avLst/>
              <a:gdLst/>
              <a:ahLst/>
              <a:cxnLst/>
              <a:rect l="l" t="t" r="r" b="b"/>
              <a:pathLst>
                <a:path w="559" h="467" extrusionOk="0">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7"/>
            <p:cNvSpPr/>
            <p:nvPr/>
          </p:nvSpPr>
          <p:spPr>
            <a:xfrm>
              <a:off x="4829400" y="3826100"/>
              <a:ext cx="13200" cy="11675"/>
            </a:xfrm>
            <a:custGeom>
              <a:avLst/>
              <a:gdLst/>
              <a:ahLst/>
              <a:cxnLst/>
              <a:rect l="l" t="t" r="r" b="b"/>
              <a:pathLst>
                <a:path w="528" h="467" extrusionOk="0">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7"/>
            <p:cNvSpPr/>
            <p:nvPr/>
          </p:nvSpPr>
          <p:spPr>
            <a:xfrm>
              <a:off x="4720050" y="3726850"/>
              <a:ext cx="349000" cy="229575"/>
            </a:xfrm>
            <a:custGeom>
              <a:avLst/>
              <a:gdLst/>
              <a:ahLst/>
              <a:cxnLst/>
              <a:rect l="l" t="t" r="r" b="b"/>
              <a:pathLst>
                <a:path w="13960" h="9183" extrusionOk="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87"/>
          <p:cNvGrpSpPr/>
          <p:nvPr/>
        </p:nvGrpSpPr>
        <p:grpSpPr>
          <a:xfrm>
            <a:off x="7777528" y="4150079"/>
            <a:ext cx="284625" cy="349375"/>
            <a:chOff x="2475800" y="1923875"/>
            <a:chExt cx="284625" cy="349375"/>
          </a:xfrm>
        </p:grpSpPr>
        <p:sp>
          <p:nvSpPr>
            <p:cNvPr id="15534" name="Google Shape;15534;p87"/>
            <p:cNvSpPr/>
            <p:nvPr/>
          </p:nvSpPr>
          <p:spPr>
            <a:xfrm>
              <a:off x="2527750" y="2095250"/>
              <a:ext cx="69825" cy="38800"/>
            </a:xfrm>
            <a:custGeom>
              <a:avLst/>
              <a:gdLst/>
              <a:ahLst/>
              <a:cxnLst/>
              <a:rect l="l" t="t" r="r" b="b"/>
              <a:pathLst>
                <a:path w="2793" h="1552" extrusionOk="0">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7"/>
            <p:cNvSpPr/>
            <p:nvPr/>
          </p:nvSpPr>
          <p:spPr>
            <a:xfrm>
              <a:off x="2536275" y="1954100"/>
              <a:ext cx="52775" cy="10100"/>
            </a:xfrm>
            <a:custGeom>
              <a:avLst/>
              <a:gdLst/>
              <a:ahLst/>
              <a:cxnLst/>
              <a:rect l="l" t="t" r="r" b="b"/>
              <a:pathLst>
                <a:path w="2111" h="404" extrusionOk="0">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7"/>
            <p:cNvSpPr/>
            <p:nvPr/>
          </p:nvSpPr>
          <p:spPr>
            <a:xfrm>
              <a:off x="2613050" y="2027775"/>
              <a:ext cx="52000" cy="10100"/>
            </a:xfrm>
            <a:custGeom>
              <a:avLst/>
              <a:gdLst/>
              <a:ahLst/>
              <a:cxnLst/>
              <a:rect l="l" t="t" r="r" b="b"/>
              <a:pathLst>
                <a:path w="2080" h="404" extrusionOk="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7"/>
            <p:cNvSpPr/>
            <p:nvPr/>
          </p:nvSpPr>
          <p:spPr>
            <a:xfrm>
              <a:off x="2536275" y="1978150"/>
              <a:ext cx="128000" cy="10100"/>
            </a:xfrm>
            <a:custGeom>
              <a:avLst/>
              <a:gdLst/>
              <a:ahLst/>
              <a:cxnLst/>
              <a:rect l="l" t="t" r="r" b="b"/>
              <a:pathLst>
                <a:path w="5120" h="404" extrusionOk="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7"/>
            <p:cNvSpPr/>
            <p:nvPr/>
          </p:nvSpPr>
          <p:spPr>
            <a:xfrm>
              <a:off x="2538625" y="2002175"/>
              <a:ext cx="124100" cy="10125"/>
            </a:xfrm>
            <a:custGeom>
              <a:avLst/>
              <a:gdLst/>
              <a:ahLst/>
              <a:cxnLst/>
              <a:rect l="l" t="t" r="r" b="b"/>
              <a:pathLst>
                <a:path w="4964" h="405" extrusionOk="0">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7"/>
            <p:cNvSpPr/>
            <p:nvPr/>
          </p:nvSpPr>
          <p:spPr>
            <a:xfrm>
              <a:off x="2527175" y="2148725"/>
              <a:ext cx="131500" cy="10175"/>
            </a:xfrm>
            <a:custGeom>
              <a:avLst/>
              <a:gdLst/>
              <a:ahLst/>
              <a:cxnLst/>
              <a:rect l="l" t="t" r="r" b="b"/>
              <a:pathLst>
                <a:path w="5260" h="407" extrusionOk="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7"/>
            <p:cNvSpPr/>
            <p:nvPr/>
          </p:nvSpPr>
          <p:spPr>
            <a:xfrm>
              <a:off x="2526200" y="2172025"/>
              <a:ext cx="134200" cy="10875"/>
            </a:xfrm>
            <a:custGeom>
              <a:avLst/>
              <a:gdLst/>
              <a:ahLst/>
              <a:cxnLst/>
              <a:rect l="l" t="t" r="r" b="b"/>
              <a:pathLst>
                <a:path w="5368" h="435" extrusionOk="0">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7"/>
            <p:cNvSpPr/>
            <p:nvPr/>
          </p:nvSpPr>
          <p:spPr>
            <a:xfrm>
              <a:off x="2475800" y="1923875"/>
              <a:ext cx="284625" cy="349375"/>
            </a:xfrm>
            <a:custGeom>
              <a:avLst/>
              <a:gdLst/>
              <a:ahLst/>
              <a:cxnLst/>
              <a:rect l="l" t="t" r="r" b="b"/>
              <a:pathLst>
                <a:path w="11385" h="13975" extrusionOk="0">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87"/>
          <p:cNvGrpSpPr/>
          <p:nvPr/>
        </p:nvGrpSpPr>
        <p:grpSpPr>
          <a:xfrm>
            <a:off x="7009120" y="4156091"/>
            <a:ext cx="349775" cy="337350"/>
            <a:chOff x="3960075" y="3673350"/>
            <a:chExt cx="349775" cy="337350"/>
          </a:xfrm>
        </p:grpSpPr>
        <p:sp>
          <p:nvSpPr>
            <p:cNvPr id="15543" name="Google Shape;15543;p87"/>
            <p:cNvSpPr/>
            <p:nvPr/>
          </p:nvSpPr>
          <p:spPr>
            <a:xfrm>
              <a:off x="3960075" y="3673350"/>
              <a:ext cx="349775" cy="337350"/>
            </a:xfrm>
            <a:custGeom>
              <a:avLst/>
              <a:gdLst/>
              <a:ahLst/>
              <a:cxnLst/>
              <a:rect l="l" t="t" r="r" b="b"/>
              <a:pathLst>
                <a:path w="13991" h="13494" extrusionOk="0">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7"/>
            <p:cNvSpPr/>
            <p:nvPr/>
          </p:nvSpPr>
          <p:spPr>
            <a:xfrm>
              <a:off x="4019000" y="3709775"/>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7"/>
            <p:cNvSpPr/>
            <p:nvPr/>
          </p:nvSpPr>
          <p:spPr>
            <a:xfrm>
              <a:off x="4020550" y="3733050"/>
              <a:ext cx="93875" cy="10100"/>
            </a:xfrm>
            <a:custGeom>
              <a:avLst/>
              <a:gdLst/>
              <a:ahLst/>
              <a:cxnLst/>
              <a:rect l="l" t="t" r="r" b="b"/>
              <a:pathLst>
                <a:path w="3755" h="404" extrusionOk="0">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7"/>
            <p:cNvSpPr/>
            <p:nvPr/>
          </p:nvSpPr>
          <p:spPr>
            <a:xfrm>
              <a:off x="4019000" y="3756325"/>
              <a:ext cx="96975" cy="10100"/>
            </a:xfrm>
            <a:custGeom>
              <a:avLst/>
              <a:gdLst/>
              <a:ahLst/>
              <a:cxnLst/>
              <a:rect l="l" t="t" r="r" b="b"/>
              <a:pathLst>
                <a:path w="3879" h="404" extrusionOk="0">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7"/>
            <p:cNvSpPr/>
            <p:nvPr/>
          </p:nvSpPr>
          <p:spPr>
            <a:xfrm>
              <a:off x="4019000" y="3779575"/>
              <a:ext cx="96975" cy="10100"/>
            </a:xfrm>
            <a:custGeom>
              <a:avLst/>
              <a:gdLst/>
              <a:ahLst/>
              <a:cxnLst/>
              <a:rect l="l" t="t" r="r" b="b"/>
              <a:pathLst>
                <a:path w="3879" h="404"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7"/>
            <p:cNvSpPr/>
            <p:nvPr/>
          </p:nvSpPr>
          <p:spPr>
            <a:xfrm>
              <a:off x="4019000" y="3804400"/>
              <a:ext cx="96975" cy="10100"/>
            </a:xfrm>
            <a:custGeom>
              <a:avLst/>
              <a:gdLst/>
              <a:ahLst/>
              <a:cxnLst/>
              <a:rect l="l" t="t" r="r" b="b"/>
              <a:pathLst>
                <a:path w="3879" h="404" extrusionOk="0">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7"/>
            <p:cNvSpPr/>
            <p:nvPr/>
          </p:nvSpPr>
          <p:spPr>
            <a:xfrm>
              <a:off x="4019000" y="3829200"/>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7"/>
            <p:cNvSpPr/>
            <p:nvPr/>
          </p:nvSpPr>
          <p:spPr>
            <a:xfrm>
              <a:off x="4157825" y="3779575"/>
              <a:ext cx="96950" cy="10100"/>
            </a:xfrm>
            <a:custGeom>
              <a:avLst/>
              <a:gdLst/>
              <a:ahLst/>
              <a:cxnLst/>
              <a:rect l="l" t="t" r="r" b="b"/>
              <a:pathLst>
                <a:path w="3878" h="404"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7"/>
            <p:cNvSpPr/>
            <p:nvPr/>
          </p:nvSpPr>
          <p:spPr>
            <a:xfrm>
              <a:off x="4157825" y="3804400"/>
              <a:ext cx="96950" cy="10100"/>
            </a:xfrm>
            <a:custGeom>
              <a:avLst/>
              <a:gdLst/>
              <a:ahLst/>
              <a:cxnLst/>
              <a:rect l="l" t="t" r="r" b="b"/>
              <a:pathLst>
                <a:path w="3878" h="404" extrusionOk="0">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7"/>
            <p:cNvSpPr/>
            <p:nvPr/>
          </p:nvSpPr>
          <p:spPr>
            <a:xfrm>
              <a:off x="4157825" y="3829200"/>
              <a:ext cx="96950" cy="10125"/>
            </a:xfrm>
            <a:custGeom>
              <a:avLst/>
              <a:gdLst/>
              <a:ahLst/>
              <a:cxnLst/>
              <a:rect l="l" t="t" r="r" b="b"/>
              <a:pathLst>
                <a:path w="3878" h="405"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7"/>
            <p:cNvSpPr/>
            <p:nvPr/>
          </p:nvSpPr>
          <p:spPr>
            <a:xfrm>
              <a:off x="4161700" y="3701250"/>
              <a:ext cx="89200" cy="63625"/>
            </a:xfrm>
            <a:custGeom>
              <a:avLst/>
              <a:gdLst/>
              <a:ahLst/>
              <a:cxnLst/>
              <a:rect l="l" t="t" r="r" b="b"/>
              <a:pathLst>
                <a:path w="3568" h="2545" extrusionOk="0">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7"/>
            <p:cNvSpPr/>
            <p:nvPr/>
          </p:nvSpPr>
          <p:spPr>
            <a:xfrm>
              <a:off x="3999025" y="3928675"/>
              <a:ext cx="154175" cy="45575"/>
            </a:xfrm>
            <a:custGeom>
              <a:avLst/>
              <a:gdLst/>
              <a:ahLst/>
              <a:cxnLst/>
              <a:rect l="l" t="t" r="r" b="b"/>
              <a:pathLst>
                <a:path w="6167" h="1823" extrusionOk="0">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7"/>
            <p:cNvSpPr/>
            <p:nvPr/>
          </p:nvSpPr>
          <p:spPr>
            <a:xfrm>
              <a:off x="4174875" y="3903650"/>
              <a:ext cx="17100" cy="10100"/>
            </a:xfrm>
            <a:custGeom>
              <a:avLst/>
              <a:gdLst/>
              <a:ahLst/>
              <a:cxnLst/>
              <a:rect l="l" t="t" r="r" b="b"/>
              <a:pathLst>
                <a:path w="684" h="404" extrusionOk="0">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7"/>
            <p:cNvSpPr/>
            <p:nvPr/>
          </p:nvSpPr>
          <p:spPr>
            <a:xfrm>
              <a:off x="4258625" y="3903650"/>
              <a:ext cx="17100" cy="10100"/>
            </a:xfrm>
            <a:custGeom>
              <a:avLst/>
              <a:gdLst/>
              <a:ahLst/>
              <a:cxnLst/>
              <a:rect l="l" t="t" r="r" b="b"/>
              <a:pathLst>
                <a:path w="684" h="404" extrusionOk="0">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87"/>
          <p:cNvGrpSpPr/>
          <p:nvPr/>
        </p:nvGrpSpPr>
        <p:grpSpPr>
          <a:xfrm>
            <a:off x="6275145" y="4165766"/>
            <a:ext cx="349000" cy="318000"/>
            <a:chOff x="3196225" y="3683413"/>
            <a:chExt cx="349000" cy="318000"/>
          </a:xfrm>
        </p:grpSpPr>
        <p:sp>
          <p:nvSpPr>
            <p:cNvPr id="15558" name="Google Shape;15558;p87"/>
            <p:cNvSpPr/>
            <p:nvPr/>
          </p:nvSpPr>
          <p:spPr>
            <a:xfrm>
              <a:off x="3196225" y="3683413"/>
              <a:ext cx="349000" cy="318000"/>
            </a:xfrm>
            <a:custGeom>
              <a:avLst/>
              <a:gdLst/>
              <a:ahLst/>
              <a:cxnLst/>
              <a:rect l="l" t="t" r="r" b="b"/>
              <a:pathLst>
                <a:path w="13960" h="12720" extrusionOk="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7"/>
            <p:cNvSpPr/>
            <p:nvPr/>
          </p:nvSpPr>
          <p:spPr>
            <a:xfrm>
              <a:off x="3267575" y="3731500"/>
              <a:ext cx="34925" cy="10100"/>
            </a:xfrm>
            <a:custGeom>
              <a:avLst/>
              <a:gdLst/>
              <a:ahLst/>
              <a:cxnLst/>
              <a:rect l="l" t="t" r="r" b="b"/>
              <a:pathLst>
                <a:path w="1397" h="404" extrusionOk="0">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7"/>
            <p:cNvSpPr/>
            <p:nvPr/>
          </p:nvSpPr>
          <p:spPr>
            <a:xfrm>
              <a:off x="3266025" y="3752450"/>
              <a:ext cx="38025" cy="10875"/>
            </a:xfrm>
            <a:custGeom>
              <a:avLst/>
              <a:gdLst/>
              <a:ahLst/>
              <a:cxnLst/>
              <a:rect l="l" t="t" r="r" b="b"/>
              <a:pathLst>
                <a:path w="1521" h="435" extrusionOk="0">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7"/>
            <p:cNvSpPr/>
            <p:nvPr/>
          </p:nvSpPr>
          <p:spPr>
            <a:xfrm>
              <a:off x="3267575" y="3773375"/>
              <a:ext cx="34925" cy="10875"/>
            </a:xfrm>
            <a:custGeom>
              <a:avLst/>
              <a:gdLst/>
              <a:ahLst/>
              <a:cxnLst/>
              <a:rect l="l" t="t" r="r" b="b"/>
              <a:pathLst>
                <a:path w="1397" h="435" extrusionOk="0">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7"/>
            <p:cNvSpPr/>
            <p:nvPr/>
          </p:nvSpPr>
          <p:spPr>
            <a:xfrm>
              <a:off x="3266025" y="3837325"/>
              <a:ext cx="87450" cy="10175"/>
            </a:xfrm>
            <a:custGeom>
              <a:avLst/>
              <a:gdLst/>
              <a:ahLst/>
              <a:cxnLst/>
              <a:rect l="l" t="t" r="r" b="b"/>
              <a:pathLst>
                <a:path w="3498" h="407" extrusionOk="0">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7"/>
            <p:cNvSpPr/>
            <p:nvPr/>
          </p:nvSpPr>
          <p:spPr>
            <a:xfrm>
              <a:off x="3267575" y="3837113"/>
              <a:ext cx="85675" cy="10600"/>
            </a:xfrm>
            <a:custGeom>
              <a:avLst/>
              <a:gdLst/>
              <a:ahLst/>
              <a:cxnLst/>
              <a:rect l="l" t="t" r="r" b="b"/>
              <a:pathLst>
                <a:path w="3427" h="424" extrusionOk="0">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7"/>
            <p:cNvSpPr/>
            <p:nvPr/>
          </p:nvSpPr>
          <p:spPr>
            <a:xfrm>
              <a:off x="3266800" y="3837363"/>
              <a:ext cx="86100" cy="10100"/>
            </a:xfrm>
            <a:custGeom>
              <a:avLst/>
              <a:gdLst/>
              <a:ahLst/>
              <a:cxnLst/>
              <a:rect l="l" t="t" r="r" b="b"/>
              <a:pathLst>
                <a:path w="3444" h="404" extrusionOk="0">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7"/>
            <p:cNvSpPr/>
            <p:nvPr/>
          </p:nvSpPr>
          <p:spPr>
            <a:xfrm>
              <a:off x="3391825" y="3837275"/>
              <a:ext cx="87275" cy="10275"/>
            </a:xfrm>
            <a:custGeom>
              <a:avLst/>
              <a:gdLst/>
              <a:ahLst/>
              <a:cxnLst/>
              <a:rect l="l" t="t" r="r" b="b"/>
              <a:pathLst>
                <a:path w="3491" h="411" extrusionOk="0">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7"/>
            <p:cNvSpPr/>
            <p:nvPr/>
          </p:nvSpPr>
          <p:spPr>
            <a:xfrm>
              <a:off x="3392100" y="3837488"/>
              <a:ext cx="86750" cy="9850"/>
            </a:xfrm>
            <a:custGeom>
              <a:avLst/>
              <a:gdLst/>
              <a:ahLst/>
              <a:cxnLst/>
              <a:rect l="l" t="t" r="r" b="b"/>
              <a:pathLst>
                <a:path w="3470" h="394" extrusionOk="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7"/>
            <p:cNvSpPr/>
            <p:nvPr/>
          </p:nvSpPr>
          <p:spPr>
            <a:xfrm>
              <a:off x="3392425" y="3837363"/>
              <a:ext cx="86100" cy="10100"/>
            </a:xfrm>
            <a:custGeom>
              <a:avLst/>
              <a:gdLst/>
              <a:ahLst/>
              <a:cxnLst/>
              <a:rect l="l" t="t" r="r" b="b"/>
              <a:pathLst>
                <a:path w="3444" h="404" extrusionOk="0">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7"/>
            <p:cNvSpPr/>
            <p:nvPr/>
          </p:nvSpPr>
          <p:spPr>
            <a:xfrm>
              <a:off x="3394750" y="3724525"/>
              <a:ext cx="82225" cy="58175"/>
            </a:xfrm>
            <a:custGeom>
              <a:avLst/>
              <a:gdLst/>
              <a:ahLst/>
              <a:cxnLst/>
              <a:rect l="l" t="t" r="r" b="b"/>
              <a:pathLst>
                <a:path w="3289" h="2327" extrusionOk="0">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9" name="Google Shape;15569;p87"/>
          <p:cNvSpPr/>
          <p:nvPr/>
        </p:nvSpPr>
        <p:spPr>
          <a:xfrm>
            <a:off x="5552191" y="4150279"/>
            <a:ext cx="261375" cy="348975"/>
          </a:xfrm>
          <a:custGeom>
            <a:avLst/>
            <a:gdLst/>
            <a:ahLst/>
            <a:cxnLst/>
            <a:rect l="l" t="t" r="r" b="b"/>
            <a:pathLst>
              <a:path w="10455" h="13959" extrusionOk="0">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0" name="Google Shape;15570;p87"/>
          <p:cNvGrpSpPr/>
          <p:nvPr/>
        </p:nvGrpSpPr>
        <p:grpSpPr>
          <a:xfrm>
            <a:off x="4725851" y="4181654"/>
            <a:ext cx="348225" cy="286225"/>
            <a:chOff x="2444000" y="3698925"/>
            <a:chExt cx="348225" cy="286225"/>
          </a:xfrm>
        </p:grpSpPr>
        <p:sp>
          <p:nvSpPr>
            <p:cNvPr id="15571" name="Google Shape;15571;p87"/>
            <p:cNvSpPr/>
            <p:nvPr/>
          </p:nvSpPr>
          <p:spPr>
            <a:xfrm>
              <a:off x="2444000" y="3698925"/>
              <a:ext cx="348225" cy="286225"/>
            </a:xfrm>
            <a:custGeom>
              <a:avLst/>
              <a:gdLst/>
              <a:ahLst/>
              <a:cxnLst/>
              <a:rect l="l" t="t" r="r" b="b"/>
              <a:pathLst>
                <a:path w="13929" h="11449" extrusionOk="0">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7"/>
            <p:cNvSpPr/>
            <p:nvPr/>
          </p:nvSpPr>
          <p:spPr>
            <a:xfrm>
              <a:off x="2596000" y="3786550"/>
              <a:ext cx="51200" cy="59175"/>
            </a:xfrm>
            <a:custGeom>
              <a:avLst/>
              <a:gdLst/>
              <a:ahLst/>
              <a:cxnLst/>
              <a:rect l="l" t="t" r="r" b="b"/>
              <a:pathLst>
                <a:path w="2048" h="2367" extrusionOk="0">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7"/>
            <p:cNvSpPr/>
            <p:nvPr/>
          </p:nvSpPr>
          <p:spPr>
            <a:xfrm>
              <a:off x="2641750" y="3774925"/>
              <a:ext cx="34925" cy="31825"/>
            </a:xfrm>
            <a:custGeom>
              <a:avLst/>
              <a:gdLst/>
              <a:ahLst/>
              <a:cxnLst/>
              <a:rect l="l" t="t" r="r" b="b"/>
              <a:pathLst>
                <a:path w="1397" h="1273" extrusionOk="0">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4" name="Google Shape;15574;p87"/>
          <p:cNvGrpSpPr/>
          <p:nvPr/>
        </p:nvGrpSpPr>
        <p:grpSpPr>
          <a:xfrm>
            <a:off x="4009026" y="4150266"/>
            <a:ext cx="318750" cy="349000"/>
            <a:chOff x="7735125" y="2492275"/>
            <a:chExt cx="318750" cy="349000"/>
          </a:xfrm>
        </p:grpSpPr>
        <p:sp>
          <p:nvSpPr>
            <p:cNvPr id="15575" name="Google Shape;15575;p87"/>
            <p:cNvSpPr/>
            <p:nvPr/>
          </p:nvSpPr>
          <p:spPr>
            <a:xfrm>
              <a:off x="7880625" y="2613025"/>
              <a:ext cx="83300" cy="77550"/>
            </a:xfrm>
            <a:custGeom>
              <a:avLst/>
              <a:gdLst/>
              <a:ahLst/>
              <a:cxnLst/>
              <a:rect l="l" t="t" r="r" b="b"/>
              <a:pathLst>
                <a:path w="3332" h="3102" extrusionOk="0">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7"/>
            <p:cNvSpPr/>
            <p:nvPr/>
          </p:nvSpPr>
          <p:spPr>
            <a:xfrm>
              <a:off x="7735125" y="2492275"/>
              <a:ext cx="318750" cy="349000"/>
            </a:xfrm>
            <a:custGeom>
              <a:avLst/>
              <a:gdLst/>
              <a:ahLst/>
              <a:cxnLst/>
              <a:rect l="l" t="t" r="r" b="b"/>
              <a:pathLst>
                <a:path w="12750" h="13960" extrusionOk="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7"/>
            <p:cNvSpPr/>
            <p:nvPr/>
          </p:nvSpPr>
          <p:spPr>
            <a:xfrm>
              <a:off x="7804150" y="2589225"/>
              <a:ext cx="58175" cy="10100"/>
            </a:xfrm>
            <a:custGeom>
              <a:avLst/>
              <a:gdLst/>
              <a:ahLst/>
              <a:cxnLst/>
              <a:rect l="l" t="t" r="r" b="b"/>
              <a:pathLst>
                <a:path w="2327" h="404" extrusionOk="0">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7"/>
            <p:cNvSpPr/>
            <p:nvPr/>
          </p:nvSpPr>
          <p:spPr>
            <a:xfrm>
              <a:off x="7804150" y="2613250"/>
              <a:ext cx="52750" cy="10125"/>
            </a:xfrm>
            <a:custGeom>
              <a:avLst/>
              <a:gdLst/>
              <a:ahLst/>
              <a:cxnLst/>
              <a:rect l="l" t="t" r="r" b="b"/>
              <a:pathLst>
                <a:path w="2110" h="405" extrusionOk="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7"/>
            <p:cNvSpPr/>
            <p:nvPr/>
          </p:nvSpPr>
          <p:spPr>
            <a:xfrm>
              <a:off x="7805350" y="2637825"/>
              <a:ext cx="44900" cy="9850"/>
            </a:xfrm>
            <a:custGeom>
              <a:avLst/>
              <a:gdLst/>
              <a:ahLst/>
              <a:cxnLst/>
              <a:rect l="l" t="t" r="r" b="b"/>
              <a:pathLst>
                <a:path w="1796" h="394" extrusionOk="0">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7"/>
            <p:cNvSpPr/>
            <p:nvPr/>
          </p:nvSpPr>
          <p:spPr>
            <a:xfrm>
              <a:off x="7804150" y="2662125"/>
              <a:ext cx="47325" cy="10100"/>
            </a:xfrm>
            <a:custGeom>
              <a:avLst/>
              <a:gdLst/>
              <a:ahLst/>
              <a:cxnLst/>
              <a:rect l="l" t="t" r="r" b="b"/>
              <a:pathLst>
                <a:path w="1893" h="404" extrusionOk="0">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7"/>
            <p:cNvSpPr/>
            <p:nvPr/>
          </p:nvSpPr>
          <p:spPr>
            <a:xfrm>
              <a:off x="7805350" y="2686675"/>
              <a:ext cx="52325" cy="10625"/>
            </a:xfrm>
            <a:custGeom>
              <a:avLst/>
              <a:gdLst/>
              <a:ahLst/>
              <a:cxnLst/>
              <a:rect l="l" t="t" r="r" b="b"/>
              <a:pathLst>
                <a:path w="2093" h="425" extrusionOk="0">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7"/>
            <p:cNvSpPr/>
            <p:nvPr/>
          </p:nvSpPr>
          <p:spPr>
            <a:xfrm>
              <a:off x="7804150" y="2710975"/>
              <a:ext cx="68250" cy="10875"/>
            </a:xfrm>
            <a:custGeom>
              <a:avLst/>
              <a:gdLst/>
              <a:ahLst/>
              <a:cxnLst/>
              <a:rect l="l" t="t" r="r" b="b"/>
              <a:pathLst>
                <a:path w="2730" h="435" extrusionOk="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7"/>
            <p:cNvSpPr/>
            <p:nvPr/>
          </p:nvSpPr>
          <p:spPr>
            <a:xfrm>
              <a:off x="7805225" y="2735525"/>
              <a:ext cx="111075" cy="10500"/>
            </a:xfrm>
            <a:custGeom>
              <a:avLst/>
              <a:gdLst/>
              <a:ahLst/>
              <a:cxnLst/>
              <a:rect l="l" t="t" r="r" b="b"/>
              <a:pathLst>
                <a:path w="4443" h="420" extrusionOk="0">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7"/>
            <p:cNvSpPr/>
            <p:nvPr/>
          </p:nvSpPr>
          <p:spPr>
            <a:xfrm>
              <a:off x="7849900" y="2786925"/>
              <a:ext cx="37025" cy="31975"/>
            </a:xfrm>
            <a:custGeom>
              <a:avLst/>
              <a:gdLst/>
              <a:ahLst/>
              <a:cxnLst/>
              <a:rect l="l" t="t" r="r" b="b"/>
              <a:pathLst>
                <a:path w="1481" h="1279" extrusionOk="0">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87"/>
          <p:cNvGrpSpPr/>
          <p:nvPr/>
        </p:nvGrpSpPr>
        <p:grpSpPr>
          <a:xfrm>
            <a:off x="3227208" y="4178191"/>
            <a:ext cx="349775" cy="293150"/>
            <a:chOff x="1680925" y="3695825"/>
            <a:chExt cx="349775" cy="293150"/>
          </a:xfrm>
        </p:grpSpPr>
        <p:sp>
          <p:nvSpPr>
            <p:cNvPr id="15586" name="Google Shape;15586;p87"/>
            <p:cNvSpPr/>
            <p:nvPr/>
          </p:nvSpPr>
          <p:spPr>
            <a:xfrm>
              <a:off x="1947700" y="3716175"/>
              <a:ext cx="10100" cy="10500"/>
            </a:xfrm>
            <a:custGeom>
              <a:avLst/>
              <a:gdLst/>
              <a:ahLst/>
              <a:cxnLst/>
              <a:rect l="l" t="t" r="r" b="b"/>
              <a:pathLst>
                <a:path w="404" h="420" extrusionOk="0">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7"/>
            <p:cNvSpPr/>
            <p:nvPr/>
          </p:nvSpPr>
          <p:spPr>
            <a:xfrm>
              <a:off x="1968625" y="3716775"/>
              <a:ext cx="10125" cy="10100"/>
            </a:xfrm>
            <a:custGeom>
              <a:avLst/>
              <a:gdLst/>
              <a:ahLst/>
              <a:cxnLst/>
              <a:rect l="l" t="t" r="r" b="b"/>
              <a:pathLst>
                <a:path w="405" h="404" extrusionOk="0">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7"/>
            <p:cNvSpPr/>
            <p:nvPr/>
          </p:nvSpPr>
          <p:spPr>
            <a:xfrm>
              <a:off x="1989175" y="3717925"/>
              <a:ext cx="12450" cy="8175"/>
            </a:xfrm>
            <a:custGeom>
              <a:avLst/>
              <a:gdLst/>
              <a:ahLst/>
              <a:cxnLst/>
              <a:rect l="l" t="t" r="r" b="b"/>
              <a:pathLst>
                <a:path w="498" h="327" extrusionOk="0">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7"/>
            <p:cNvSpPr/>
            <p:nvPr/>
          </p:nvSpPr>
          <p:spPr>
            <a:xfrm>
              <a:off x="1832150" y="3909850"/>
              <a:ext cx="175275" cy="36475"/>
            </a:xfrm>
            <a:custGeom>
              <a:avLst/>
              <a:gdLst/>
              <a:ahLst/>
              <a:cxnLst/>
              <a:rect l="l" t="t" r="r" b="b"/>
              <a:pathLst>
                <a:path w="7011" h="1459" extrusionOk="0">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7"/>
            <p:cNvSpPr/>
            <p:nvPr/>
          </p:nvSpPr>
          <p:spPr>
            <a:xfrm>
              <a:off x="1680925" y="3695825"/>
              <a:ext cx="349775" cy="293150"/>
            </a:xfrm>
            <a:custGeom>
              <a:avLst/>
              <a:gdLst/>
              <a:ahLst/>
              <a:cxnLst/>
              <a:rect l="l" t="t" r="r" b="b"/>
              <a:pathLst>
                <a:path w="13991" h="11726" extrusionOk="0">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7"/>
            <p:cNvSpPr/>
            <p:nvPr/>
          </p:nvSpPr>
          <p:spPr>
            <a:xfrm>
              <a:off x="1700325" y="3766375"/>
              <a:ext cx="111675" cy="93900"/>
            </a:xfrm>
            <a:custGeom>
              <a:avLst/>
              <a:gdLst/>
              <a:ahLst/>
              <a:cxnLst/>
              <a:rect l="l" t="t" r="r" b="b"/>
              <a:pathLst>
                <a:path w="4467" h="3756" extrusionOk="0">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7"/>
            <p:cNvSpPr/>
            <p:nvPr/>
          </p:nvSpPr>
          <p:spPr>
            <a:xfrm>
              <a:off x="1713500" y="3878850"/>
              <a:ext cx="96175" cy="10100"/>
            </a:xfrm>
            <a:custGeom>
              <a:avLst/>
              <a:gdLst/>
              <a:ahLst/>
              <a:cxnLst/>
              <a:rect l="l" t="t" r="r" b="b"/>
              <a:pathLst>
                <a:path w="3847" h="404" extrusionOk="0">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7"/>
            <p:cNvSpPr/>
            <p:nvPr/>
          </p:nvSpPr>
          <p:spPr>
            <a:xfrm>
              <a:off x="1711950" y="3904425"/>
              <a:ext cx="99275" cy="10900"/>
            </a:xfrm>
            <a:custGeom>
              <a:avLst/>
              <a:gdLst/>
              <a:ahLst/>
              <a:cxnLst/>
              <a:rect l="l" t="t" r="r" b="b"/>
              <a:pathLst>
                <a:path w="3971" h="436" extrusionOk="0">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7"/>
            <p:cNvSpPr/>
            <p:nvPr/>
          </p:nvSpPr>
          <p:spPr>
            <a:xfrm>
              <a:off x="1712900" y="3930675"/>
              <a:ext cx="96625" cy="10275"/>
            </a:xfrm>
            <a:custGeom>
              <a:avLst/>
              <a:gdLst/>
              <a:ahLst/>
              <a:cxnLst/>
              <a:rect l="l" t="t" r="r" b="b"/>
              <a:pathLst>
                <a:path w="3865" h="411" extrusionOk="0">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7"/>
            <p:cNvSpPr/>
            <p:nvPr/>
          </p:nvSpPr>
          <p:spPr>
            <a:xfrm>
              <a:off x="1832150" y="3778025"/>
              <a:ext cx="175275" cy="36475"/>
            </a:xfrm>
            <a:custGeom>
              <a:avLst/>
              <a:gdLst/>
              <a:ahLst/>
              <a:cxnLst/>
              <a:rect l="l" t="t" r="r" b="b"/>
              <a:pathLst>
                <a:path w="7011" h="1459" extrusionOk="0">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7"/>
            <p:cNvSpPr/>
            <p:nvPr/>
          </p:nvSpPr>
          <p:spPr>
            <a:xfrm>
              <a:off x="1831550" y="3833725"/>
              <a:ext cx="176475" cy="10275"/>
            </a:xfrm>
            <a:custGeom>
              <a:avLst/>
              <a:gdLst/>
              <a:ahLst/>
              <a:cxnLst/>
              <a:rect l="l" t="t" r="r" b="b"/>
              <a:pathLst>
                <a:path w="7059" h="411" extrusionOk="0">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7"/>
            <p:cNvSpPr/>
            <p:nvPr/>
          </p:nvSpPr>
          <p:spPr>
            <a:xfrm>
              <a:off x="1831575" y="3857100"/>
              <a:ext cx="176450" cy="10175"/>
            </a:xfrm>
            <a:custGeom>
              <a:avLst/>
              <a:gdLst/>
              <a:ahLst/>
              <a:cxnLst/>
              <a:rect l="l" t="t" r="r" b="b"/>
              <a:pathLst>
                <a:path w="7058" h="407" extrusionOk="0">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7"/>
            <p:cNvSpPr/>
            <p:nvPr/>
          </p:nvSpPr>
          <p:spPr>
            <a:xfrm>
              <a:off x="1830600" y="3881175"/>
              <a:ext cx="178375" cy="10875"/>
            </a:xfrm>
            <a:custGeom>
              <a:avLst/>
              <a:gdLst/>
              <a:ahLst/>
              <a:cxnLst/>
              <a:rect l="l" t="t" r="r" b="b"/>
              <a:pathLst>
                <a:path w="7135" h="435" extrusionOk="0">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87"/>
          <p:cNvGrpSpPr/>
          <p:nvPr/>
        </p:nvGrpSpPr>
        <p:grpSpPr>
          <a:xfrm>
            <a:off x="2441173" y="4181654"/>
            <a:ext cx="348975" cy="286225"/>
            <a:chOff x="931825" y="3698925"/>
            <a:chExt cx="348975" cy="286225"/>
          </a:xfrm>
        </p:grpSpPr>
        <p:sp>
          <p:nvSpPr>
            <p:cNvPr id="15600" name="Google Shape;15600;p87"/>
            <p:cNvSpPr/>
            <p:nvPr/>
          </p:nvSpPr>
          <p:spPr>
            <a:xfrm>
              <a:off x="931825" y="3698925"/>
              <a:ext cx="348975" cy="286225"/>
            </a:xfrm>
            <a:custGeom>
              <a:avLst/>
              <a:gdLst/>
              <a:ahLst/>
              <a:cxnLst/>
              <a:rect l="l" t="t" r="r" b="b"/>
              <a:pathLst>
                <a:path w="13959" h="11449" extrusionOk="0">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7"/>
            <p:cNvSpPr/>
            <p:nvPr/>
          </p:nvSpPr>
          <p:spPr>
            <a:xfrm>
              <a:off x="1058225" y="3771050"/>
              <a:ext cx="113225" cy="96825"/>
            </a:xfrm>
            <a:custGeom>
              <a:avLst/>
              <a:gdLst/>
              <a:ahLst/>
              <a:cxnLst/>
              <a:rect l="l" t="t" r="r" b="b"/>
              <a:pathLst>
                <a:path w="4529" h="3873" extrusionOk="0">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87"/>
          <p:cNvGrpSpPr/>
          <p:nvPr/>
        </p:nvGrpSpPr>
        <p:grpSpPr>
          <a:xfrm>
            <a:off x="1732958" y="4178179"/>
            <a:ext cx="348975" cy="293175"/>
            <a:chOff x="7719625" y="4198325"/>
            <a:chExt cx="348975" cy="293175"/>
          </a:xfrm>
        </p:grpSpPr>
        <p:sp>
          <p:nvSpPr>
            <p:cNvPr id="15603" name="Google Shape;15603;p87"/>
            <p:cNvSpPr/>
            <p:nvPr/>
          </p:nvSpPr>
          <p:spPr>
            <a:xfrm>
              <a:off x="7984600" y="4219275"/>
              <a:ext cx="11900" cy="7550"/>
            </a:xfrm>
            <a:custGeom>
              <a:avLst/>
              <a:gdLst/>
              <a:ahLst/>
              <a:cxnLst/>
              <a:rect l="l" t="t" r="r" b="b"/>
              <a:pathLst>
                <a:path w="476" h="302" extrusionOk="0">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7"/>
            <p:cNvSpPr/>
            <p:nvPr/>
          </p:nvSpPr>
          <p:spPr>
            <a:xfrm>
              <a:off x="8006200" y="4219025"/>
              <a:ext cx="11225" cy="10600"/>
            </a:xfrm>
            <a:custGeom>
              <a:avLst/>
              <a:gdLst/>
              <a:ahLst/>
              <a:cxnLst/>
              <a:rect l="l" t="t" r="r" b="b"/>
              <a:pathLst>
                <a:path w="449" h="424" extrusionOk="0">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7"/>
            <p:cNvSpPr/>
            <p:nvPr/>
          </p:nvSpPr>
          <p:spPr>
            <a:xfrm>
              <a:off x="8027900" y="4219025"/>
              <a:ext cx="10475" cy="10600"/>
            </a:xfrm>
            <a:custGeom>
              <a:avLst/>
              <a:gdLst/>
              <a:ahLst/>
              <a:cxnLst/>
              <a:rect l="l" t="t" r="r" b="b"/>
              <a:pathLst>
                <a:path w="419" h="424" extrusionOk="0">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7"/>
            <p:cNvSpPr/>
            <p:nvPr/>
          </p:nvSpPr>
          <p:spPr>
            <a:xfrm>
              <a:off x="7719625" y="4198325"/>
              <a:ext cx="348975" cy="293175"/>
            </a:xfrm>
            <a:custGeom>
              <a:avLst/>
              <a:gdLst/>
              <a:ahLst/>
              <a:cxnLst/>
              <a:rect l="l" t="t" r="r" b="b"/>
              <a:pathLst>
                <a:path w="13959" h="11727" extrusionOk="0">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7"/>
            <p:cNvSpPr/>
            <p:nvPr/>
          </p:nvSpPr>
          <p:spPr>
            <a:xfrm>
              <a:off x="7905725" y="4260375"/>
              <a:ext cx="130300" cy="63000"/>
            </a:xfrm>
            <a:custGeom>
              <a:avLst/>
              <a:gdLst/>
              <a:ahLst/>
              <a:cxnLst/>
              <a:rect l="l" t="t" r="r" b="b"/>
              <a:pathLst>
                <a:path w="5212" h="2520" extrusionOk="0">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7"/>
            <p:cNvSpPr/>
            <p:nvPr/>
          </p:nvSpPr>
          <p:spPr>
            <a:xfrm>
              <a:off x="7938475" y="4282050"/>
              <a:ext cx="64825" cy="10175"/>
            </a:xfrm>
            <a:custGeom>
              <a:avLst/>
              <a:gdLst/>
              <a:ahLst/>
              <a:cxnLst/>
              <a:rect l="l" t="t" r="r" b="b"/>
              <a:pathLst>
                <a:path w="2593" h="407" extrusionOk="0">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7"/>
            <p:cNvSpPr/>
            <p:nvPr/>
          </p:nvSpPr>
          <p:spPr>
            <a:xfrm>
              <a:off x="7905725" y="4334725"/>
              <a:ext cx="130300" cy="62925"/>
            </a:xfrm>
            <a:custGeom>
              <a:avLst/>
              <a:gdLst/>
              <a:ahLst/>
              <a:cxnLst/>
              <a:rect l="l" t="t" r="r" b="b"/>
              <a:pathLst>
                <a:path w="5212" h="2517" extrusionOk="0">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7"/>
            <p:cNvSpPr/>
            <p:nvPr/>
          </p:nvSpPr>
          <p:spPr>
            <a:xfrm>
              <a:off x="7936750" y="4356525"/>
              <a:ext cx="67500" cy="10125"/>
            </a:xfrm>
            <a:custGeom>
              <a:avLst/>
              <a:gdLst/>
              <a:ahLst/>
              <a:cxnLst/>
              <a:rect l="l" t="t" r="r" b="b"/>
              <a:pathLst>
                <a:path w="2700" h="405" extrusionOk="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7"/>
            <p:cNvSpPr/>
            <p:nvPr/>
          </p:nvSpPr>
          <p:spPr>
            <a:xfrm>
              <a:off x="7904950" y="4408500"/>
              <a:ext cx="131075" cy="62825"/>
            </a:xfrm>
            <a:custGeom>
              <a:avLst/>
              <a:gdLst/>
              <a:ahLst/>
              <a:cxnLst/>
              <a:rect l="l" t="t" r="r" b="b"/>
              <a:pathLst>
                <a:path w="5243" h="2513" extrusionOk="0">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7"/>
            <p:cNvSpPr/>
            <p:nvPr/>
          </p:nvSpPr>
          <p:spPr>
            <a:xfrm>
              <a:off x="7938300" y="4429425"/>
              <a:ext cx="64400" cy="10100"/>
            </a:xfrm>
            <a:custGeom>
              <a:avLst/>
              <a:gdLst/>
              <a:ahLst/>
              <a:cxnLst/>
              <a:rect l="l" t="t" r="r" b="b"/>
              <a:pathLst>
                <a:path w="2576" h="404" extrusionOk="0">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87"/>
          <p:cNvGrpSpPr/>
          <p:nvPr/>
        </p:nvGrpSpPr>
        <p:grpSpPr>
          <a:xfrm>
            <a:off x="1049656" y="4161679"/>
            <a:ext cx="366825" cy="326175"/>
            <a:chOff x="6971275" y="4181600"/>
            <a:chExt cx="366825" cy="326175"/>
          </a:xfrm>
        </p:grpSpPr>
        <p:sp>
          <p:nvSpPr>
            <p:cNvPr id="15614" name="Google Shape;15614;p87"/>
            <p:cNvSpPr/>
            <p:nvPr/>
          </p:nvSpPr>
          <p:spPr>
            <a:xfrm>
              <a:off x="6971275" y="4181600"/>
              <a:ext cx="366825" cy="326175"/>
            </a:xfrm>
            <a:custGeom>
              <a:avLst/>
              <a:gdLst/>
              <a:ahLst/>
              <a:cxnLst/>
              <a:rect l="l" t="t" r="r" b="b"/>
              <a:pathLst>
                <a:path w="14673" h="13047" extrusionOk="0">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7"/>
            <p:cNvSpPr/>
            <p:nvPr/>
          </p:nvSpPr>
          <p:spPr>
            <a:xfrm>
              <a:off x="7151175" y="4270450"/>
              <a:ext cx="131100" cy="93875"/>
            </a:xfrm>
            <a:custGeom>
              <a:avLst/>
              <a:gdLst/>
              <a:ahLst/>
              <a:cxnLst/>
              <a:rect l="l" t="t" r="r" b="b"/>
              <a:pathLst>
                <a:path w="5244" h="3755" extrusionOk="0">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7"/>
            <p:cNvSpPr/>
            <p:nvPr/>
          </p:nvSpPr>
          <p:spPr>
            <a:xfrm>
              <a:off x="7146525" y="4221400"/>
              <a:ext cx="91550" cy="55275"/>
            </a:xfrm>
            <a:custGeom>
              <a:avLst/>
              <a:gdLst/>
              <a:ahLst/>
              <a:cxnLst/>
              <a:rect l="l" t="t" r="r" b="b"/>
              <a:pathLst>
                <a:path w="3662" h="2211" extrusionOk="0">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7"/>
            <p:cNvSpPr/>
            <p:nvPr/>
          </p:nvSpPr>
          <p:spPr>
            <a:xfrm>
              <a:off x="7198025" y="4247000"/>
              <a:ext cx="33050" cy="30450"/>
            </a:xfrm>
            <a:custGeom>
              <a:avLst/>
              <a:gdLst/>
              <a:ahLst/>
              <a:cxnLst/>
              <a:rect l="l" t="t" r="r" b="b"/>
              <a:pathLst>
                <a:path w="1322" h="1218" extrusionOk="0">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7"/>
            <p:cNvSpPr/>
            <p:nvPr/>
          </p:nvSpPr>
          <p:spPr>
            <a:xfrm>
              <a:off x="7123275" y="4288300"/>
              <a:ext cx="39575" cy="31800"/>
            </a:xfrm>
            <a:custGeom>
              <a:avLst/>
              <a:gdLst/>
              <a:ahLst/>
              <a:cxnLst/>
              <a:rect l="l" t="t" r="r" b="b"/>
              <a:pathLst>
                <a:path w="1583" h="1272" extrusionOk="0">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9" name="Google Shape;15619;p87"/>
          <p:cNvSpPr/>
          <p:nvPr/>
        </p:nvSpPr>
        <p:spPr>
          <a:xfrm>
            <a:off x="1058181" y="4750875"/>
            <a:ext cx="349775" cy="225725"/>
          </a:xfrm>
          <a:custGeom>
            <a:avLst/>
            <a:gdLst/>
            <a:ahLst/>
            <a:cxnLst/>
            <a:rect l="l" t="t" r="r" b="b"/>
            <a:pathLst>
              <a:path w="13991" h="9029" extrusionOk="0">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0" name="Google Shape;15620;p87"/>
          <p:cNvGrpSpPr/>
          <p:nvPr/>
        </p:nvGrpSpPr>
        <p:grpSpPr>
          <a:xfrm>
            <a:off x="1731783" y="4715800"/>
            <a:ext cx="351325" cy="295875"/>
            <a:chOff x="5451325" y="4196775"/>
            <a:chExt cx="351325" cy="295875"/>
          </a:xfrm>
        </p:grpSpPr>
        <p:sp>
          <p:nvSpPr>
            <p:cNvPr id="15621" name="Google Shape;15621;p87"/>
            <p:cNvSpPr/>
            <p:nvPr/>
          </p:nvSpPr>
          <p:spPr>
            <a:xfrm>
              <a:off x="5712225" y="4214625"/>
              <a:ext cx="11325" cy="7550"/>
            </a:xfrm>
            <a:custGeom>
              <a:avLst/>
              <a:gdLst/>
              <a:ahLst/>
              <a:cxnLst/>
              <a:rect l="l" t="t" r="r" b="b"/>
              <a:pathLst>
                <a:path w="453" h="302" extrusionOk="0">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7"/>
            <p:cNvSpPr/>
            <p:nvPr/>
          </p:nvSpPr>
          <p:spPr>
            <a:xfrm>
              <a:off x="5736275" y="4214625"/>
              <a:ext cx="11300" cy="7550"/>
            </a:xfrm>
            <a:custGeom>
              <a:avLst/>
              <a:gdLst/>
              <a:ahLst/>
              <a:cxnLst/>
              <a:rect l="l" t="t" r="r" b="b"/>
              <a:pathLst>
                <a:path w="452" h="302" extrusionOk="0">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7"/>
            <p:cNvSpPr/>
            <p:nvPr/>
          </p:nvSpPr>
          <p:spPr>
            <a:xfrm>
              <a:off x="5760500" y="4214625"/>
              <a:ext cx="11125" cy="7550"/>
            </a:xfrm>
            <a:custGeom>
              <a:avLst/>
              <a:gdLst/>
              <a:ahLst/>
              <a:cxnLst/>
              <a:rect l="l" t="t" r="r" b="b"/>
              <a:pathLst>
                <a:path w="445" h="302" extrusionOk="0">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7"/>
            <p:cNvSpPr/>
            <p:nvPr/>
          </p:nvSpPr>
          <p:spPr>
            <a:xfrm>
              <a:off x="5596350" y="4389875"/>
              <a:ext cx="54300" cy="46550"/>
            </a:xfrm>
            <a:custGeom>
              <a:avLst/>
              <a:gdLst/>
              <a:ahLst/>
              <a:cxnLst/>
              <a:rect l="l" t="t" r="r" b="b"/>
              <a:pathLst>
                <a:path w="2172" h="1862" extrusionOk="0">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7"/>
            <p:cNvSpPr/>
            <p:nvPr/>
          </p:nvSpPr>
          <p:spPr>
            <a:xfrm>
              <a:off x="5451325" y="4196775"/>
              <a:ext cx="351325" cy="295875"/>
            </a:xfrm>
            <a:custGeom>
              <a:avLst/>
              <a:gdLst/>
              <a:ahLst/>
              <a:cxnLst/>
              <a:rect l="l" t="t" r="r" b="b"/>
              <a:pathLst>
                <a:path w="14053" h="11835" extrusionOk="0">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7"/>
            <p:cNvSpPr/>
            <p:nvPr/>
          </p:nvSpPr>
          <p:spPr>
            <a:xfrm>
              <a:off x="5570750" y="4275850"/>
              <a:ext cx="112300" cy="10950"/>
            </a:xfrm>
            <a:custGeom>
              <a:avLst/>
              <a:gdLst/>
              <a:ahLst/>
              <a:cxnLst/>
              <a:rect l="l" t="t" r="r" b="b"/>
              <a:pathLst>
                <a:path w="4492" h="438" extrusionOk="0">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7"/>
            <p:cNvSpPr/>
            <p:nvPr/>
          </p:nvSpPr>
          <p:spPr>
            <a:xfrm>
              <a:off x="5572300" y="4326025"/>
              <a:ext cx="111375" cy="10500"/>
            </a:xfrm>
            <a:custGeom>
              <a:avLst/>
              <a:gdLst/>
              <a:ahLst/>
              <a:cxnLst/>
              <a:rect l="l" t="t" r="r" b="b"/>
              <a:pathLst>
                <a:path w="4455" h="420" extrusionOk="0">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7"/>
            <p:cNvSpPr/>
            <p:nvPr/>
          </p:nvSpPr>
          <p:spPr>
            <a:xfrm>
              <a:off x="5525775" y="4299925"/>
              <a:ext cx="204750" cy="10100"/>
            </a:xfrm>
            <a:custGeom>
              <a:avLst/>
              <a:gdLst/>
              <a:ahLst/>
              <a:cxnLst/>
              <a:rect l="l" t="t" r="r" b="b"/>
              <a:pathLst>
                <a:path w="8190" h="404" extrusionOk="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7"/>
            <p:cNvSpPr/>
            <p:nvPr/>
          </p:nvSpPr>
          <p:spPr>
            <a:xfrm>
              <a:off x="5702150" y="4370500"/>
              <a:ext cx="52425" cy="33950"/>
            </a:xfrm>
            <a:custGeom>
              <a:avLst/>
              <a:gdLst/>
              <a:ahLst/>
              <a:cxnLst/>
              <a:rect l="l" t="t" r="r" b="b"/>
              <a:pathLst>
                <a:path w="2097" h="1358" extrusionOk="0">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7"/>
            <p:cNvSpPr/>
            <p:nvPr/>
          </p:nvSpPr>
          <p:spPr>
            <a:xfrm>
              <a:off x="5498625" y="4382125"/>
              <a:ext cx="44225" cy="10875"/>
            </a:xfrm>
            <a:custGeom>
              <a:avLst/>
              <a:gdLst/>
              <a:ahLst/>
              <a:cxnLst/>
              <a:rect l="l" t="t" r="r" b="b"/>
              <a:pathLst>
                <a:path w="1769" h="435" extrusionOk="0">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1" name="Google Shape;15631;p87"/>
          <p:cNvGrpSpPr/>
          <p:nvPr/>
        </p:nvGrpSpPr>
        <p:grpSpPr>
          <a:xfrm>
            <a:off x="2441160" y="4709775"/>
            <a:ext cx="349000" cy="307925"/>
            <a:chOff x="4720050" y="4190575"/>
            <a:chExt cx="349000" cy="307925"/>
          </a:xfrm>
        </p:grpSpPr>
        <p:sp>
          <p:nvSpPr>
            <p:cNvPr id="15632" name="Google Shape;15632;p87"/>
            <p:cNvSpPr/>
            <p:nvPr/>
          </p:nvSpPr>
          <p:spPr>
            <a:xfrm>
              <a:off x="4755925" y="447052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7"/>
            <p:cNvSpPr/>
            <p:nvPr/>
          </p:nvSpPr>
          <p:spPr>
            <a:xfrm>
              <a:off x="4720050" y="4273550"/>
              <a:ext cx="349000" cy="224950"/>
            </a:xfrm>
            <a:custGeom>
              <a:avLst/>
              <a:gdLst/>
              <a:ahLst/>
              <a:cxnLst/>
              <a:rect l="l" t="t" r="r" b="b"/>
              <a:pathLst>
                <a:path w="13960" h="8998" extrusionOk="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7"/>
            <p:cNvSpPr/>
            <p:nvPr/>
          </p:nvSpPr>
          <p:spPr>
            <a:xfrm>
              <a:off x="4823950" y="4336950"/>
              <a:ext cx="141950" cy="96775"/>
            </a:xfrm>
            <a:custGeom>
              <a:avLst/>
              <a:gdLst/>
              <a:ahLst/>
              <a:cxnLst/>
              <a:rect l="l" t="t" r="r" b="b"/>
              <a:pathLst>
                <a:path w="5678" h="3871" extrusionOk="0">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7"/>
            <p:cNvSpPr/>
            <p:nvPr/>
          </p:nvSpPr>
          <p:spPr>
            <a:xfrm>
              <a:off x="4874375" y="4235750"/>
              <a:ext cx="40350" cy="16500"/>
            </a:xfrm>
            <a:custGeom>
              <a:avLst/>
              <a:gdLst/>
              <a:ahLst/>
              <a:cxnLst/>
              <a:rect l="l" t="t" r="r" b="b"/>
              <a:pathLst>
                <a:path w="1614" h="660" extrusionOk="0">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7"/>
            <p:cNvSpPr/>
            <p:nvPr/>
          </p:nvSpPr>
          <p:spPr>
            <a:xfrm>
              <a:off x="4856850" y="4213275"/>
              <a:ext cx="74150" cy="23075"/>
            </a:xfrm>
            <a:custGeom>
              <a:avLst/>
              <a:gdLst/>
              <a:ahLst/>
              <a:cxnLst/>
              <a:rect l="l" t="t" r="r" b="b"/>
              <a:pathLst>
                <a:path w="2966" h="923" extrusionOk="0">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7"/>
            <p:cNvSpPr/>
            <p:nvPr/>
          </p:nvSpPr>
          <p:spPr>
            <a:xfrm>
              <a:off x="4841800" y="4190575"/>
              <a:ext cx="105500" cy="29700"/>
            </a:xfrm>
            <a:custGeom>
              <a:avLst/>
              <a:gdLst/>
              <a:ahLst/>
              <a:cxnLst/>
              <a:rect l="l" t="t" r="r" b="b"/>
              <a:pathLst>
                <a:path w="4220" h="1188" extrusionOk="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7"/>
          <p:cNvGrpSpPr/>
          <p:nvPr/>
        </p:nvGrpSpPr>
        <p:grpSpPr>
          <a:xfrm>
            <a:off x="3227595" y="4715200"/>
            <a:ext cx="349000" cy="297075"/>
            <a:chOff x="3960075" y="4196000"/>
            <a:chExt cx="349000" cy="297075"/>
          </a:xfrm>
        </p:grpSpPr>
        <p:sp>
          <p:nvSpPr>
            <p:cNvPr id="15639" name="Google Shape;15639;p87"/>
            <p:cNvSpPr/>
            <p:nvPr/>
          </p:nvSpPr>
          <p:spPr>
            <a:xfrm>
              <a:off x="3993425" y="4297550"/>
              <a:ext cx="281525" cy="162150"/>
            </a:xfrm>
            <a:custGeom>
              <a:avLst/>
              <a:gdLst/>
              <a:ahLst/>
              <a:cxnLst/>
              <a:rect l="l" t="t" r="r" b="b"/>
              <a:pathLst>
                <a:path w="11261" h="6486" extrusionOk="0">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7"/>
            <p:cNvSpPr/>
            <p:nvPr/>
          </p:nvSpPr>
          <p:spPr>
            <a:xfrm>
              <a:off x="4102775" y="4333075"/>
              <a:ext cx="62825" cy="70025"/>
            </a:xfrm>
            <a:custGeom>
              <a:avLst/>
              <a:gdLst/>
              <a:ahLst/>
              <a:cxnLst/>
              <a:rect l="l" t="t" r="r" b="b"/>
              <a:pathLst>
                <a:path w="2513" h="2801" extrusionOk="0">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7"/>
            <p:cNvSpPr/>
            <p:nvPr/>
          </p:nvSpPr>
          <p:spPr>
            <a:xfrm>
              <a:off x="3960075" y="4196000"/>
              <a:ext cx="349000" cy="297075"/>
            </a:xfrm>
            <a:custGeom>
              <a:avLst/>
              <a:gdLst/>
              <a:ahLst/>
              <a:cxnLst/>
              <a:rect l="l" t="t" r="r" b="b"/>
              <a:pathLst>
                <a:path w="13960" h="11883" extrusionOk="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7"/>
            <p:cNvSpPr/>
            <p:nvPr/>
          </p:nvSpPr>
          <p:spPr>
            <a:xfrm>
              <a:off x="422607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7"/>
            <p:cNvSpPr/>
            <p:nvPr/>
          </p:nvSpPr>
          <p:spPr>
            <a:xfrm>
              <a:off x="4247000" y="4246600"/>
              <a:ext cx="10875" cy="9925"/>
            </a:xfrm>
            <a:custGeom>
              <a:avLst/>
              <a:gdLst/>
              <a:ahLst/>
              <a:cxnLst/>
              <a:rect l="l" t="t" r="r" b="b"/>
              <a:pathLst>
                <a:path w="435" h="397" extrusionOk="0">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7"/>
            <p:cNvSpPr/>
            <p:nvPr/>
          </p:nvSpPr>
          <p:spPr>
            <a:xfrm>
              <a:off x="426872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5" name="Google Shape;15645;p87"/>
          <p:cNvGrpSpPr/>
          <p:nvPr/>
        </p:nvGrpSpPr>
        <p:grpSpPr>
          <a:xfrm>
            <a:off x="3993901" y="4723750"/>
            <a:ext cx="349000" cy="279975"/>
            <a:chOff x="3196225" y="4204550"/>
            <a:chExt cx="349000" cy="279975"/>
          </a:xfrm>
        </p:grpSpPr>
        <p:sp>
          <p:nvSpPr>
            <p:cNvPr id="15646" name="Google Shape;15646;p87"/>
            <p:cNvSpPr/>
            <p:nvPr/>
          </p:nvSpPr>
          <p:spPr>
            <a:xfrm>
              <a:off x="3461825" y="4226250"/>
              <a:ext cx="11650" cy="8175"/>
            </a:xfrm>
            <a:custGeom>
              <a:avLst/>
              <a:gdLst/>
              <a:ahLst/>
              <a:cxnLst/>
              <a:rect l="l" t="t" r="r" b="b"/>
              <a:pathLst>
                <a:path w="466" h="327" extrusionOk="0">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7"/>
            <p:cNvSpPr/>
            <p:nvPr/>
          </p:nvSpPr>
          <p:spPr>
            <a:xfrm>
              <a:off x="3482775" y="4226250"/>
              <a:ext cx="11650" cy="8175"/>
            </a:xfrm>
            <a:custGeom>
              <a:avLst/>
              <a:gdLst/>
              <a:ahLst/>
              <a:cxnLst/>
              <a:rect l="l" t="t" r="r" b="b"/>
              <a:pathLst>
                <a:path w="466" h="327" extrusionOk="0">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7"/>
            <p:cNvSpPr/>
            <p:nvPr/>
          </p:nvSpPr>
          <p:spPr>
            <a:xfrm>
              <a:off x="3504875" y="4225475"/>
              <a:ext cx="10100" cy="10875"/>
            </a:xfrm>
            <a:custGeom>
              <a:avLst/>
              <a:gdLst/>
              <a:ahLst/>
              <a:cxnLst/>
              <a:rect l="l" t="t" r="r" b="b"/>
              <a:pathLst>
                <a:path w="404" h="435" extrusionOk="0">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7"/>
            <p:cNvSpPr/>
            <p:nvPr/>
          </p:nvSpPr>
          <p:spPr>
            <a:xfrm>
              <a:off x="3196225" y="4204550"/>
              <a:ext cx="349000" cy="279975"/>
            </a:xfrm>
            <a:custGeom>
              <a:avLst/>
              <a:gdLst/>
              <a:ahLst/>
              <a:cxnLst/>
              <a:rect l="l" t="t" r="r" b="b"/>
              <a:pathLst>
                <a:path w="13960" h="11199" extrusionOk="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7"/>
            <p:cNvSpPr/>
            <p:nvPr/>
          </p:nvSpPr>
          <p:spPr>
            <a:xfrm>
              <a:off x="3223375" y="4273550"/>
              <a:ext cx="290825" cy="181500"/>
            </a:xfrm>
            <a:custGeom>
              <a:avLst/>
              <a:gdLst/>
              <a:ahLst/>
              <a:cxnLst/>
              <a:rect l="l" t="t" r="r" b="b"/>
              <a:pathLst>
                <a:path w="11633" h="7260" extrusionOk="0">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7"/>
            <p:cNvSpPr/>
            <p:nvPr/>
          </p:nvSpPr>
          <p:spPr>
            <a:xfrm>
              <a:off x="3278425" y="4332500"/>
              <a:ext cx="104725" cy="63600"/>
            </a:xfrm>
            <a:custGeom>
              <a:avLst/>
              <a:gdLst/>
              <a:ahLst/>
              <a:cxnLst/>
              <a:rect l="l" t="t" r="r" b="b"/>
              <a:pathLst>
                <a:path w="4189" h="2544" extrusionOk="0">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7"/>
            <p:cNvSpPr/>
            <p:nvPr/>
          </p:nvSpPr>
          <p:spPr>
            <a:xfrm>
              <a:off x="3383900" y="4357300"/>
              <a:ext cx="30250" cy="10125"/>
            </a:xfrm>
            <a:custGeom>
              <a:avLst/>
              <a:gdLst/>
              <a:ahLst/>
              <a:cxnLst/>
              <a:rect l="l" t="t" r="r" b="b"/>
              <a:pathLst>
                <a:path w="1210" h="405" extrusionOk="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7"/>
            <p:cNvSpPr/>
            <p:nvPr/>
          </p:nvSpPr>
          <p:spPr>
            <a:xfrm>
              <a:off x="3384850" y="4374325"/>
              <a:ext cx="28525" cy="10200"/>
            </a:xfrm>
            <a:custGeom>
              <a:avLst/>
              <a:gdLst/>
              <a:ahLst/>
              <a:cxnLst/>
              <a:rect l="l" t="t" r="r" b="b"/>
              <a:pathLst>
                <a:path w="1141" h="408" extrusionOk="0">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7"/>
            <p:cNvSpPr/>
            <p:nvPr/>
          </p:nvSpPr>
          <p:spPr>
            <a:xfrm>
              <a:off x="3332425" y="4357125"/>
              <a:ext cx="35200" cy="32000"/>
            </a:xfrm>
            <a:custGeom>
              <a:avLst/>
              <a:gdLst/>
              <a:ahLst/>
              <a:cxnLst/>
              <a:rect l="l" t="t" r="r" b="b"/>
              <a:pathLst>
                <a:path w="1408" h="1280" extrusionOk="0">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7"/>
            <p:cNvSpPr/>
            <p:nvPr/>
          </p:nvSpPr>
          <p:spPr>
            <a:xfrm>
              <a:off x="3426550" y="4357125"/>
              <a:ext cx="34600" cy="32400"/>
            </a:xfrm>
            <a:custGeom>
              <a:avLst/>
              <a:gdLst/>
              <a:ahLst/>
              <a:cxnLst/>
              <a:rect l="l" t="t" r="r" b="b"/>
              <a:pathLst>
                <a:path w="1384" h="1296" extrusionOk="0">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87"/>
          <p:cNvGrpSpPr/>
          <p:nvPr/>
        </p:nvGrpSpPr>
        <p:grpSpPr>
          <a:xfrm>
            <a:off x="4725464" y="4721350"/>
            <a:ext cx="349000" cy="284775"/>
            <a:chOff x="2443225" y="4202075"/>
            <a:chExt cx="349000" cy="284775"/>
          </a:xfrm>
        </p:grpSpPr>
        <p:sp>
          <p:nvSpPr>
            <p:cNvPr id="15657" name="Google Shape;15657;p87"/>
            <p:cNvSpPr/>
            <p:nvPr/>
          </p:nvSpPr>
          <p:spPr>
            <a:xfrm>
              <a:off x="2443225" y="4202075"/>
              <a:ext cx="349000" cy="284775"/>
            </a:xfrm>
            <a:custGeom>
              <a:avLst/>
              <a:gdLst/>
              <a:ahLst/>
              <a:cxnLst/>
              <a:rect l="l" t="t" r="r" b="b"/>
              <a:pathLst>
                <a:path w="13960" h="11391" extrusionOk="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7"/>
            <p:cNvSpPr/>
            <p:nvPr/>
          </p:nvSpPr>
          <p:spPr>
            <a:xfrm>
              <a:off x="2617725" y="4232450"/>
              <a:ext cx="10875" cy="139625"/>
            </a:xfrm>
            <a:custGeom>
              <a:avLst/>
              <a:gdLst/>
              <a:ahLst/>
              <a:cxnLst/>
              <a:rect l="l" t="t" r="r" b="b"/>
              <a:pathLst>
                <a:path w="435" h="5585" extrusionOk="0">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7"/>
            <p:cNvSpPr/>
            <p:nvPr/>
          </p:nvSpPr>
          <p:spPr>
            <a:xfrm>
              <a:off x="2477350" y="4239450"/>
              <a:ext cx="125650" cy="125650"/>
            </a:xfrm>
            <a:custGeom>
              <a:avLst/>
              <a:gdLst/>
              <a:ahLst/>
              <a:cxnLst/>
              <a:rect l="l" t="t" r="r" b="b"/>
              <a:pathLst>
                <a:path w="5026" h="5026" extrusionOk="0">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7"/>
            <p:cNvSpPr/>
            <p:nvPr/>
          </p:nvSpPr>
          <p:spPr>
            <a:xfrm>
              <a:off x="2516125" y="4258825"/>
              <a:ext cx="46550" cy="56625"/>
            </a:xfrm>
            <a:custGeom>
              <a:avLst/>
              <a:gdLst/>
              <a:ahLst/>
              <a:cxnLst/>
              <a:rect l="l" t="t" r="r" b="b"/>
              <a:pathLst>
                <a:path w="1862" h="2265" extrusionOk="0">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7"/>
            <p:cNvSpPr/>
            <p:nvPr/>
          </p:nvSpPr>
          <p:spPr>
            <a:xfrm>
              <a:off x="2651050" y="4236225"/>
              <a:ext cx="108600" cy="31925"/>
            </a:xfrm>
            <a:custGeom>
              <a:avLst/>
              <a:gdLst/>
              <a:ahLst/>
              <a:cxnLst/>
              <a:rect l="l" t="t" r="r" b="b"/>
              <a:pathLst>
                <a:path w="4344" h="1277" extrusionOk="0">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7"/>
            <p:cNvSpPr/>
            <p:nvPr/>
          </p:nvSpPr>
          <p:spPr>
            <a:xfrm>
              <a:off x="2651050" y="4285200"/>
              <a:ext cx="108600" cy="31800"/>
            </a:xfrm>
            <a:custGeom>
              <a:avLst/>
              <a:gdLst/>
              <a:ahLst/>
              <a:cxnLst/>
              <a:rect l="l" t="t" r="r" b="b"/>
              <a:pathLst>
                <a:path w="4344" h="1272" extrusionOk="0">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7"/>
            <p:cNvSpPr/>
            <p:nvPr/>
          </p:nvSpPr>
          <p:spPr>
            <a:xfrm>
              <a:off x="2651050" y="4334050"/>
              <a:ext cx="108600" cy="31825"/>
            </a:xfrm>
            <a:custGeom>
              <a:avLst/>
              <a:gdLst/>
              <a:ahLst/>
              <a:cxnLst/>
              <a:rect l="l" t="t" r="r" b="b"/>
              <a:pathLst>
                <a:path w="4344" h="1273" extrusionOk="0">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87"/>
          <p:cNvGrpSpPr/>
          <p:nvPr/>
        </p:nvGrpSpPr>
        <p:grpSpPr>
          <a:xfrm>
            <a:off x="5508379" y="4710175"/>
            <a:ext cx="349000" cy="307125"/>
            <a:chOff x="1681700" y="4191350"/>
            <a:chExt cx="349000" cy="307125"/>
          </a:xfrm>
        </p:grpSpPr>
        <p:sp>
          <p:nvSpPr>
            <p:cNvPr id="15665" name="Google Shape;15665;p87"/>
            <p:cNvSpPr/>
            <p:nvPr/>
          </p:nvSpPr>
          <p:spPr>
            <a:xfrm>
              <a:off x="1849750" y="4215400"/>
              <a:ext cx="11125" cy="7550"/>
            </a:xfrm>
            <a:custGeom>
              <a:avLst/>
              <a:gdLst/>
              <a:ahLst/>
              <a:cxnLst/>
              <a:rect l="l" t="t" r="r" b="b"/>
              <a:pathLst>
                <a:path w="445" h="302" extrusionOk="0">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7"/>
            <p:cNvSpPr/>
            <p:nvPr/>
          </p:nvSpPr>
          <p:spPr>
            <a:xfrm>
              <a:off x="1681700" y="4191350"/>
              <a:ext cx="349000" cy="307125"/>
            </a:xfrm>
            <a:custGeom>
              <a:avLst/>
              <a:gdLst/>
              <a:ahLst/>
              <a:cxnLst/>
              <a:rect l="l" t="t" r="r" b="b"/>
              <a:pathLst>
                <a:path w="13960" h="12285" extrusionOk="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7"/>
            <p:cNvSpPr/>
            <p:nvPr/>
          </p:nvSpPr>
          <p:spPr>
            <a:xfrm>
              <a:off x="1742200" y="4282875"/>
              <a:ext cx="100050" cy="100050"/>
            </a:xfrm>
            <a:custGeom>
              <a:avLst/>
              <a:gdLst/>
              <a:ahLst/>
              <a:cxnLst/>
              <a:rect l="l" t="t" r="r" b="b"/>
              <a:pathLst>
                <a:path w="4002" h="4002" extrusionOk="0">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7"/>
            <p:cNvSpPr/>
            <p:nvPr/>
          </p:nvSpPr>
          <p:spPr>
            <a:xfrm>
              <a:off x="1774775" y="4301775"/>
              <a:ext cx="48650" cy="40500"/>
            </a:xfrm>
            <a:custGeom>
              <a:avLst/>
              <a:gdLst/>
              <a:ahLst/>
              <a:cxnLst/>
              <a:rect l="l" t="t" r="r" b="b"/>
              <a:pathLst>
                <a:path w="1946" h="1620" extrusionOk="0">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7"/>
            <p:cNvSpPr/>
            <p:nvPr/>
          </p:nvSpPr>
          <p:spPr>
            <a:xfrm>
              <a:off x="1869375" y="4282875"/>
              <a:ext cx="100050" cy="100050"/>
            </a:xfrm>
            <a:custGeom>
              <a:avLst/>
              <a:gdLst/>
              <a:ahLst/>
              <a:cxnLst/>
              <a:rect l="l" t="t" r="r" b="b"/>
              <a:pathLst>
                <a:path w="4002" h="4002" extrusionOk="0">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7"/>
            <p:cNvSpPr/>
            <p:nvPr/>
          </p:nvSpPr>
          <p:spPr>
            <a:xfrm>
              <a:off x="1901950" y="4301775"/>
              <a:ext cx="47950" cy="40500"/>
            </a:xfrm>
            <a:custGeom>
              <a:avLst/>
              <a:gdLst/>
              <a:ahLst/>
              <a:cxnLst/>
              <a:rect l="l" t="t" r="r" b="b"/>
              <a:pathLst>
                <a:path w="1918" h="1620" extrusionOk="0">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87"/>
          <p:cNvGrpSpPr/>
          <p:nvPr/>
        </p:nvGrpSpPr>
        <p:grpSpPr>
          <a:xfrm>
            <a:off x="6275158" y="4729562"/>
            <a:ext cx="348975" cy="268350"/>
            <a:chOff x="7719625" y="1964175"/>
            <a:chExt cx="348975" cy="268350"/>
          </a:xfrm>
        </p:grpSpPr>
        <p:sp>
          <p:nvSpPr>
            <p:cNvPr id="15672" name="Google Shape;15672;p87"/>
            <p:cNvSpPr/>
            <p:nvPr/>
          </p:nvSpPr>
          <p:spPr>
            <a:xfrm>
              <a:off x="7985600" y="1985325"/>
              <a:ext cx="10900" cy="10500"/>
            </a:xfrm>
            <a:custGeom>
              <a:avLst/>
              <a:gdLst/>
              <a:ahLst/>
              <a:cxnLst/>
              <a:rect l="l" t="t" r="r" b="b"/>
              <a:pathLst>
                <a:path w="436" h="420" extrusionOk="0">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7"/>
            <p:cNvSpPr/>
            <p:nvPr/>
          </p:nvSpPr>
          <p:spPr>
            <a:xfrm>
              <a:off x="8007325" y="1985125"/>
              <a:ext cx="10100" cy="10100"/>
            </a:xfrm>
            <a:custGeom>
              <a:avLst/>
              <a:gdLst/>
              <a:ahLst/>
              <a:cxnLst/>
              <a:rect l="l" t="t" r="r" b="b"/>
              <a:pathLst>
                <a:path w="404" h="404" extrusionOk="0">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7"/>
            <p:cNvSpPr/>
            <p:nvPr/>
          </p:nvSpPr>
          <p:spPr>
            <a:xfrm>
              <a:off x="8028250" y="1985125"/>
              <a:ext cx="10125" cy="10100"/>
            </a:xfrm>
            <a:custGeom>
              <a:avLst/>
              <a:gdLst/>
              <a:ahLst/>
              <a:cxnLst/>
              <a:rect l="l" t="t" r="r" b="b"/>
              <a:pathLst>
                <a:path w="405" h="404" extrusionOk="0">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7"/>
            <p:cNvSpPr/>
            <p:nvPr/>
          </p:nvSpPr>
          <p:spPr>
            <a:xfrm>
              <a:off x="7757375" y="2039400"/>
              <a:ext cx="11900" cy="7550"/>
            </a:xfrm>
            <a:custGeom>
              <a:avLst/>
              <a:gdLst/>
              <a:ahLst/>
              <a:cxnLst/>
              <a:rect l="l" t="t" r="r" b="b"/>
              <a:pathLst>
                <a:path w="476" h="302" extrusionOk="0">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7"/>
            <p:cNvSpPr/>
            <p:nvPr/>
          </p:nvSpPr>
          <p:spPr>
            <a:xfrm>
              <a:off x="7757375" y="2129375"/>
              <a:ext cx="11900" cy="7550"/>
            </a:xfrm>
            <a:custGeom>
              <a:avLst/>
              <a:gdLst/>
              <a:ahLst/>
              <a:cxnLst/>
              <a:rect l="l" t="t" r="r" b="b"/>
              <a:pathLst>
                <a:path w="476" h="302" extrusionOk="0">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7"/>
            <p:cNvSpPr/>
            <p:nvPr/>
          </p:nvSpPr>
          <p:spPr>
            <a:xfrm>
              <a:off x="7719625" y="1964175"/>
              <a:ext cx="348975" cy="268350"/>
            </a:xfrm>
            <a:custGeom>
              <a:avLst/>
              <a:gdLst/>
              <a:ahLst/>
              <a:cxnLst/>
              <a:rect l="l" t="t" r="r" b="b"/>
              <a:pathLst>
                <a:path w="13959" h="10734" extrusionOk="0">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7"/>
            <p:cNvSpPr/>
            <p:nvPr/>
          </p:nvSpPr>
          <p:spPr>
            <a:xfrm>
              <a:off x="7756850" y="2061125"/>
              <a:ext cx="75225" cy="10100"/>
            </a:xfrm>
            <a:custGeom>
              <a:avLst/>
              <a:gdLst/>
              <a:ahLst/>
              <a:cxnLst/>
              <a:rect l="l" t="t" r="r" b="b"/>
              <a:pathLst>
                <a:path w="3009" h="404" extrusionOk="0">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7"/>
            <p:cNvSpPr/>
            <p:nvPr/>
          </p:nvSpPr>
          <p:spPr>
            <a:xfrm>
              <a:off x="7774675" y="2039400"/>
              <a:ext cx="110925" cy="10900"/>
            </a:xfrm>
            <a:custGeom>
              <a:avLst/>
              <a:gdLst/>
              <a:ahLst/>
              <a:cxnLst/>
              <a:rect l="l" t="t" r="r" b="b"/>
              <a:pathLst>
                <a:path w="4437" h="436" extrusionOk="0">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7"/>
            <p:cNvSpPr/>
            <p:nvPr/>
          </p:nvSpPr>
          <p:spPr>
            <a:xfrm>
              <a:off x="7758400" y="2079375"/>
              <a:ext cx="35675" cy="30625"/>
            </a:xfrm>
            <a:custGeom>
              <a:avLst/>
              <a:gdLst/>
              <a:ahLst/>
              <a:cxnLst/>
              <a:rect l="l" t="t" r="r" b="b"/>
              <a:pathLst>
                <a:path w="1427" h="1225" extrusionOk="0">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7"/>
            <p:cNvSpPr/>
            <p:nvPr/>
          </p:nvSpPr>
          <p:spPr>
            <a:xfrm>
              <a:off x="7800275" y="2079375"/>
              <a:ext cx="36475" cy="30625"/>
            </a:xfrm>
            <a:custGeom>
              <a:avLst/>
              <a:gdLst/>
              <a:ahLst/>
              <a:cxnLst/>
              <a:rect l="l" t="t" r="r" b="b"/>
              <a:pathLst>
                <a:path w="1459" h="1225" extrusionOk="0">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7"/>
            <p:cNvSpPr/>
            <p:nvPr/>
          </p:nvSpPr>
          <p:spPr>
            <a:xfrm>
              <a:off x="7847575" y="2079725"/>
              <a:ext cx="35700" cy="30650"/>
            </a:xfrm>
            <a:custGeom>
              <a:avLst/>
              <a:gdLst/>
              <a:ahLst/>
              <a:cxnLst/>
              <a:rect l="l" t="t" r="r" b="b"/>
              <a:pathLst>
                <a:path w="1428" h="1226" extrusionOk="0">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7"/>
            <p:cNvSpPr/>
            <p:nvPr/>
          </p:nvSpPr>
          <p:spPr>
            <a:xfrm>
              <a:off x="7758400" y="2151075"/>
              <a:ext cx="71350" cy="10100"/>
            </a:xfrm>
            <a:custGeom>
              <a:avLst/>
              <a:gdLst/>
              <a:ahLst/>
              <a:cxnLst/>
              <a:rect l="l" t="t" r="r" b="b"/>
              <a:pathLst>
                <a:path w="2854" h="404" extrusionOk="0">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7"/>
            <p:cNvSpPr/>
            <p:nvPr/>
          </p:nvSpPr>
          <p:spPr>
            <a:xfrm>
              <a:off x="7776225" y="2129375"/>
              <a:ext cx="109375" cy="10100"/>
            </a:xfrm>
            <a:custGeom>
              <a:avLst/>
              <a:gdLst/>
              <a:ahLst/>
              <a:cxnLst/>
              <a:rect l="l" t="t" r="r" b="b"/>
              <a:pathLst>
                <a:path w="4375" h="404" extrusionOk="0">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7"/>
            <p:cNvSpPr/>
            <p:nvPr/>
          </p:nvSpPr>
          <p:spPr>
            <a:xfrm>
              <a:off x="7758400" y="2169300"/>
              <a:ext cx="35675" cy="30650"/>
            </a:xfrm>
            <a:custGeom>
              <a:avLst/>
              <a:gdLst/>
              <a:ahLst/>
              <a:cxnLst/>
              <a:rect l="l" t="t" r="r" b="b"/>
              <a:pathLst>
                <a:path w="1427" h="1226" extrusionOk="0">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7"/>
            <p:cNvSpPr/>
            <p:nvPr/>
          </p:nvSpPr>
          <p:spPr>
            <a:xfrm>
              <a:off x="7800275" y="2169700"/>
              <a:ext cx="36475" cy="30625"/>
            </a:xfrm>
            <a:custGeom>
              <a:avLst/>
              <a:gdLst/>
              <a:ahLst/>
              <a:cxnLst/>
              <a:rect l="l" t="t" r="r" b="b"/>
              <a:pathLst>
                <a:path w="1459"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7"/>
            <p:cNvSpPr/>
            <p:nvPr/>
          </p:nvSpPr>
          <p:spPr>
            <a:xfrm>
              <a:off x="7847575" y="2169700"/>
              <a:ext cx="35700" cy="30625"/>
            </a:xfrm>
            <a:custGeom>
              <a:avLst/>
              <a:gdLst/>
              <a:ahLst/>
              <a:cxnLst/>
              <a:rect l="l" t="t" r="r" b="b"/>
              <a:pathLst>
                <a:path w="1428"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7"/>
            <p:cNvSpPr/>
            <p:nvPr/>
          </p:nvSpPr>
          <p:spPr>
            <a:xfrm>
              <a:off x="7942950" y="2031950"/>
              <a:ext cx="93075" cy="175750"/>
            </a:xfrm>
            <a:custGeom>
              <a:avLst/>
              <a:gdLst/>
              <a:ahLst/>
              <a:cxnLst/>
              <a:rect l="l" t="t" r="r" b="b"/>
              <a:pathLst>
                <a:path w="3723" h="7030" extrusionOk="0">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9" name="Google Shape;15689;p87"/>
          <p:cNvGrpSpPr/>
          <p:nvPr/>
        </p:nvGrpSpPr>
        <p:grpSpPr>
          <a:xfrm>
            <a:off x="7009520" y="4728800"/>
            <a:ext cx="348975" cy="269875"/>
            <a:chOff x="931825" y="4209975"/>
            <a:chExt cx="348975" cy="269875"/>
          </a:xfrm>
        </p:grpSpPr>
        <p:sp>
          <p:nvSpPr>
            <p:cNvPr id="15690" name="Google Shape;15690;p87"/>
            <p:cNvSpPr/>
            <p:nvPr/>
          </p:nvSpPr>
          <p:spPr>
            <a:xfrm>
              <a:off x="1062875" y="4246425"/>
              <a:ext cx="78350" cy="10100"/>
            </a:xfrm>
            <a:custGeom>
              <a:avLst/>
              <a:gdLst/>
              <a:ahLst/>
              <a:cxnLst/>
              <a:rect l="l" t="t" r="r" b="b"/>
              <a:pathLst>
                <a:path w="3134" h="404" extrusionOk="0">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7"/>
            <p:cNvSpPr/>
            <p:nvPr/>
          </p:nvSpPr>
          <p:spPr>
            <a:xfrm>
              <a:off x="1061325" y="4268900"/>
              <a:ext cx="81450" cy="10875"/>
            </a:xfrm>
            <a:custGeom>
              <a:avLst/>
              <a:gdLst/>
              <a:ahLst/>
              <a:cxnLst/>
              <a:rect l="l" t="t" r="r" b="b"/>
              <a:pathLst>
                <a:path w="3258" h="435" extrusionOk="0">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7"/>
            <p:cNvSpPr/>
            <p:nvPr/>
          </p:nvSpPr>
          <p:spPr>
            <a:xfrm>
              <a:off x="1061325" y="4291400"/>
              <a:ext cx="81450" cy="10100"/>
            </a:xfrm>
            <a:custGeom>
              <a:avLst/>
              <a:gdLst/>
              <a:ahLst/>
              <a:cxnLst/>
              <a:rect l="l" t="t" r="r" b="b"/>
              <a:pathLst>
                <a:path w="3258" h="404" extrusionOk="0">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7"/>
            <p:cNvSpPr/>
            <p:nvPr/>
          </p:nvSpPr>
          <p:spPr>
            <a:xfrm>
              <a:off x="931825" y="4209975"/>
              <a:ext cx="348975" cy="269875"/>
            </a:xfrm>
            <a:custGeom>
              <a:avLst/>
              <a:gdLst/>
              <a:ahLst/>
              <a:cxnLst/>
              <a:rect l="l" t="t" r="r" b="b"/>
              <a:pathLst>
                <a:path w="13959" h="10795" extrusionOk="0">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7"/>
            <p:cNvSpPr/>
            <p:nvPr/>
          </p:nvSpPr>
          <p:spPr>
            <a:xfrm>
              <a:off x="1030000" y="4392150"/>
              <a:ext cx="145350" cy="31200"/>
            </a:xfrm>
            <a:custGeom>
              <a:avLst/>
              <a:gdLst/>
              <a:ahLst/>
              <a:cxnLst/>
              <a:rect l="l" t="t" r="r" b="b"/>
              <a:pathLst>
                <a:path w="5814" h="1248" extrusionOk="0">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5" name="Google Shape;15695;p87"/>
          <p:cNvSpPr/>
          <p:nvPr/>
        </p:nvSpPr>
        <p:spPr>
          <a:xfrm>
            <a:off x="7754640" y="4689250"/>
            <a:ext cx="330400" cy="348975"/>
          </a:xfrm>
          <a:custGeom>
            <a:avLst/>
            <a:gdLst/>
            <a:ahLst/>
            <a:cxnLst/>
            <a:rect l="l" t="t" r="r" b="b"/>
            <a:pathLst>
              <a:path w="13216" h="13959" extrusionOk="0">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6" name="Google Shape;15696;p87"/>
          <p:cNvGrpSpPr/>
          <p:nvPr/>
        </p:nvGrpSpPr>
        <p:grpSpPr>
          <a:xfrm>
            <a:off x="2469473" y="2457411"/>
            <a:ext cx="292375" cy="348975"/>
            <a:chOff x="1709625" y="1923875"/>
            <a:chExt cx="292375" cy="348975"/>
          </a:xfrm>
        </p:grpSpPr>
        <p:sp>
          <p:nvSpPr>
            <p:cNvPr id="15697" name="Google Shape;15697;p87"/>
            <p:cNvSpPr/>
            <p:nvPr/>
          </p:nvSpPr>
          <p:spPr>
            <a:xfrm>
              <a:off x="1709625" y="1923875"/>
              <a:ext cx="292375" cy="348975"/>
            </a:xfrm>
            <a:custGeom>
              <a:avLst/>
              <a:gdLst/>
              <a:ahLst/>
              <a:cxnLst/>
              <a:rect l="l" t="t" r="r" b="b"/>
              <a:pathLst>
                <a:path w="11695" h="13959" extrusionOk="0">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7"/>
            <p:cNvSpPr/>
            <p:nvPr/>
          </p:nvSpPr>
          <p:spPr>
            <a:xfrm>
              <a:off x="1777875" y="2002175"/>
              <a:ext cx="78350" cy="10125"/>
            </a:xfrm>
            <a:custGeom>
              <a:avLst/>
              <a:gdLst/>
              <a:ahLst/>
              <a:cxnLst/>
              <a:rect l="l" t="t" r="r" b="b"/>
              <a:pathLst>
                <a:path w="3134" h="405" extrusionOk="0">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7"/>
            <p:cNvSpPr/>
            <p:nvPr/>
          </p:nvSpPr>
          <p:spPr>
            <a:xfrm>
              <a:off x="1779575" y="2154150"/>
              <a:ext cx="50850" cy="10175"/>
            </a:xfrm>
            <a:custGeom>
              <a:avLst/>
              <a:gdLst/>
              <a:ahLst/>
              <a:cxnLst/>
              <a:rect l="l" t="t" r="r" b="b"/>
              <a:pathLst>
                <a:path w="2034" h="407" extrusionOk="0">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7"/>
            <p:cNvSpPr/>
            <p:nvPr/>
          </p:nvSpPr>
          <p:spPr>
            <a:xfrm>
              <a:off x="1779425" y="2178225"/>
              <a:ext cx="50425" cy="10100"/>
            </a:xfrm>
            <a:custGeom>
              <a:avLst/>
              <a:gdLst/>
              <a:ahLst/>
              <a:cxnLst/>
              <a:rect l="l" t="t" r="r" b="b"/>
              <a:pathLst>
                <a:path w="2017" h="404" extrusionOk="0">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7"/>
            <p:cNvSpPr/>
            <p:nvPr/>
          </p:nvSpPr>
          <p:spPr>
            <a:xfrm>
              <a:off x="1777875" y="2203000"/>
              <a:ext cx="53525" cy="10150"/>
            </a:xfrm>
            <a:custGeom>
              <a:avLst/>
              <a:gdLst/>
              <a:ahLst/>
              <a:cxnLst/>
              <a:rect l="l" t="t" r="r" b="b"/>
              <a:pathLst>
                <a:path w="2141" h="406" extrusionOk="0">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7"/>
            <p:cNvSpPr/>
            <p:nvPr/>
          </p:nvSpPr>
          <p:spPr>
            <a:xfrm>
              <a:off x="1777875" y="2227075"/>
              <a:ext cx="53525" cy="10100"/>
            </a:xfrm>
            <a:custGeom>
              <a:avLst/>
              <a:gdLst/>
              <a:ahLst/>
              <a:cxnLst/>
              <a:rect l="l" t="t" r="r" b="b"/>
              <a:pathLst>
                <a:path w="2141" h="404" extrusionOk="0">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7"/>
            <p:cNvSpPr/>
            <p:nvPr/>
          </p:nvSpPr>
          <p:spPr>
            <a:xfrm>
              <a:off x="1777875" y="2086725"/>
              <a:ext cx="152000" cy="10875"/>
            </a:xfrm>
            <a:custGeom>
              <a:avLst/>
              <a:gdLst/>
              <a:ahLst/>
              <a:cxnLst/>
              <a:rect l="l" t="t" r="r" b="b"/>
              <a:pathLst>
                <a:path w="6080" h="435" extrusionOk="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7"/>
            <p:cNvSpPr/>
            <p:nvPr/>
          </p:nvSpPr>
          <p:spPr>
            <a:xfrm>
              <a:off x="1777875" y="2109975"/>
              <a:ext cx="152000" cy="10100"/>
            </a:xfrm>
            <a:custGeom>
              <a:avLst/>
              <a:gdLst/>
              <a:ahLst/>
              <a:cxnLst/>
              <a:rect l="l" t="t" r="r" b="b"/>
              <a:pathLst>
                <a:path w="6080" h="404" extrusionOk="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7"/>
            <p:cNvSpPr/>
            <p:nvPr/>
          </p:nvSpPr>
          <p:spPr>
            <a:xfrm>
              <a:off x="1780200" y="2025450"/>
              <a:ext cx="148125" cy="40350"/>
            </a:xfrm>
            <a:custGeom>
              <a:avLst/>
              <a:gdLst/>
              <a:ahLst/>
              <a:cxnLst/>
              <a:rect l="l" t="t" r="r" b="b"/>
              <a:pathLst>
                <a:path w="5925" h="1614" extrusionOk="0">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7"/>
            <p:cNvSpPr/>
            <p:nvPr/>
          </p:nvSpPr>
          <p:spPr>
            <a:xfrm>
              <a:off x="1955450" y="2175125"/>
              <a:ext cx="24075" cy="41700"/>
            </a:xfrm>
            <a:custGeom>
              <a:avLst/>
              <a:gdLst/>
              <a:ahLst/>
              <a:cxnLst/>
              <a:rect l="l" t="t" r="r" b="b"/>
              <a:pathLst>
                <a:path w="963" h="1668" extrusionOk="0">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7"/>
            <p:cNvSpPr/>
            <p:nvPr/>
          </p:nvSpPr>
          <p:spPr>
            <a:xfrm>
              <a:off x="1915125" y="2175125"/>
              <a:ext cx="33375" cy="41900"/>
            </a:xfrm>
            <a:custGeom>
              <a:avLst/>
              <a:gdLst/>
              <a:ahLst/>
              <a:cxnLst/>
              <a:rect l="l" t="t" r="r" b="b"/>
              <a:pathLst>
                <a:path w="1335" h="1676" extrusionOk="0">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7"/>
            <p:cNvSpPr/>
            <p:nvPr/>
          </p:nvSpPr>
          <p:spPr>
            <a:xfrm>
              <a:off x="1877525" y="2174800"/>
              <a:ext cx="33750" cy="41625"/>
            </a:xfrm>
            <a:custGeom>
              <a:avLst/>
              <a:gdLst/>
              <a:ahLst/>
              <a:cxnLst/>
              <a:rect l="l" t="t" r="r" b="b"/>
              <a:pathLst>
                <a:path w="1350" h="1665" extrusionOk="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87"/>
          <p:cNvGrpSpPr/>
          <p:nvPr/>
        </p:nvGrpSpPr>
        <p:grpSpPr>
          <a:xfrm>
            <a:off x="1057406" y="2978029"/>
            <a:ext cx="351325" cy="342775"/>
            <a:chOff x="1680925" y="3066150"/>
            <a:chExt cx="351325" cy="342775"/>
          </a:xfrm>
        </p:grpSpPr>
        <p:sp>
          <p:nvSpPr>
            <p:cNvPr id="15710" name="Google Shape;15710;p87"/>
            <p:cNvSpPr/>
            <p:nvPr/>
          </p:nvSpPr>
          <p:spPr>
            <a:xfrm>
              <a:off x="1949250" y="3134775"/>
              <a:ext cx="41125" cy="16700"/>
            </a:xfrm>
            <a:custGeom>
              <a:avLst/>
              <a:gdLst/>
              <a:ahLst/>
              <a:cxnLst/>
              <a:rect l="l" t="t" r="r" b="b"/>
              <a:pathLst>
                <a:path w="1645" h="668" extrusionOk="0">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7"/>
            <p:cNvSpPr/>
            <p:nvPr/>
          </p:nvSpPr>
          <p:spPr>
            <a:xfrm>
              <a:off x="1931650" y="3112675"/>
              <a:ext cx="74225" cy="23275"/>
            </a:xfrm>
            <a:custGeom>
              <a:avLst/>
              <a:gdLst/>
              <a:ahLst/>
              <a:cxnLst/>
              <a:rect l="l" t="t" r="r" b="b"/>
              <a:pathLst>
                <a:path w="2969" h="931" extrusionOk="0">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7"/>
            <p:cNvSpPr/>
            <p:nvPr/>
          </p:nvSpPr>
          <p:spPr>
            <a:xfrm>
              <a:off x="1917450" y="3089400"/>
              <a:ext cx="105500" cy="29700"/>
            </a:xfrm>
            <a:custGeom>
              <a:avLst/>
              <a:gdLst/>
              <a:ahLst/>
              <a:cxnLst/>
              <a:rect l="l" t="t" r="r" b="b"/>
              <a:pathLst>
                <a:path w="4220" h="1188" extrusionOk="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7"/>
            <p:cNvSpPr/>
            <p:nvPr/>
          </p:nvSpPr>
          <p:spPr>
            <a:xfrm>
              <a:off x="1680925" y="3066150"/>
              <a:ext cx="351325" cy="342775"/>
            </a:xfrm>
            <a:custGeom>
              <a:avLst/>
              <a:gdLst/>
              <a:ahLst/>
              <a:cxnLst/>
              <a:rect l="l" t="t" r="r" b="b"/>
              <a:pathLst>
                <a:path w="14053" h="13711" extrusionOk="0">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7"/>
            <p:cNvSpPr/>
            <p:nvPr/>
          </p:nvSpPr>
          <p:spPr>
            <a:xfrm>
              <a:off x="1809650" y="3208050"/>
              <a:ext cx="79900" cy="68575"/>
            </a:xfrm>
            <a:custGeom>
              <a:avLst/>
              <a:gdLst/>
              <a:ahLst/>
              <a:cxnLst/>
              <a:rect l="l" t="t" r="r" b="b"/>
              <a:pathLst>
                <a:path w="3196" h="2743" extrusionOk="0">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7"/>
            <p:cNvSpPr/>
            <p:nvPr/>
          </p:nvSpPr>
          <p:spPr>
            <a:xfrm>
              <a:off x="1849975" y="3225300"/>
              <a:ext cx="15550" cy="26200"/>
            </a:xfrm>
            <a:custGeom>
              <a:avLst/>
              <a:gdLst/>
              <a:ahLst/>
              <a:cxnLst/>
              <a:rect l="l" t="t" r="r" b="b"/>
              <a:pathLst>
                <a:path w="622" h="1048" extrusionOk="0">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6" name="Google Shape;15716;p87"/>
          <p:cNvGrpSpPr/>
          <p:nvPr/>
        </p:nvGrpSpPr>
        <p:grpSpPr>
          <a:xfrm>
            <a:off x="3990801" y="3033854"/>
            <a:ext cx="355200" cy="231125"/>
            <a:chOff x="3953100" y="3121200"/>
            <a:chExt cx="355200" cy="231125"/>
          </a:xfrm>
        </p:grpSpPr>
        <p:sp>
          <p:nvSpPr>
            <p:cNvPr id="15717" name="Google Shape;15717;p87"/>
            <p:cNvSpPr/>
            <p:nvPr/>
          </p:nvSpPr>
          <p:spPr>
            <a:xfrm>
              <a:off x="3953100" y="3121200"/>
              <a:ext cx="355200" cy="231125"/>
            </a:xfrm>
            <a:custGeom>
              <a:avLst/>
              <a:gdLst/>
              <a:ahLst/>
              <a:cxnLst/>
              <a:rect l="l" t="t" r="r" b="b"/>
              <a:pathLst>
                <a:path w="14208" h="9245" extrusionOk="0">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7"/>
            <p:cNvSpPr/>
            <p:nvPr/>
          </p:nvSpPr>
          <p:spPr>
            <a:xfrm>
              <a:off x="4094225" y="3142825"/>
              <a:ext cx="93100" cy="79200"/>
            </a:xfrm>
            <a:custGeom>
              <a:avLst/>
              <a:gdLst/>
              <a:ahLst/>
              <a:cxnLst/>
              <a:rect l="l" t="t" r="r" b="b"/>
              <a:pathLst>
                <a:path w="3724" h="3168" extrusionOk="0">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7"/>
            <p:cNvSpPr/>
            <p:nvPr/>
          </p:nvSpPr>
          <p:spPr>
            <a:xfrm>
              <a:off x="4115175" y="3163900"/>
              <a:ext cx="44225" cy="37200"/>
            </a:xfrm>
            <a:custGeom>
              <a:avLst/>
              <a:gdLst/>
              <a:ahLst/>
              <a:cxnLst/>
              <a:rect l="l" t="t" r="r" b="b"/>
              <a:pathLst>
                <a:path w="1769" h="1488" extrusionOk="0">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7"/>
            <p:cNvSpPr/>
            <p:nvPr/>
          </p:nvSpPr>
          <p:spPr>
            <a:xfrm>
              <a:off x="4011700" y="3178325"/>
              <a:ext cx="41025" cy="9850"/>
            </a:xfrm>
            <a:custGeom>
              <a:avLst/>
              <a:gdLst/>
              <a:ahLst/>
              <a:cxnLst/>
              <a:rect l="l" t="t" r="r" b="b"/>
              <a:pathLst>
                <a:path w="1641" h="394" extrusionOk="0">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7"/>
            <p:cNvSpPr/>
            <p:nvPr/>
          </p:nvSpPr>
          <p:spPr>
            <a:xfrm>
              <a:off x="4217525" y="3178475"/>
              <a:ext cx="39275" cy="10475"/>
            </a:xfrm>
            <a:custGeom>
              <a:avLst/>
              <a:gdLst/>
              <a:ahLst/>
              <a:cxnLst/>
              <a:rect l="l" t="t" r="r" b="b"/>
              <a:pathLst>
                <a:path w="1571" h="419" extrusionOk="0">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87"/>
          <p:cNvGrpSpPr/>
          <p:nvPr/>
        </p:nvGrpSpPr>
        <p:grpSpPr>
          <a:xfrm>
            <a:off x="5508004" y="2498849"/>
            <a:ext cx="349750" cy="266100"/>
            <a:chOff x="931825" y="2533500"/>
            <a:chExt cx="349750" cy="266100"/>
          </a:xfrm>
        </p:grpSpPr>
        <p:sp>
          <p:nvSpPr>
            <p:cNvPr id="15723" name="Google Shape;15723;p87"/>
            <p:cNvSpPr/>
            <p:nvPr/>
          </p:nvSpPr>
          <p:spPr>
            <a:xfrm>
              <a:off x="1137325" y="2698375"/>
              <a:ext cx="144250" cy="101225"/>
            </a:xfrm>
            <a:custGeom>
              <a:avLst/>
              <a:gdLst/>
              <a:ahLst/>
              <a:cxnLst/>
              <a:rect l="l" t="t" r="r" b="b"/>
              <a:pathLst>
                <a:path w="5770" h="4049" extrusionOk="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7"/>
            <p:cNvSpPr/>
            <p:nvPr/>
          </p:nvSpPr>
          <p:spPr>
            <a:xfrm>
              <a:off x="931825" y="2533500"/>
              <a:ext cx="184575" cy="111625"/>
            </a:xfrm>
            <a:custGeom>
              <a:avLst/>
              <a:gdLst/>
              <a:ahLst/>
              <a:cxnLst/>
              <a:rect l="l" t="t" r="r" b="b"/>
              <a:pathLst>
                <a:path w="7383" h="4465" extrusionOk="0">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7"/>
            <p:cNvSpPr/>
            <p:nvPr/>
          </p:nvSpPr>
          <p:spPr>
            <a:xfrm>
              <a:off x="1010125" y="2770575"/>
              <a:ext cx="41900" cy="16600"/>
            </a:xfrm>
            <a:custGeom>
              <a:avLst/>
              <a:gdLst/>
              <a:ahLst/>
              <a:cxnLst/>
              <a:rect l="l" t="t" r="r" b="b"/>
              <a:pathLst>
                <a:path w="1676" h="664" extrusionOk="0">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7"/>
            <p:cNvSpPr/>
            <p:nvPr/>
          </p:nvSpPr>
          <p:spPr>
            <a:xfrm>
              <a:off x="991750" y="2746650"/>
              <a:ext cx="77350" cy="24050"/>
            </a:xfrm>
            <a:custGeom>
              <a:avLst/>
              <a:gdLst/>
              <a:ahLst/>
              <a:cxnLst/>
              <a:rect l="l" t="t" r="r" b="b"/>
              <a:pathLst>
                <a:path w="3094" h="962" extrusionOk="0">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7"/>
            <p:cNvSpPr/>
            <p:nvPr/>
          </p:nvSpPr>
          <p:spPr>
            <a:xfrm>
              <a:off x="974700" y="2722600"/>
              <a:ext cx="111450" cy="31050"/>
            </a:xfrm>
            <a:custGeom>
              <a:avLst/>
              <a:gdLst/>
              <a:ahLst/>
              <a:cxnLst/>
              <a:rect l="l" t="t" r="r" b="b"/>
              <a:pathLst>
                <a:path w="4458" h="1242" extrusionOk="0">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7"/>
            <p:cNvSpPr/>
            <p:nvPr/>
          </p:nvSpPr>
          <p:spPr>
            <a:xfrm>
              <a:off x="1026425" y="2682150"/>
              <a:ext cx="11275" cy="7900"/>
            </a:xfrm>
            <a:custGeom>
              <a:avLst/>
              <a:gdLst/>
              <a:ahLst/>
              <a:cxnLst/>
              <a:rect l="l" t="t" r="r" b="b"/>
              <a:pathLst>
                <a:path w="451" h="316" extrusionOk="0">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7"/>
            <p:cNvSpPr/>
            <p:nvPr/>
          </p:nvSpPr>
          <p:spPr>
            <a:xfrm>
              <a:off x="1026425" y="266400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7"/>
            <p:cNvSpPr/>
            <p:nvPr/>
          </p:nvSpPr>
          <p:spPr>
            <a:xfrm>
              <a:off x="1026425" y="270045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7"/>
            <p:cNvSpPr/>
            <p:nvPr/>
          </p:nvSpPr>
          <p:spPr>
            <a:xfrm>
              <a:off x="1107850" y="2766650"/>
              <a:ext cx="10100" cy="10250"/>
            </a:xfrm>
            <a:custGeom>
              <a:avLst/>
              <a:gdLst/>
              <a:ahLst/>
              <a:cxnLst/>
              <a:rect l="l" t="t" r="r" b="b"/>
              <a:pathLst>
                <a:path w="404" h="410" extrusionOk="0">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7"/>
            <p:cNvSpPr/>
            <p:nvPr/>
          </p:nvSpPr>
          <p:spPr>
            <a:xfrm>
              <a:off x="1125300" y="2766650"/>
              <a:ext cx="11650" cy="9475"/>
            </a:xfrm>
            <a:custGeom>
              <a:avLst/>
              <a:gdLst/>
              <a:ahLst/>
              <a:cxnLst/>
              <a:rect l="l" t="t" r="r" b="b"/>
              <a:pathLst>
                <a:path w="466" h="379" extrusionOk="0">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7"/>
            <p:cNvSpPr/>
            <p:nvPr/>
          </p:nvSpPr>
          <p:spPr>
            <a:xfrm>
              <a:off x="1089225" y="2766650"/>
              <a:ext cx="10125" cy="10250"/>
            </a:xfrm>
            <a:custGeom>
              <a:avLst/>
              <a:gdLst/>
              <a:ahLst/>
              <a:cxnLst/>
              <a:rect l="l" t="t" r="r" b="b"/>
              <a:pathLst>
                <a:path w="405" h="410" extrusionOk="0">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37"/>
        <p:cNvGrpSpPr/>
        <p:nvPr/>
      </p:nvGrpSpPr>
      <p:grpSpPr>
        <a:xfrm>
          <a:off x="0" y="0"/>
          <a:ext cx="0" cy="0"/>
          <a:chOff x="0" y="0"/>
          <a:chExt cx="0" cy="0"/>
        </a:xfrm>
      </p:grpSpPr>
      <p:sp>
        <p:nvSpPr>
          <p:cNvPr id="15738" name="Google Shape;15738;p88"/>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739" name="Google Shape;15739;p88"/>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Laboratory</a:t>
            </a:r>
            <a:endParaRPr sz="1800">
              <a:solidFill>
                <a:schemeClr val="lt1"/>
              </a:solidFill>
              <a:latin typeface="Arial"/>
              <a:ea typeface="Arial"/>
              <a:cs typeface="Arial"/>
              <a:sym typeface="Arial"/>
            </a:endParaRPr>
          </a:p>
        </p:txBody>
      </p:sp>
      <p:grpSp>
        <p:nvGrpSpPr>
          <p:cNvPr id="15740" name="Google Shape;15740;p88"/>
          <p:cNvGrpSpPr/>
          <p:nvPr/>
        </p:nvGrpSpPr>
        <p:grpSpPr>
          <a:xfrm>
            <a:off x="4803650" y="2457236"/>
            <a:ext cx="347225" cy="310175"/>
            <a:chOff x="7055563" y="3039906"/>
            <a:chExt cx="347225" cy="310175"/>
          </a:xfrm>
        </p:grpSpPr>
        <p:sp>
          <p:nvSpPr>
            <p:cNvPr id="15741" name="Google Shape;15741;p88"/>
            <p:cNvSpPr/>
            <p:nvPr/>
          </p:nvSpPr>
          <p:spPr>
            <a:xfrm>
              <a:off x="7165888" y="3133881"/>
              <a:ext cx="10050" cy="20225"/>
            </a:xfrm>
            <a:custGeom>
              <a:avLst/>
              <a:gdLst/>
              <a:ahLst/>
              <a:cxnLst/>
              <a:rect l="l" t="t" r="r" b="b"/>
              <a:pathLst>
                <a:path w="402" h="809" extrusionOk="0">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8"/>
            <p:cNvSpPr/>
            <p:nvPr/>
          </p:nvSpPr>
          <p:spPr>
            <a:xfrm>
              <a:off x="7281613" y="3135181"/>
              <a:ext cx="10075" cy="18925"/>
            </a:xfrm>
            <a:custGeom>
              <a:avLst/>
              <a:gdLst/>
              <a:ahLst/>
              <a:cxnLst/>
              <a:rect l="l" t="t" r="r" b="b"/>
              <a:pathLst>
                <a:path w="403" h="757" extrusionOk="0">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8"/>
            <p:cNvSpPr/>
            <p:nvPr/>
          </p:nvSpPr>
          <p:spPr>
            <a:xfrm>
              <a:off x="7209088" y="3143206"/>
              <a:ext cx="40750" cy="17075"/>
            </a:xfrm>
            <a:custGeom>
              <a:avLst/>
              <a:gdLst/>
              <a:ahLst/>
              <a:cxnLst/>
              <a:rect l="l" t="t" r="r" b="b"/>
              <a:pathLst>
                <a:path w="1630" h="683" extrusionOk="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8"/>
            <p:cNvSpPr/>
            <p:nvPr/>
          </p:nvSpPr>
          <p:spPr>
            <a:xfrm>
              <a:off x="7055563" y="3039906"/>
              <a:ext cx="347225" cy="310175"/>
            </a:xfrm>
            <a:custGeom>
              <a:avLst/>
              <a:gdLst/>
              <a:ahLst/>
              <a:cxnLst/>
              <a:rect l="l" t="t" r="r" b="b"/>
              <a:pathLst>
                <a:path w="13889" h="12407" extrusionOk="0">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88"/>
          <p:cNvGrpSpPr/>
          <p:nvPr/>
        </p:nvGrpSpPr>
        <p:grpSpPr>
          <a:xfrm>
            <a:off x="5494381" y="2451061"/>
            <a:ext cx="352625" cy="322525"/>
            <a:chOff x="6314113" y="3033731"/>
            <a:chExt cx="352625" cy="322525"/>
          </a:xfrm>
        </p:grpSpPr>
        <p:sp>
          <p:nvSpPr>
            <p:cNvPr id="15746" name="Google Shape;15746;p88"/>
            <p:cNvSpPr/>
            <p:nvPr/>
          </p:nvSpPr>
          <p:spPr>
            <a:xfrm>
              <a:off x="6366563" y="3160881"/>
              <a:ext cx="12000" cy="16375"/>
            </a:xfrm>
            <a:custGeom>
              <a:avLst/>
              <a:gdLst/>
              <a:ahLst/>
              <a:cxnLst/>
              <a:rect l="l" t="t" r="r" b="b"/>
              <a:pathLst>
                <a:path w="480" h="655" extrusionOk="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8"/>
            <p:cNvSpPr/>
            <p:nvPr/>
          </p:nvSpPr>
          <p:spPr>
            <a:xfrm>
              <a:off x="6441413" y="3160881"/>
              <a:ext cx="10050" cy="16375"/>
            </a:xfrm>
            <a:custGeom>
              <a:avLst/>
              <a:gdLst/>
              <a:ahLst/>
              <a:cxnLst/>
              <a:rect l="l" t="t" r="r" b="b"/>
              <a:pathLst>
                <a:path w="402" h="655" extrusionOk="0">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8"/>
            <p:cNvSpPr/>
            <p:nvPr/>
          </p:nvSpPr>
          <p:spPr>
            <a:xfrm>
              <a:off x="6393163" y="3166356"/>
              <a:ext cx="31300" cy="14375"/>
            </a:xfrm>
            <a:custGeom>
              <a:avLst/>
              <a:gdLst/>
              <a:ahLst/>
              <a:cxnLst/>
              <a:rect l="l" t="t" r="r" b="b"/>
              <a:pathLst>
                <a:path w="1252" h="575" extrusionOk="0">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8"/>
            <p:cNvSpPr/>
            <p:nvPr/>
          </p:nvSpPr>
          <p:spPr>
            <a:xfrm>
              <a:off x="6386638" y="3271356"/>
              <a:ext cx="46300" cy="49500"/>
            </a:xfrm>
            <a:custGeom>
              <a:avLst/>
              <a:gdLst/>
              <a:ahLst/>
              <a:cxnLst/>
              <a:rect l="l" t="t" r="r" b="b"/>
              <a:pathLst>
                <a:path w="1852" h="1980" extrusionOk="0">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8"/>
            <p:cNvSpPr/>
            <p:nvPr/>
          </p:nvSpPr>
          <p:spPr>
            <a:xfrm>
              <a:off x="6329538" y="3245131"/>
              <a:ext cx="45550" cy="49500"/>
            </a:xfrm>
            <a:custGeom>
              <a:avLst/>
              <a:gdLst/>
              <a:ahLst/>
              <a:cxnLst/>
              <a:rect l="l" t="t" r="r" b="b"/>
              <a:pathLst>
                <a:path w="1822" h="1980" extrusionOk="0">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8"/>
            <p:cNvSpPr/>
            <p:nvPr/>
          </p:nvSpPr>
          <p:spPr>
            <a:xfrm>
              <a:off x="6443713" y="3245131"/>
              <a:ext cx="46325" cy="49500"/>
            </a:xfrm>
            <a:custGeom>
              <a:avLst/>
              <a:gdLst/>
              <a:ahLst/>
              <a:cxnLst/>
              <a:rect l="l" t="t" r="r" b="b"/>
              <a:pathLst>
                <a:path w="1853" h="1980" extrusionOk="0">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8"/>
            <p:cNvSpPr/>
            <p:nvPr/>
          </p:nvSpPr>
          <p:spPr>
            <a:xfrm>
              <a:off x="6523188" y="3239731"/>
              <a:ext cx="104950" cy="86450"/>
            </a:xfrm>
            <a:custGeom>
              <a:avLst/>
              <a:gdLst/>
              <a:ahLst/>
              <a:cxnLst/>
              <a:rect l="l" t="t" r="r" b="b"/>
              <a:pathLst>
                <a:path w="4198" h="3458" extrusionOk="0">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8"/>
            <p:cNvSpPr/>
            <p:nvPr/>
          </p:nvSpPr>
          <p:spPr>
            <a:xfrm>
              <a:off x="6314113" y="3033731"/>
              <a:ext cx="352625" cy="322525"/>
            </a:xfrm>
            <a:custGeom>
              <a:avLst/>
              <a:gdLst/>
              <a:ahLst/>
              <a:cxnLst/>
              <a:rect l="l" t="t" r="r" b="b"/>
              <a:pathLst>
                <a:path w="14105" h="12901" extrusionOk="0">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88"/>
          <p:cNvGrpSpPr/>
          <p:nvPr/>
        </p:nvGrpSpPr>
        <p:grpSpPr>
          <a:xfrm>
            <a:off x="6284463" y="2439486"/>
            <a:ext cx="278550" cy="345675"/>
            <a:chOff x="4841988" y="4141656"/>
            <a:chExt cx="278550" cy="345675"/>
          </a:xfrm>
        </p:grpSpPr>
        <p:sp>
          <p:nvSpPr>
            <p:cNvPr id="15755" name="Google Shape;15755;p88"/>
            <p:cNvSpPr/>
            <p:nvPr/>
          </p:nvSpPr>
          <p:spPr>
            <a:xfrm>
              <a:off x="4946163" y="4363106"/>
              <a:ext cx="10050" cy="15450"/>
            </a:xfrm>
            <a:custGeom>
              <a:avLst/>
              <a:gdLst/>
              <a:ahLst/>
              <a:cxnLst/>
              <a:rect l="l" t="t" r="r" b="b"/>
              <a:pathLst>
                <a:path w="402" h="618" extrusionOk="0">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8"/>
            <p:cNvSpPr/>
            <p:nvPr/>
          </p:nvSpPr>
          <p:spPr>
            <a:xfrm>
              <a:off x="5006338" y="4363106"/>
              <a:ext cx="10825" cy="15450"/>
            </a:xfrm>
            <a:custGeom>
              <a:avLst/>
              <a:gdLst/>
              <a:ahLst/>
              <a:cxnLst/>
              <a:rect l="l" t="t" r="r" b="b"/>
              <a:pathLst>
                <a:path w="433" h="618" extrusionOk="0">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8"/>
            <p:cNvSpPr/>
            <p:nvPr/>
          </p:nvSpPr>
          <p:spPr>
            <a:xfrm>
              <a:off x="4966613" y="4368081"/>
              <a:ext cx="29300" cy="13550"/>
            </a:xfrm>
            <a:custGeom>
              <a:avLst/>
              <a:gdLst/>
              <a:ahLst/>
              <a:cxnLst/>
              <a:rect l="l" t="t" r="r" b="b"/>
              <a:pathLst>
                <a:path w="1172" h="542" extrusionOk="0">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8"/>
            <p:cNvSpPr/>
            <p:nvPr/>
          </p:nvSpPr>
          <p:spPr>
            <a:xfrm>
              <a:off x="4841988" y="4141656"/>
              <a:ext cx="278550" cy="345675"/>
            </a:xfrm>
            <a:custGeom>
              <a:avLst/>
              <a:gdLst/>
              <a:ahLst/>
              <a:cxnLst/>
              <a:rect l="l" t="t" r="r" b="b"/>
              <a:pathLst>
                <a:path w="11142" h="13827" extrusionOk="0">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8"/>
            <p:cNvSpPr/>
            <p:nvPr/>
          </p:nvSpPr>
          <p:spPr>
            <a:xfrm>
              <a:off x="4858188" y="4170206"/>
              <a:ext cx="226875" cy="291675"/>
            </a:xfrm>
            <a:custGeom>
              <a:avLst/>
              <a:gdLst/>
              <a:ahLst/>
              <a:cxnLst/>
              <a:rect l="l" t="t" r="r" b="b"/>
              <a:pathLst>
                <a:path w="9075" h="11667" extrusionOk="0">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8"/>
            <p:cNvSpPr/>
            <p:nvPr/>
          </p:nvSpPr>
          <p:spPr>
            <a:xfrm>
              <a:off x="4902163" y="4199331"/>
              <a:ext cx="157425" cy="229375"/>
            </a:xfrm>
            <a:custGeom>
              <a:avLst/>
              <a:gdLst/>
              <a:ahLst/>
              <a:cxnLst/>
              <a:rect l="l" t="t" r="r" b="b"/>
              <a:pathLst>
                <a:path w="6297" h="9175" extrusionOk="0">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88"/>
          <p:cNvGrpSpPr/>
          <p:nvPr/>
        </p:nvGrpSpPr>
        <p:grpSpPr>
          <a:xfrm>
            <a:off x="7020175" y="2439511"/>
            <a:ext cx="366500" cy="345625"/>
            <a:chOff x="4804963" y="3581531"/>
            <a:chExt cx="366500" cy="345625"/>
          </a:xfrm>
        </p:grpSpPr>
        <p:sp>
          <p:nvSpPr>
            <p:cNvPr id="15762" name="Google Shape;15762;p88"/>
            <p:cNvSpPr/>
            <p:nvPr/>
          </p:nvSpPr>
          <p:spPr>
            <a:xfrm>
              <a:off x="5015588" y="3626081"/>
              <a:ext cx="17775" cy="15650"/>
            </a:xfrm>
            <a:custGeom>
              <a:avLst/>
              <a:gdLst/>
              <a:ahLst/>
              <a:cxnLst/>
              <a:rect l="l" t="t" r="r" b="b"/>
              <a:pathLst>
                <a:path w="711" h="626" extrusionOk="0">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8"/>
            <p:cNvSpPr/>
            <p:nvPr/>
          </p:nvSpPr>
          <p:spPr>
            <a:xfrm>
              <a:off x="5080413" y="3690131"/>
              <a:ext cx="16975" cy="16400"/>
            </a:xfrm>
            <a:custGeom>
              <a:avLst/>
              <a:gdLst/>
              <a:ahLst/>
              <a:cxnLst/>
              <a:rect l="l" t="t" r="r" b="b"/>
              <a:pathLst>
                <a:path w="679" h="656" extrusionOk="0">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8"/>
            <p:cNvSpPr/>
            <p:nvPr/>
          </p:nvSpPr>
          <p:spPr>
            <a:xfrm>
              <a:off x="5041063" y="3656531"/>
              <a:ext cx="27025" cy="24700"/>
            </a:xfrm>
            <a:custGeom>
              <a:avLst/>
              <a:gdLst/>
              <a:ahLst/>
              <a:cxnLst/>
              <a:rect l="l" t="t" r="r" b="b"/>
              <a:pathLst>
                <a:path w="1081" h="988" extrusionOk="0">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8"/>
            <p:cNvSpPr/>
            <p:nvPr/>
          </p:nvSpPr>
          <p:spPr>
            <a:xfrm>
              <a:off x="4804963" y="3581531"/>
              <a:ext cx="366500" cy="345625"/>
            </a:xfrm>
            <a:custGeom>
              <a:avLst/>
              <a:gdLst/>
              <a:ahLst/>
              <a:cxnLst/>
              <a:rect l="l" t="t" r="r" b="b"/>
              <a:pathLst>
                <a:path w="14660" h="13825" extrusionOk="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8"/>
          <p:cNvGrpSpPr/>
          <p:nvPr/>
        </p:nvGrpSpPr>
        <p:grpSpPr>
          <a:xfrm>
            <a:off x="7767061" y="2439686"/>
            <a:ext cx="297075" cy="345275"/>
            <a:chOff x="1799788" y="4142056"/>
            <a:chExt cx="297075" cy="345275"/>
          </a:xfrm>
        </p:grpSpPr>
        <p:sp>
          <p:nvSpPr>
            <p:cNvPr id="15767" name="Google Shape;15767;p88"/>
            <p:cNvSpPr/>
            <p:nvPr/>
          </p:nvSpPr>
          <p:spPr>
            <a:xfrm>
              <a:off x="1898538" y="4197206"/>
              <a:ext cx="10050" cy="18550"/>
            </a:xfrm>
            <a:custGeom>
              <a:avLst/>
              <a:gdLst/>
              <a:ahLst/>
              <a:cxnLst/>
              <a:rect l="l" t="t" r="r" b="b"/>
              <a:pathLst>
                <a:path w="402" h="742" extrusionOk="0">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8"/>
            <p:cNvSpPr/>
            <p:nvPr/>
          </p:nvSpPr>
          <p:spPr>
            <a:xfrm>
              <a:off x="1986488" y="4197981"/>
              <a:ext cx="10850" cy="17775"/>
            </a:xfrm>
            <a:custGeom>
              <a:avLst/>
              <a:gdLst/>
              <a:ahLst/>
              <a:cxnLst/>
              <a:rect l="l" t="t" r="r" b="b"/>
              <a:pathLst>
                <a:path w="434" h="711" extrusionOk="0">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8"/>
            <p:cNvSpPr/>
            <p:nvPr/>
          </p:nvSpPr>
          <p:spPr>
            <a:xfrm>
              <a:off x="1931713" y="4204731"/>
              <a:ext cx="33200" cy="14875"/>
            </a:xfrm>
            <a:custGeom>
              <a:avLst/>
              <a:gdLst/>
              <a:ahLst/>
              <a:cxnLst/>
              <a:rect l="l" t="t" r="r" b="b"/>
              <a:pathLst>
                <a:path w="1328" h="595" extrusionOk="0">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8"/>
            <p:cNvSpPr/>
            <p:nvPr/>
          </p:nvSpPr>
          <p:spPr>
            <a:xfrm>
              <a:off x="1931713" y="4160831"/>
              <a:ext cx="37075" cy="31775"/>
            </a:xfrm>
            <a:custGeom>
              <a:avLst/>
              <a:gdLst/>
              <a:ahLst/>
              <a:cxnLst/>
              <a:rect l="l" t="t" r="r" b="b"/>
              <a:pathLst>
                <a:path w="1483" h="1271" extrusionOk="0">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8"/>
            <p:cNvSpPr/>
            <p:nvPr/>
          </p:nvSpPr>
          <p:spPr>
            <a:xfrm>
              <a:off x="1871013" y="4280956"/>
              <a:ext cx="48475" cy="23875"/>
            </a:xfrm>
            <a:custGeom>
              <a:avLst/>
              <a:gdLst/>
              <a:ahLst/>
              <a:cxnLst/>
              <a:rect l="l" t="t" r="r" b="b"/>
              <a:pathLst>
                <a:path w="1939" h="955" extrusionOk="0">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8"/>
            <p:cNvSpPr/>
            <p:nvPr/>
          </p:nvSpPr>
          <p:spPr>
            <a:xfrm>
              <a:off x="1946563" y="4288131"/>
              <a:ext cx="75300" cy="10225"/>
            </a:xfrm>
            <a:custGeom>
              <a:avLst/>
              <a:gdLst/>
              <a:ahLst/>
              <a:cxnLst/>
              <a:rect l="l" t="t" r="r" b="b"/>
              <a:pathLst>
                <a:path w="3012" h="409" extrusionOk="0">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8"/>
            <p:cNvSpPr/>
            <p:nvPr/>
          </p:nvSpPr>
          <p:spPr>
            <a:xfrm>
              <a:off x="1870763" y="4329731"/>
              <a:ext cx="47100" cy="24425"/>
            </a:xfrm>
            <a:custGeom>
              <a:avLst/>
              <a:gdLst/>
              <a:ahLst/>
              <a:cxnLst/>
              <a:rect l="l" t="t" r="r" b="b"/>
              <a:pathLst>
                <a:path w="1884" h="977" extrusionOk="0">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8"/>
            <p:cNvSpPr/>
            <p:nvPr/>
          </p:nvSpPr>
          <p:spPr>
            <a:xfrm>
              <a:off x="1947138" y="4336856"/>
              <a:ext cx="74875" cy="10075"/>
            </a:xfrm>
            <a:custGeom>
              <a:avLst/>
              <a:gdLst/>
              <a:ahLst/>
              <a:cxnLst/>
              <a:rect l="l" t="t" r="r" b="b"/>
              <a:pathLst>
                <a:path w="2995" h="403" extrusionOk="0">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8"/>
            <p:cNvSpPr/>
            <p:nvPr/>
          </p:nvSpPr>
          <p:spPr>
            <a:xfrm>
              <a:off x="1870763" y="4378906"/>
              <a:ext cx="47100" cy="23875"/>
            </a:xfrm>
            <a:custGeom>
              <a:avLst/>
              <a:gdLst/>
              <a:ahLst/>
              <a:cxnLst/>
              <a:rect l="l" t="t" r="r" b="b"/>
              <a:pathLst>
                <a:path w="1884" h="955" extrusionOk="0">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8"/>
            <p:cNvSpPr/>
            <p:nvPr/>
          </p:nvSpPr>
          <p:spPr>
            <a:xfrm>
              <a:off x="1947138" y="4385481"/>
              <a:ext cx="74875" cy="10825"/>
            </a:xfrm>
            <a:custGeom>
              <a:avLst/>
              <a:gdLst/>
              <a:ahLst/>
              <a:cxnLst/>
              <a:rect l="l" t="t" r="r" b="b"/>
              <a:pathLst>
                <a:path w="2995" h="433" extrusionOk="0">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8"/>
            <p:cNvSpPr/>
            <p:nvPr/>
          </p:nvSpPr>
          <p:spPr>
            <a:xfrm>
              <a:off x="1799788" y="4142056"/>
              <a:ext cx="297075" cy="345275"/>
            </a:xfrm>
            <a:custGeom>
              <a:avLst/>
              <a:gdLst/>
              <a:ahLst/>
              <a:cxnLst/>
              <a:rect l="l" t="t" r="r" b="b"/>
              <a:pathLst>
                <a:path w="11883" h="13811" extrusionOk="0">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88"/>
          <p:cNvGrpSpPr/>
          <p:nvPr/>
        </p:nvGrpSpPr>
        <p:grpSpPr>
          <a:xfrm>
            <a:off x="7742761" y="3004687"/>
            <a:ext cx="345675" cy="321775"/>
            <a:chOff x="5563388" y="3034481"/>
            <a:chExt cx="345675" cy="321775"/>
          </a:xfrm>
        </p:grpSpPr>
        <p:sp>
          <p:nvSpPr>
            <p:cNvPr id="15779" name="Google Shape;15779;p88"/>
            <p:cNvSpPr/>
            <p:nvPr/>
          </p:nvSpPr>
          <p:spPr>
            <a:xfrm>
              <a:off x="5684513" y="3122456"/>
              <a:ext cx="10075" cy="18550"/>
            </a:xfrm>
            <a:custGeom>
              <a:avLst/>
              <a:gdLst/>
              <a:ahLst/>
              <a:cxnLst/>
              <a:rect l="l" t="t" r="r" b="b"/>
              <a:pathLst>
                <a:path w="403" h="742" extrusionOk="0">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8"/>
            <p:cNvSpPr/>
            <p:nvPr/>
          </p:nvSpPr>
          <p:spPr>
            <a:xfrm>
              <a:off x="5777113" y="3122456"/>
              <a:ext cx="10825" cy="18550"/>
            </a:xfrm>
            <a:custGeom>
              <a:avLst/>
              <a:gdLst/>
              <a:ahLst/>
              <a:cxnLst/>
              <a:rect l="l" t="t" r="r" b="b"/>
              <a:pathLst>
                <a:path w="433" h="742" extrusionOk="0">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8"/>
            <p:cNvSpPr/>
            <p:nvPr/>
          </p:nvSpPr>
          <p:spPr>
            <a:xfrm>
              <a:off x="5719238" y="3129756"/>
              <a:ext cx="35100" cy="15875"/>
            </a:xfrm>
            <a:custGeom>
              <a:avLst/>
              <a:gdLst/>
              <a:ahLst/>
              <a:cxnLst/>
              <a:rect l="l" t="t" r="r" b="b"/>
              <a:pathLst>
                <a:path w="1404" h="635" extrusionOk="0">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8"/>
            <p:cNvSpPr/>
            <p:nvPr/>
          </p:nvSpPr>
          <p:spPr>
            <a:xfrm>
              <a:off x="5597338" y="3157956"/>
              <a:ext cx="277775" cy="164350"/>
            </a:xfrm>
            <a:custGeom>
              <a:avLst/>
              <a:gdLst/>
              <a:ahLst/>
              <a:cxnLst/>
              <a:rect l="l" t="t" r="r" b="b"/>
              <a:pathLst>
                <a:path w="11111" h="6574" extrusionOk="0">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8"/>
            <p:cNvSpPr/>
            <p:nvPr/>
          </p:nvSpPr>
          <p:spPr>
            <a:xfrm>
              <a:off x="5685288" y="3189581"/>
              <a:ext cx="101100" cy="100325"/>
            </a:xfrm>
            <a:custGeom>
              <a:avLst/>
              <a:gdLst/>
              <a:ahLst/>
              <a:cxnLst/>
              <a:rect l="l" t="t" r="r" b="b"/>
              <a:pathLst>
                <a:path w="4044" h="4013" extrusionOk="0">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8"/>
            <p:cNvSpPr/>
            <p:nvPr/>
          </p:nvSpPr>
          <p:spPr>
            <a:xfrm>
              <a:off x="5563388" y="3034481"/>
              <a:ext cx="345675" cy="321775"/>
            </a:xfrm>
            <a:custGeom>
              <a:avLst/>
              <a:gdLst/>
              <a:ahLst/>
              <a:cxnLst/>
              <a:rect l="l" t="t" r="r" b="b"/>
              <a:pathLst>
                <a:path w="13827" h="12871" extrusionOk="0">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88"/>
          <p:cNvGrpSpPr/>
          <p:nvPr/>
        </p:nvGrpSpPr>
        <p:grpSpPr>
          <a:xfrm>
            <a:off x="7029050" y="2993050"/>
            <a:ext cx="348750" cy="345050"/>
            <a:chOff x="4806513" y="3022356"/>
            <a:chExt cx="348750" cy="345050"/>
          </a:xfrm>
        </p:grpSpPr>
        <p:sp>
          <p:nvSpPr>
            <p:cNvPr id="15786" name="Google Shape;15786;p88"/>
            <p:cNvSpPr/>
            <p:nvPr/>
          </p:nvSpPr>
          <p:spPr>
            <a:xfrm>
              <a:off x="4929188" y="3221606"/>
              <a:ext cx="19225" cy="17050"/>
            </a:xfrm>
            <a:custGeom>
              <a:avLst/>
              <a:gdLst/>
              <a:ahLst/>
              <a:cxnLst/>
              <a:rect l="l" t="t" r="r" b="b"/>
              <a:pathLst>
                <a:path w="769" h="682" extrusionOk="0">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8"/>
            <p:cNvSpPr/>
            <p:nvPr/>
          </p:nvSpPr>
          <p:spPr>
            <a:xfrm>
              <a:off x="5007888" y="3142906"/>
              <a:ext cx="17750" cy="17000"/>
            </a:xfrm>
            <a:custGeom>
              <a:avLst/>
              <a:gdLst/>
              <a:ahLst/>
              <a:cxnLst/>
              <a:rect l="l" t="t" r="r" b="b"/>
              <a:pathLst>
                <a:path w="710" h="680" extrusionOk="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8"/>
            <p:cNvSpPr/>
            <p:nvPr/>
          </p:nvSpPr>
          <p:spPr>
            <a:xfrm>
              <a:off x="4966213" y="3179156"/>
              <a:ext cx="29700" cy="29100"/>
            </a:xfrm>
            <a:custGeom>
              <a:avLst/>
              <a:gdLst/>
              <a:ahLst/>
              <a:cxnLst/>
              <a:rect l="l" t="t" r="r" b="b"/>
              <a:pathLst>
                <a:path w="1188" h="1164" extrusionOk="0">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8"/>
            <p:cNvSpPr/>
            <p:nvPr/>
          </p:nvSpPr>
          <p:spPr>
            <a:xfrm>
              <a:off x="4856663" y="3071531"/>
              <a:ext cx="267750" cy="266225"/>
            </a:xfrm>
            <a:custGeom>
              <a:avLst/>
              <a:gdLst/>
              <a:ahLst/>
              <a:cxnLst/>
              <a:rect l="l" t="t" r="r" b="b"/>
              <a:pathLst>
                <a:path w="10710" h="10649" extrusionOk="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8"/>
            <p:cNvSpPr/>
            <p:nvPr/>
          </p:nvSpPr>
          <p:spPr>
            <a:xfrm>
              <a:off x="4806513" y="3022356"/>
              <a:ext cx="348750" cy="345050"/>
            </a:xfrm>
            <a:custGeom>
              <a:avLst/>
              <a:gdLst/>
              <a:ahLst/>
              <a:cxnLst/>
              <a:rect l="l" t="t" r="r" b="b"/>
              <a:pathLst>
                <a:path w="13950" h="13802" extrusionOk="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88"/>
          <p:cNvGrpSpPr/>
          <p:nvPr/>
        </p:nvGrpSpPr>
        <p:grpSpPr>
          <a:xfrm>
            <a:off x="6249363" y="2992737"/>
            <a:ext cx="348750" cy="345675"/>
            <a:chOff x="4806513" y="2463556"/>
            <a:chExt cx="348750" cy="345675"/>
          </a:xfrm>
        </p:grpSpPr>
        <p:sp>
          <p:nvSpPr>
            <p:cNvPr id="15792" name="Google Shape;15792;p88"/>
            <p:cNvSpPr/>
            <p:nvPr/>
          </p:nvSpPr>
          <p:spPr>
            <a:xfrm>
              <a:off x="4966988" y="2641406"/>
              <a:ext cx="10050" cy="9275"/>
            </a:xfrm>
            <a:custGeom>
              <a:avLst/>
              <a:gdLst/>
              <a:ahLst/>
              <a:cxnLst/>
              <a:rect l="l" t="t" r="r" b="b"/>
              <a:pathLst>
                <a:path w="402" h="371" extrusionOk="0">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8"/>
            <p:cNvSpPr/>
            <p:nvPr/>
          </p:nvSpPr>
          <p:spPr>
            <a:xfrm>
              <a:off x="4806513" y="2463556"/>
              <a:ext cx="348750" cy="345675"/>
            </a:xfrm>
            <a:custGeom>
              <a:avLst/>
              <a:gdLst/>
              <a:ahLst/>
              <a:cxnLst/>
              <a:rect l="l" t="t" r="r" b="b"/>
              <a:pathLst>
                <a:path w="13950" h="13827" extrusionOk="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88"/>
          <p:cNvGrpSpPr/>
          <p:nvPr/>
        </p:nvGrpSpPr>
        <p:grpSpPr>
          <a:xfrm>
            <a:off x="5497856" y="3034787"/>
            <a:ext cx="345675" cy="261575"/>
            <a:chOff x="4051938" y="3063831"/>
            <a:chExt cx="345675" cy="261575"/>
          </a:xfrm>
        </p:grpSpPr>
        <p:sp>
          <p:nvSpPr>
            <p:cNvPr id="15795" name="Google Shape;15795;p88"/>
            <p:cNvSpPr/>
            <p:nvPr/>
          </p:nvSpPr>
          <p:spPr>
            <a:xfrm>
              <a:off x="4222713" y="3063831"/>
              <a:ext cx="174900" cy="261575"/>
            </a:xfrm>
            <a:custGeom>
              <a:avLst/>
              <a:gdLst/>
              <a:ahLst/>
              <a:cxnLst/>
              <a:rect l="l" t="t" r="r" b="b"/>
              <a:pathLst>
                <a:path w="6996" h="10463" extrusionOk="0">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8"/>
            <p:cNvSpPr/>
            <p:nvPr/>
          </p:nvSpPr>
          <p:spPr>
            <a:xfrm>
              <a:off x="4051938" y="3063831"/>
              <a:ext cx="175025" cy="261575"/>
            </a:xfrm>
            <a:custGeom>
              <a:avLst/>
              <a:gdLst/>
              <a:ahLst/>
              <a:cxnLst/>
              <a:rect l="l" t="t" r="r" b="b"/>
              <a:pathLst>
                <a:path w="7001" h="10463" extrusionOk="0">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88"/>
          <p:cNvGrpSpPr/>
          <p:nvPr/>
        </p:nvGrpSpPr>
        <p:grpSpPr>
          <a:xfrm>
            <a:off x="4803275" y="3016987"/>
            <a:ext cx="347975" cy="297175"/>
            <a:chOff x="3292738" y="3045206"/>
            <a:chExt cx="347975" cy="297175"/>
          </a:xfrm>
        </p:grpSpPr>
        <p:sp>
          <p:nvSpPr>
            <p:cNvPr id="15798" name="Google Shape;15798;p88"/>
            <p:cNvSpPr/>
            <p:nvPr/>
          </p:nvSpPr>
          <p:spPr>
            <a:xfrm>
              <a:off x="3575888" y="3204256"/>
              <a:ext cx="10050" cy="20275"/>
            </a:xfrm>
            <a:custGeom>
              <a:avLst/>
              <a:gdLst/>
              <a:ahLst/>
              <a:cxnLst/>
              <a:rect l="l" t="t" r="r" b="b"/>
              <a:pathLst>
                <a:path w="402" h="811" extrusionOk="0">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8"/>
            <p:cNvSpPr/>
            <p:nvPr/>
          </p:nvSpPr>
          <p:spPr>
            <a:xfrm>
              <a:off x="3292738" y="3045206"/>
              <a:ext cx="347975" cy="297175"/>
            </a:xfrm>
            <a:custGeom>
              <a:avLst/>
              <a:gdLst/>
              <a:ahLst/>
              <a:cxnLst/>
              <a:rect l="l" t="t" r="r" b="b"/>
              <a:pathLst>
                <a:path w="13919" h="11887" extrusionOk="0">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88"/>
          <p:cNvGrpSpPr/>
          <p:nvPr/>
        </p:nvGrpSpPr>
        <p:grpSpPr>
          <a:xfrm>
            <a:off x="4819075" y="3524624"/>
            <a:ext cx="316375" cy="345675"/>
            <a:chOff x="5578038" y="3581531"/>
            <a:chExt cx="316375" cy="345675"/>
          </a:xfrm>
        </p:grpSpPr>
        <p:sp>
          <p:nvSpPr>
            <p:cNvPr id="15801" name="Google Shape;15801;p88"/>
            <p:cNvSpPr/>
            <p:nvPr/>
          </p:nvSpPr>
          <p:spPr>
            <a:xfrm>
              <a:off x="5659838" y="3846006"/>
              <a:ext cx="10050" cy="17925"/>
            </a:xfrm>
            <a:custGeom>
              <a:avLst/>
              <a:gdLst/>
              <a:ahLst/>
              <a:cxnLst/>
              <a:rect l="l" t="t" r="r" b="b"/>
              <a:pathLst>
                <a:path w="402" h="717" extrusionOk="0">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8"/>
            <p:cNvSpPr/>
            <p:nvPr/>
          </p:nvSpPr>
          <p:spPr>
            <a:xfrm>
              <a:off x="5747788" y="3847331"/>
              <a:ext cx="9275" cy="16600"/>
            </a:xfrm>
            <a:custGeom>
              <a:avLst/>
              <a:gdLst/>
              <a:ahLst/>
              <a:cxnLst/>
              <a:rect l="l" t="t" r="r" b="b"/>
              <a:pathLst>
                <a:path w="371" h="664" extrusionOk="0">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8"/>
            <p:cNvSpPr/>
            <p:nvPr/>
          </p:nvSpPr>
          <p:spPr>
            <a:xfrm>
              <a:off x="5690888" y="3852256"/>
              <a:ext cx="33775" cy="15525"/>
            </a:xfrm>
            <a:custGeom>
              <a:avLst/>
              <a:gdLst/>
              <a:ahLst/>
              <a:cxnLst/>
              <a:rect l="l" t="t" r="r" b="b"/>
              <a:pathLst>
                <a:path w="1351" h="621" extrusionOk="0">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8"/>
            <p:cNvSpPr/>
            <p:nvPr/>
          </p:nvSpPr>
          <p:spPr>
            <a:xfrm>
              <a:off x="5604288" y="3800656"/>
              <a:ext cx="209575" cy="100325"/>
            </a:xfrm>
            <a:custGeom>
              <a:avLst/>
              <a:gdLst/>
              <a:ahLst/>
              <a:cxnLst/>
              <a:rect l="l" t="t" r="r" b="b"/>
              <a:pathLst>
                <a:path w="8383" h="4013" extrusionOk="0">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8"/>
            <p:cNvSpPr/>
            <p:nvPr/>
          </p:nvSpPr>
          <p:spPr>
            <a:xfrm>
              <a:off x="5713313" y="3762831"/>
              <a:ext cx="55325" cy="47450"/>
            </a:xfrm>
            <a:custGeom>
              <a:avLst/>
              <a:gdLst/>
              <a:ahLst/>
              <a:cxnLst/>
              <a:rect l="l" t="t" r="r" b="b"/>
              <a:pathLst>
                <a:path w="2213" h="1898" extrusionOk="0">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8"/>
            <p:cNvSpPr/>
            <p:nvPr/>
          </p:nvSpPr>
          <p:spPr>
            <a:xfrm>
              <a:off x="5652888" y="3749256"/>
              <a:ext cx="45550" cy="38300"/>
            </a:xfrm>
            <a:custGeom>
              <a:avLst/>
              <a:gdLst/>
              <a:ahLst/>
              <a:cxnLst/>
              <a:rect l="l" t="t" r="r" b="b"/>
              <a:pathLst>
                <a:path w="1822" h="1532" extrusionOk="0">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8"/>
            <p:cNvSpPr/>
            <p:nvPr/>
          </p:nvSpPr>
          <p:spPr>
            <a:xfrm>
              <a:off x="5693788" y="3706506"/>
              <a:ext cx="38600" cy="33300"/>
            </a:xfrm>
            <a:custGeom>
              <a:avLst/>
              <a:gdLst/>
              <a:ahLst/>
              <a:cxnLst/>
              <a:rect l="l" t="t" r="r" b="b"/>
              <a:pathLst>
                <a:path w="1544" h="1332" extrusionOk="0">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8"/>
            <p:cNvSpPr/>
            <p:nvPr/>
          </p:nvSpPr>
          <p:spPr>
            <a:xfrm>
              <a:off x="5597338" y="3660081"/>
              <a:ext cx="243050" cy="267125"/>
            </a:xfrm>
            <a:custGeom>
              <a:avLst/>
              <a:gdLst/>
              <a:ahLst/>
              <a:cxnLst/>
              <a:rect l="l" t="t" r="r" b="b"/>
              <a:pathLst>
                <a:path w="9722" h="10685" extrusionOk="0">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8"/>
            <p:cNvSpPr/>
            <p:nvPr/>
          </p:nvSpPr>
          <p:spPr>
            <a:xfrm>
              <a:off x="5578038" y="3581531"/>
              <a:ext cx="316375" cy="278075"/>
            </a:xfrm>
            <a:custGeom>
              <a:avLst/>
              <a:gdLst/>
              <a:ahLst/>
              <a:cxnLst/>
              <a:rect l="l" t="t" r="r" b="b"/>
              <a:pathLst>
                <a:path w="12655" h="11123" extrusionOk="0">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8"/>
          <p:cNvGrpSpPr/>
          <p:nvPr/>
        </p:nvGrpSpPr>
        <p:grpSpPr>
          <a:xfrm>
            <a:off x="5505181" y="3524724"/>
            <a:ext cx="331025" cy="345475"/>
            <a:chOff x="2540463" y="3580956"/>
            <a:chExt cx="331025" cy="345475"/>
          </a:xfrm>
        </p:grpSpPr>
        <p:sp>
          <p:nvSpPr>
            <p:cNvPr id="15811" name="Google Shape;15811;p88"/>
            <p:cNvSpPr/>
            <p:nvPr/>
          </p:nvSpPr>
          <p:spPr>
            <a:xfrm>
              <a:off x="2601413" y="3888456"/>
              <a:ext cx="10825" cy="16375"/>
            </a:xfrm>
            <a:custGeom>
              <a:avLst/>
              <a:gdLst/>
              <a:ahLst/>
              <a:cxnLst/>
              <a:rect l="l" t="t" r="r" b="b"/>
              <a:pathLst>
                <a:path w="433" h="655" extrusionOk="0">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8"/>
            <p:cNvSpPr/>
            <p:nvPr/>
          </p:nvSpPr>
          <p:spPr>
            <a:xfrm>
              <a:off x="2670088" y="3888606"/>
              <a:ext cx="11600" cy="16225"/>
            </a:xfrm>
            <a:custGeom>
              <a:avLst/>
              <a:gdLst/>
              <a:ahLst/>
              <a:cxnLst/>
              <a:rect l="l" t="t" r="r" b="b"/>
              <a:pathLst>
                <a:path w="464" h="649" extrusionOk="0">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8"/>
            <p:cNvSpPr/>
            <p:nvPr/>
          </p:nvSpPr>
          <p:spPr>
            <a:xfrm>
              <a:off x="2625763" y="3893581"/>
              <a:ext cx="29700" cy="13950"/>
            </a:xfrm>
            <a:custGeom>
              <a:avLst/>
              <a:gdLst/>
              <a:ahLst/>
              <a:cxnLst/>
              <a:rect l="l" t="t" r="r" b="b"/>
              <a:pathLst>
                <a:path w="1188" h="558" extrusionOk="0">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8"/>
            <p:cNvSpPr/>
            <p:nvPr/>
          </p:nvSpPr>
          <p:spPr>
            <a:xfrm>
              <a:off x="2540463" y="3580956"/>
              <a:ext cx="331025" cy="345475"/>
            </a:xfrm>
            <a:custGeom>
              <a:avLst/>
              <a:gdLst/>
              <a:ahLst/>
              <a:cxnLst/>
              <a:rect l="l" t="t" r="r" b="b"/>
              <a:pathLst>
                <a:path w="13241" h="13819" extrusionOk="0">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5" name="Google Shape;15815;p88"/>
          <p:cNvGrpSpPr/>
          <p:nvPr/>
        </p:nvGrpSpPr>
        <p:grpSpPr>
          <a:xfrm>
            <a:off x="6246663" y="3526174"/>
            <a:ext cx="354150" cy="342575"/>
            <a:chOff x="6307938" y="1923106"/>
            <a:chExt cx="354150" cy="342575"/>
          </a:xfrm>
        </p:grpSpPr>
        <p:sp>
          <p:nvSpPr>
            <p:cNvPr id="15816" name="Google Shape;15816;p88"/>
            <p:cNvSpPr/>
            <p:nvPr/>
          </p:nvSpPr>
          <p:spPr>
            <a:xfrm>
              <a:off x="6392038" y="2170181"/>
              <a:ext cx="17675" cy="14550"/>
            </a:xfrm>
            <a:custGeom>
              <a:avLst/>
              <a:gdLst/>
              <a:ahLst/>
              <a:cxnLst/>
              <a:rect l="l" t="t" r="r" b="b"/>
              <a:pathLst>
                <a:path w="707" h="582" extrusionOk="0">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8"/>
            <p:cNvSpPr/>
            <p:nvPr/>
          </p:nvSpPr>
          <p:spPr>
            <a:xfrm>
              <a:off x="6446338" y="2114081"/>
              <a:ext cx="18250" cy="15625"/>
            </a:xfrm>
            <a:custGeom>
              <a:avLst/>
              <a:gdLst/>
              <a:ahLst/>
              <a:cxnLst/>
              <a:rect l="l" t="t" r="r" b="b"/>
              <a:pathLst>
                <a:path w="730" h="625" extrusionOk="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8"/>
            <p:cNvSpPr/>
            <p:nvPr/>
          </p:nvSpPr>
          <p:spPr>
            <a:xfrm>
              <a:off x="6417888" y="2139506"/>
              <a:ext cx="25100" cy="24725"/>
            </a:xfrm>
            <a:custGeom>
              <a:avLst/>
              <a:gdLst/>
              <a:ahLst/>
              <a:cxnLst/>
              <a:rect l="l" t="t" r="r" b="b"/>
              <a:pathLst>
                <a:path w="1004" h="989" extrusionOk="0">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8"/>
            <p:cNvSpPr/>
            <p:nvPr/>
          </p:nvSpPr>
          <p:spPr>
            <a:xfrm>
              <a:off x="6355763" y="2078431"/>
              <a:ext cx="162500" cy="143275"/>
            </a:xfrm>
            <a:custGeom>
              <a:avLst/>
              <a:gdLst/>
              <a:ahLst/>
              <a:cxnLst/>
              <a:rect l="l" t="t" r="r" b="b"/>
              <a:pathLst>
                <a:path w="6500" h="5731" extrusionOk="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8"/>
            <p:cNvSpPr/>
            <p:nvPr/>
          </p:nvSpPr>
          <p:spPr>
            <a:xfrm>
              <a:off x="6539388" y="1982906"/>
              <a:ext cx="17475" cy="13900"/>
            </a:xfrm>
            <a:custGeom>
              <a:avLst/>
              <a:gdLst/>
              <a:ahLst/>
              <a:cxnLst/>
              <a:rect l="l" t="t" r="r" b="b"/>
              <a:pathLst>
                <a:path w="699" h="556" extrusionOk="0">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8"/>
            <p:cNvSpPr/>
            <p:nvPr/>
          </p:nvSpPr>
          <p:spPr>
            <a:xfrm>
              <a:off x="6583363" y="2026106"/>
              <a:ext cx="16700" cy="13900"/>
            </a:xfrm>
            <a:custGeom>
              <a:avLst/>
              <a:gdLst/>
              <a:ahLst/>
              <a:cxnLst/>
              <a:rect l="l" t="t" r="r" b="b"/>
              <a:pathLst>
                <a:path w="668" h="556" extrusionOk="0">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8"/>
            <p:cNvSpPr/>
            <p:nvPr/>
          </p:nvSpPr>
          <p:spPr>
            <a:xfrm>
              <a:off x="6557913" y="2004481"/>
              <a:ext cx="20075" cy="19325"/>
            </a:xfrm>
            <a:custGeom>
              <a:avLst/>
              <a:gdLst/>
              <a:ahLst/>
              <a:cxnLst/>
              <a:rect l="l" t="t" r="r" b="b"/>
              <a:pathLst>
                <a:path w="803" h="773" extrusionOk="0">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8"/>
            <p:cNvSpPr/>
            <p:nvPr/>
          </p:nvSpPr>
          <p:spPr>
            <a:xfrm>
              <a:off x="6503013" y="1957856"/>
              <a:ext cx="123600" cy="109925"/>
            </a:xfrm>
            <a:custGeom>
              <a:avLst/>
              <a:gdLst/>
              <a:ahLst/>
              <a:cxnLst/>
              <a:rect l="l" t="t" r="r" b="b"/>
              <a:pathLst>
                <a:path w="4944" h="4397" extrusionOk="0">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8"/>
            <p:cNvSpPr/>
            <p:nvPr/>
          </p:nvSpPr>
          <p:spPr>
            <a:xfrm>
              <a:off x="6307938" y="2036706"/>
              <a:ext cx="241525" cy="228975"/>
            </a:xfrm>
            <a:custGeom>
              <a:avLst/>
              <a:gdLst/>
              <a:ahLst/>
              <a:cxnLst/>
              <a:rect l="l" t="t" r="r" b="b"/>
              <a:pathLst>
                <a:path w="9661" h="9159" extrusionOk="0">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8"/>
            <p:cNvSpPr/>
            <p:nvPr/>
          </p:nvSpPr>
          <p:spPr>
            <a:xfrm>
              <a:off x="6473813" y="1923106"/>
              <a:ext cx="188275" cy="179600"/>
            </a:xfrm>
            <a:custGeom>
              <a:avLst/>
              <a:gdLst/>
              <a:ahLst/>
              <a:cxnLst/>
              <a:rect l="l" t="t" r="r" b="b"/>
              <a:pathLst>
                <a:path w="7531" h="7184" extrusionOk="0">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8"/>
          <p:cNvGrpSpPr/>
          <p:nvPr/>
        </p:nvGrpSpPr>
        <p:grpSpPr>
          <a:xfrm>
            <a:off x="7059900" y="3524811"/>
            <a:ext cx="287050" cy="345300"/>
            <a:chOff x="4081238" y="4142031"/>
            <a:chExt cx="287050" cy="345300"/>
          </a:xfrm>
        </p:grpSpPr>
        <p:grpSp>
          <p:nvGrpSpPr>
            <p:cNvPr id="15827" name="Google Shape;15827;p88"/>
            <p:cNvGrpSpPr/>
            <p:nvPr/>
          </p:nvGrpSpPr>
          <p:grpSpPr>
            <a:xfrm>
              <a:off x="4160713" y="4237331"/>
              <a:ext cx="118850" cy="229950"/>
              <a:chOff x="4160713" y="4237331"/>
              <a:chExt cx="118850" cy="229950"/>
            </a:xfrm>
          </p:grpSpPr>
          <p:sp>
            <p:nvSpPr>
              <p:cNvPr id="15828" name="Google Shape;15828;p88"/>
              <p:cNvSpPr/>
              <p:nvPr/>
            </p:nvSpPr>
            <p:spPr>
              <a:xfrm>
                <a:off x="4170363" y="4443331"/>
                <a:ext cx="11200" cy="18550"/>
              </a:xfrm>
              <a:custGeom>
                <a:avLst/>
                <a:gdLst/>
                <a:ahLst/>
                <a:cxnLst/>
                <a:rect l="l" t="t" r="r" b="b"/>
                <a:pathLst>
                  <a:path w="448" h="742" extrusionOk="0">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8"/>
              <p:cNvSpPr/>
              <p:nvPr/>
            </p:nvSpPr>
            <p:spPr>
              <a:xfrm>
                <a:off x="4268738" y="4444106"/>
                <a:ext cx="10825" cy="18550"/>
              </a:xfrm>
              <a:custGeom>
                <a:avLst/>
                <a:gdLst/>
                <a:ahLst/>
                <a:cxnLst/>
                <a:rect l="l" t="t" r="r" b="b"/>
                <a:pathLst>
                  <a:path w="433" h="742" extrusionOk="0">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8"/>
              <p:cNvSpPr/>
              <p:nvPr/>
            </p:nvSpPr>
            <p:spPr>
              <a:xfrm>
                <a:off x="4207013" y="4451631"/>
                <a:ext cx="35525" cy="15650"/>
              </a:xfrm>
              <a:custGeom>
                <a:avLst/>
                <a:gdLst/>
                <a:ahLst/>
                <a:cxnLst/>
                <a:rect l="l" t="t" r="r" b="b"/>
                <a:pathLst>
                  <a:path w="1421" h="626" extrusionOk="0">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8"/>
              <p:cNvSpPr/>
              <p:nvPr/>
            </p:nvSpPr>
            <p:spPr>
              <a:xfrm>
                <a:off x="4160713" y="4370806"/>
                <a:ext cx="40925" cy="35150"/>
              </a:xfrm>
              <a:custGeom>
                <a:avLst/>
                <a:gdLst/>
                <a:ahLst/>
                <a:cxnLst/>
                <a:rect l="l" t="t" r="r" b="b"/>
                <a:pathLst>
                  <a:path w="1637" h="1406" extrusionOk="0">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8"/>
              <p:cNvSpPr/>
              <p:nvPr/>
            </p:nvSpPr>
            <p:spPr>
              <a:xfrm>
                <a:off x="4169213" y="4237331"/>
                <a:ext cx="38600" cy="33125"/>
              </a:xfrm>
              <a:custGeom>
                <a:avLst/>
                <a:gdLst/>
                <a:ahLst/>
                <a:cxnLst/>
                <a:rect l="l" t="t" r="r" b="b"/>
                <a:pathLst>
                  <a:path w="1544" h="1325" extrusionOk="0">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3" name="Google Shape;15833;p88"/>
            <p:cNvSpPr/>
            <p:nvPr/>
          </p:nvSpPr>
          <p:spPr>
            <a:xfrm>
              <a:off x="4081238" y="4142031"/>
              <a:ext cx="287050" cy="345300"/>
            </a:xfrm>
            <a:custGeom>
              <a:avLst/>
              <a:gdLst/>
              <a:ahLst/>
              <a:cxnLst/>
              <a:rect l="l" t="t" r="r" b="b"/>
              <a:pathLst>
                <a:path w="11482" h="13812" extrusionOk="0">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8"/>
          <p:cNvGrpSpPr/>
          <p:nvPr/>
        </p:nvGrpSpPr>
        <p:grpSpPr>
          <a:xfrm>
            <a:off x="7747386" y="3524624"/>
            <a:ext cx="336425" cy="345675"/>
            <a:chOff x="7795463" y="2463556"/>
            <a:chExt cx="336425" cy="345675"/>
          </a:xfrm>
        </p:grpSpPr>
        <p:sp>
          <p:nvSpPr>
            <p:cNvPr id="15835" name="Google Shape;15835;p88"/>
            <p:cNvSpPr/>
            <p:nvPr/>
          </p:nvSpPr>
          <p:spPr>
            <a:xfrm>
              <a:off x="7920838" y="2708906"/>
              <a:ext cx="10850" cy="16225"/>
            </a:xfrm>
            <a:custGeom>
              <a:avLst/>
              <a:gdLst/>
              <a:ahLst/>
              <a:cxnLst/>
              <a:rect l="l" t="t" r="r" b="b"/>
              <a:pathLst>
                <a:path w="434" h="649" extrusionOk="0">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8"/>
            <p:cNvSpPr/>
            <p:nvPr/>
          </p:nvSpPr>
          <p:spPr>
            <a:xfrm>
              <a:off x="7996088" y="2708131"/>
              <a:ext cx="10050" cy="17000"/>
            </a:xfrm>
            <a:custGeom>
              <a:avLst/>
              <a:gdLst/>
              <a:ahLst/>
              <a:cxnLst/>
              <a:rect l="l" t="t" r="r" b="b"/>
              <a:pathLst>
                <a:path w="402" h="680" extrusionOk="0">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8"/>
            <p:cNvSpPr/>
            <p:nvPr/>
          </p:nvSpPr>
          <p:spPr>
            <a:xfrm>
              <a:off x="7947688" y="2714656"/>
              <a:ext cx="32550" cy="14350"/>
            </a:xfrm>
            <a:custGeom>
              <a:avLst/>
              <a:gdLst/>
              <a:ahLst/>
              <a:cxnLst/>
              <a:rect l="l" t="t" r="r" b="b"/>
              <a:pathLst>
                <a:path w="1302" h="574" extrusionOk="0">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8"/>
            <p:cNvSpPr/>
            <p:nvPr/>
          </p:nvSpPr>
          <p:spPr>
            <a:xfrm>
              <a:off x="7891138" y="2690406"/>
              <a:ext cx="145850" cy="56350"/>
            </a:xfrm>
            <a:custGeom>
              <a:avLst/>
              <a:gdLst/>
              <a:ahLst/>
              <a:cxnLst/>
              <a:rect l="l" t="t" r="r" b="b"/>
              <a:pathLst>
                <a:path w="5834" h="2254" extrusionOk="0">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8"/>
            <p:cNvSpPr/>
            <p:nvPr/>
          </p:nvSpPr>
          <p:spPr>
            <a:xfrm>
              <a:off x="7835688" y="2754256"/>
              <a:ext cx="51625" cy="42525"/>
            </a:xfrm>
            <a:custGeom>
              <a:avLst/>
              <a:gdLst/>
              <a:ahLst/>
              <a:cxnLst/>
              <a:rect l="l" t="t" r="r" b="b"/>
              <a:pathLst>
                <a:path w="2065" h="1701" extrusionOk="0">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8"/>
            <p:cNvSpPr/>
            <p:nvPr/>
          </p:nvSpPr>
          <p:spPr>
            <a:xfrm>
              <a:off x="7908113" y="2754256"/>
              <a:ext cx="41700" cy="36175"/>
            </a:xfrm>
            <a:custGeom>
              <a:avLst/>
              <a:gdLst/>
              <a:ahLst/>
              <a:cxnLst/>
              <a:rect l="l" t="t" r="r" b="b"/>
              <a:pathLst>
                <a:path w="1668" h="1447" extrusionOk="0">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8"/>
            <p:cNvSpPr/>
            <p:nvPr/>
          </p:nvSpPr>
          <p:spPr>
            <a:xfrm>
              <a:off x="7978338" y="2754256"/>
              <a:ext cx="41675" cy="36175"/>
            </a:xfrm>
            <a:custGeom>
              <a:avLst/>
              <a:gdLst/>
              <a:ahLst/>
              <a:cxnLst/>
              <a:rect l="l" t="t" r="r" b="b"/>
              <a:pathLst>
                <a:path w="1667" h="1447" extrusionOk="0">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8"/>
            <p:cNvSpPr/>
            <p:nvPr/>
          </p:nvSpPr>
          <p:spPr>
            <a:xfrm>
              <a:off x="8047763" y="2753806"/>
              <a:ext cx="41700" cy="36200"/>
            </a:xfrm>
            <a:custGeom>
              <a:avLst/>
              <a:gdLst/>
              <a:ahLst/>
              <a:cxnLst/>
              <a:rect l="l" t="t" r="r" b="b"/>
              <a:pathLst>
                <a:path w="1668" h="1448" extrusionOk="0">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8"/>
            <p:cNvSpPr/>
            <p:nvPr/>
          </p:nvSpPr>
          <p:spPr>
            <a:xfrm>
              <a:off x="7795463" y="2463556"/>
              <a:ext cx="336425" cy="345675"/>
            </a:xfrm>
            <a:custGeom>
              <a:avLst/>
              <a:gdLst/>
              <a:ahLst/>
              <a:cxnLst/>
              <a:rect l="l" t="t" r="r" b="b"/>
              <a:pathLst>
                <a:path w="13457" h="13827" extrusionOk="0">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88"/>
          <p:cNvGrpSpPr/>
          <p:nvPr/>
        </p:nvGrpSpPr>
        <p:grpSpPr>
          <a:xfrm>
            <a:off x="7734911" y="4099042"/>
            <a:ext cx="361375" cy="330675"/>
            <a:chOff x="5552838" y="1929231"/>
            <a:chExt cx="361375" cy="330675"/>
          </a:xfrm>
        </p:grpSpPr>
        <p:sp>
          <p:nvSpPr>
            <p:cNvPr id="15845" name="Google Shape;15845;p88"/>
            <p:cNvSpPr/>
            <p:nvPr/>
          </p:nvSpPr>
          <p:spPr>
            <a:xfrm>
              <a:off x="5667538" y="2137981"/>
              <a:ext cx="10075" cy="20850"/>
            </a:xfrm>
            <a:custGeom>
              <a:avLst/>
              <a:gdLst/>
              <a:ahLst/>
              <a:cxnLst/>
              <a:rect l="l" t="t" r="r" b="b"/>
              <a:pathLst>
                <a:path w="403" h="834" extrusionOk="0">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8"/>
            <p:cNvSpPr/>
            <p:nvPr/>
          </p:nvSpPr>
          <p:spPr>
            <a:xfrm>
              <a:off x="5784813" y="2137981"/>
              <a:ext cx="10075" cy="20850"/>
            </a:xfrm>
            <a:custGeom>
              <a:avLst/>
              <a:gdLst/>
              <a:ahLst/>
              <a:cxnLst/>
              <a:rect l="l" t="t" r="r" b="b"/>
              <a:pathLst>
                <a:path w="403" h="834" extrusionOk="0">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8"/>
            <p:cNvSpPr/>
            <p:nvPr/>
          </p:nvSpPr>
          <p:spPr>
            <a:xfrm>
              <a:off x="5710763" y="2147581"/>
              <a:ext cx="42025" cy="16650"/>
            </a:xfrm>
            <a:custGeom>
              <a:avLst/>
              <a:gdLst/>
              <a:ahLst/>
              <a:cxnLst/>
              <a:rect l="l" t="t" r="r" b="b"/>
              <a:pathLst>
                <a:path w="1681" h="666" extrusionOk="0">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8"/>
            <p:cNvSpPr/>
            <p:nvPr/>
          </p:nvSpPr>
          <p:spPr>
            <a:xfrm>
              <a:off x="5552838" y="1929231"/>
              <a:ext cx="361375" cy="330675"/>
            </a:xfrm>
            <a:custGeom>
              <a:avLst/>
              <a:gdLst/>
              <a:ahLst/>
              <a:cxnLst/>
              <a:rect l="l" t="t" r="r" b="b"/>
              <a:pathLst>
                <a:path w="14455" h="13227" extrusionOk="0">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8"/>
          <p:cNvGrpSpPr/>
          <p:nvPr/>
        </p:nvGrpSpPr>
        <p:grpSpPr>
          <a:xfrm>
            <a:off x="7014800" y="4104642"/>
            <a:ext cx="377250" cy="319475"/>
            <a:chOff x="4784188" y="1934881"/>
            <a:chExt cx="377250" cy="319475"/>
          </a:xfrm>
        </p:grpSpPr>
        <p:sp>
          <p:nvSpPr>
            <p:cNvPr id="15850" name="Google Shape;15850;p88"/>
            <p:cNvSpPr/>
            <p:nvPr/>
          </p:nvSpPr>
          <p:spPr>
            <a:xfrm>
              <a:off x="5068838" y="2167281"/>
              <a:ext cx="10050" cy="14700"/>
            </a:xfrm>
            <a:custGeom>
              <a:avLst/>
              <a:gdLst/>
              <a:ahLst/>
              <a:cxnLst/>
              <a:rect l="l" t="t" r="r" b="b"/>
              <a:pathLst>
                <a:path w="402" h="588" extrusionOk="0">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8"/>
            <p:cNvSpPr/>
            <p:nvPr/>
          </p:nvSpPr>
          <p:spPr>
            <a:xfrm>
              <a:off x="5122463" y="2168056"/>
              <a:ext cx="10825" cy="14700"/>
            </a:xfrm>
            <a:custGeom>
              <a:avLst/>
              <a:gdLst/>
              <a:ahLst/>
              <a:cxnLst/>
              <a:rect l="l" t="t" r="r" b="b"/>
              <a:pathLst>
                <a:path w="433" h="588" extrusionOk="0">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8"/>
            <p:cNvSpPr/>
            <p:nvPr/>
          </p:nvSpPr>
          <p:spPr>
            <a:xfrm>
              <a:off x="5087538" y="2171831"/>
              <a:ext cx="26650" cy="13225"/>
            </a:xfrm>
            <a:custGeom>
              <a:avLst/>
              <a:gdLst/>
              <a:ahLst/>
              <a:cxnLst/>
              <a:rect l="l" t="t" r="r" b="b"/>
              <a:pathLst>
                <a:path w="1066" h="529" extrusionOk="0">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8"/>
            <p:cNvSpPr/>
            <p:nvPr/>
          </p:nvSpPr>
          <p:spPr>
            <a:xfrm>
              <a:off x="4831963" y="2092831"/>
              <a:ext cx="155875" cy="134100"/>
            </a:xfrm>
            <a:custGeom>
              <a:avLst/>
              <a:gdLst/>
              <a:ahLst/>
              <a:cxnLst/>
              <a:rect l="l" t="t" r="r" b="b"/>
              <a:pathLst>
                <a:path w="6235" h="5364" extrusionOk="0">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8"/>
            <p:cNvSpPr/>
            <p:nvPr/>
          </p:nvSpPr>
          <p:spPr>
            <a:xfrm>
              <a:off x="5040288" y="2094781"/>
              <a:ext cx="121150" cy="134650"/>
            </a:xfrm>
            <a:custGeom>
              <a:avLst/>
              <a:gdLst/>
              <a:ahLst/>
              <a:cxnLst/>
              <a:rect l="l" t="t" r="r" b="b"/>
              <a:pathLst>
                <a:path w="4846" h="5386" extrusionOk="0">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8"/>
            <p:cNvSpPr/>
            <p:nvPr/>
          </p:nvSpPr>
          <p:spPr>
            <a:xfrm>
              <a:off x="4784188" y="1934881"/>
              <a:ext cx="345625" cy="319475"/>
            </a:xfrm>
            <a:custGeom>
              <a:avLst/>
              <a:gdLst/>
              <a:ahLst/>
              <a:cxnLst/>
              <a:rect l="l" t="t" r="r" b="b"/>
              <a:pathLst>
                <a:path w="13825" h="12779" extrusionOk="0">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88"/>
          <p:cNvGrpSpPr/>
          <p:nvPr/>
        </p:nvGrpSpPr>
        <p:grpSpPr>
          <a:xfrm>
            <a:off x="6260550" y="4091542"/>
            <a:ext cx="326375" cy="345675"/>
            <a:chOff x="1784363" y="3581531"/>
            <a:chExt cx="326375" cy="345675"/>
          </a:xfrm>
        </p:grpSpPr>
        <p:sp>
          <p:nvSpPr>
            <p:cNvPr id="15857" name="Google Shape;15857;p88"/>
            <p:cNvSpPr/>
            <p:nvPr/>
          </p:nvSpPr>
          <p:spPr>
            <a:xfrm>
              <a:off x="1869213" y="3606981"/>
              <a:ext cx="42475" cy="75650"/>
            </a:xfrm>
            <a:custGeom>
              <a:avLst/>
              <a:gdLst/>
              <a:ahLst/>
              <a:cxnLst/>
              <a:rect l="l" t="t" r="r" b="b"/>
              <a:pathLst>
                <a:path w="1699" h="3026" extrusionOk="0">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8"/>
            <p:cNvSpPr/>
            <p:nvPr/>
          </p:nvSpPr>
          <p:spPr>
            <a:xfrm>
              <a:off x="1916288" y="3606206"/>
              <a:ext cx="57125" cy="75650"/>
            </a:xfrm>
            <a:custGeom>
              <a:avLst/>
              <a:gdLst/>
              <a:ahLst/>
              <a:cxnLst/>
              <a:rect l="l" t="t" r="r" b="b"/>
              <a:pathLst>
                <a:path w="2285" h="3026" extrusionOk="0">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8"/>
            <p:cNvSpPr/>
            <p:nvPr/>
          </p:nvSpPr>
          <p:spPr>
            <a:xfrm>
              <a:off x="1978788" y="3606981"/>
              <a:ext cx="49350" cy="74925"/>
            </a:xfrm>
            <a:custGeom>
              <a:avLst/>
              <a:gdLst/>
              <a:ahLst/>
              <a:cxnLst/>
              <a:rect l="l" t="t" r="r" b="b"/>
              <a:pathLst>
                <a:path w="1974" h="2997" extrusionOk="0">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8"/>
            <p:cNvSpPr/>
            <p:nvPr/>
          </p:nvSpPr>
          <p:spPr>
            <a:xfrm>
              <a:off x="1811363" y="3819156"/>
              <a:ext cx="54800" cy="54050"/>
            </a:xfrm>
            <a:custGeom>
              <a:avLst/>
              <a:gdLst/>
              <a:ahLst/>
              <a:cxnLst/>
              <a:rect l="l" t="t" r="r" b="b"/>
              <a:pathLst>
                <a:path w="2192" h="2162" extrusionOk="0">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8"/>
            <p:cNvSpPr/>
            <p:nvPr/>
          </p:nvSpPr>
          <p:spPr>
            <a:xfrm>
              <a:off x="1811363" y="3731206"/>
              <a:ext cx="54800" cy="54025"/>
            </a:xfrm>
            <a:custGeom>
              <a:avLst/>
              <a:gdLst/>
              <a:ahLst/>
              <a:cxnLst/>
              <a:rect l="l" t="t" r="r" b="b"/>
              <a:pathLst>
                <a:path w="2192" h="2161" extrusionOk="0">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8"/>
            <p:cNvSpPr/>
            <p:nvPr/>
          </p:nvSpPr>
          <p:spPr>
            <a:xfrm>
              <a:off x="2029713" y="3819156"/>
              <a:ext cx="54025" cy="54050"/>
            </a:xfrm>
            <a:custGeom>
              <a:avLst/>
              <a:gdLst/>
              <a:ahLst/>
              <a:cxnLst/>
              <a:rect l="l" t="t" r="r" b="b"/>
              <a:pathLst>
                <a:path w="2161" h="2162" extrusionOk="0">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8"/>
            <p:cNvSpPr/>
            <p:nvPr/>
          </p:nvSpPr>
          <p:spPr>
            <a:xfrm>
              <a:off x="2029713" y="3731206"/>
              <a:ext cx="54025" cy="54025"/>
            </a:xfrm>
            <a:custGeom>
              <a:avLst/>
              <a:gdLst/>
              <a:ahLst/>
              <a:cxnLst/>
              <a:rect l="l" t="t" r="r" b="b"/>
              <a:pathLst>
                <a:path w="2161" h="2161" extrusionOk="0">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8"/>
            <p:cNvSpPr/>
            <p:nvPr/>
          </p:nvSpPr>
          <p:spPr>
            <a:xfrm>
              <a:off x="1920913" y="3731206"/>
              <a:ext cx="54050" cy="54025"/>
            </a:xfrm>
            <a:custGeom>
              <a:avLst/>
              <a:gdLst/>
              <a:ahLst/>
              <a:cxnLst/>
              <a:rect l="l" t="t" r="r" b="b"/>
              <a:pathLst>
                <a:path w="2162" h="2161" extrusionOk="0">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8"/>
            <p:cNvSpPr/>
            <p:nvPr/>
          </p:nvSpPr>
          <p:spPr>
            <a:xfrm>
              <a:off x="1918613" y="3861606"/>
              <a:ext cx="15450" cy="13050"/>
            </a:xfrm>
            <a:custGeom>
              <a:avLst/>
              <a:gdLst/>
              <a:ahLst/>
              <a:cxnLst/>
              <a:rect l="l" t="t" r="r" b="b"/>
              <a:pathLst>
                <a:path w="618" h="522" extrusionOk="0">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8"/>
            <p:cNvSpPr/>
            <p:nvPr/>
          </p:nvSpPr>
          <p:spPr>
            <a:xfrm>
              <a:off x="1958713" y="3861606"/>
              <a:ext cx="15475" cy="13050"/>
            </a:xfrm>
            <a:custGeom>
              <a:avLst/>
              <a:gdLst/>
              <a:ahLst/>
              <a:cxnLst/>
              <a:rect l="l" t="t" r="r" b="b"/>
              <a:pathLst>
                <a:path w="619" h="522" extrusionOk="0">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8"/>
            <p:cNvSpPr/>
            <p:nvPr/>
          </p:nvSpPr>
          <p:spPr>
            <a:xfrm>
              <a:off x="1784363" y="3581531"/>
              <a:ext cx="326375" cy="290125"/>
            </a:xfrm>
            <a:custGeom>
              <a:avLst/>
              <a:gdLst/>
              <a:ahLst/>
              <a:cxnLst/>
              <a:rect l="l" t="t" r="r" b="b"/>
              <a:pathLst>
                <a:path w="13055" h="11605" extrusionOk="0">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8"/>
            <p:cNvSpPr/>
            <p:nvPr/>
          </p:nvSpPr>
          <p:spPr>
            <a:xfrm>
              <a:off x="1784363" y="3729656"/>
              <a:ext cx="326375" cy="197550"/>
            </a:xfrm>
            <a:custGeom>
              <a:avLst/>
              <a:gdLst/>
              <a:ahLst/>
              <a:cxnLst/>
              <a:rect l="l" t="t" r="r" b="b"/>
              <a:pathLst>
                <a:path w="13055" h="7902" extrusionOk="0">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88"/>
          <p:cNvGrpSpPr/>
          <p:nvPr/>
        </p:nvGrpSpPr>
        <p:grpSpPr>
          <a:xfrm>
            <a:off x="5522544" y="4091542"/>
            <a:ext cx="296300" cy="345675"/>
            <a:chOff x="1039038" y="4141656"/>
            <a:chExt cx="296300" cy="345675"/>
          </a:xfrm>
        </p:grpSpPr>
        <p:sp>
          <p:nvSpPr>
            <p:cNvPr id="15870" name="Google Shape;15870;p88"/>
            <p:cNvSpPr/>
            <p:nvPr/>
          </p:nvSpPr>
          <p:spPr>
            <a:xfrm>
              <a:off x="1120813" y="4177156"/>
              <a:ext cx="10075" cy="21625"/>
            </a:xfrm>
            <a:custGeom>
              <a:avLst/>
              <a:gdLst/>
              <a:ahLst/>
              <a:cxnLst/>
              <a:rect l="l" t="t" r="r" b="b"/>
              <a:pathLst>
                <a:path w="403" h="865" extrusionOk="0">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8"/>
            <p:cNvSpPr/>
            <p:nvPr/>
          </p:nvSpPr>
          <p:spPr>
            <a:xfrm>
              <a:off x="1242738" y="4177156"/>
              <a:ext cx="10050" cy="21625"/>
            </a:xfrm>
            <a:custGeom>
              <a:avLst/>
              <a:gdLst/>
              <a:ahLst/>
              <a:cxnLst/>
              <a:rect l="l" t="t" r="r" b="b"/>
              <a:pathLst>
                <a:path w="402" h="865" extrusionOk="0">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8"/>
            <p:cNvSpPr/>
            <p:nvPr/>
          </p:nvSpPr>
          <p:spPr>
            <a:xfrm>
              <a:off x="1165213" y="4187556"/>
              <a:ext cx="44150" cy="16750"/>
            </a:xfrm>
            <a:custGeom>
              <a:avLst/>
              <a:gdLst/>
              <a:ahLst/>
              <a:cxnLst/>
              <a:rect l="l" t="t" r="r" b="b"/>
              <a:pathLst>
                <a:path w="1766" h="670" extrusionOk="0">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8"/>
            <p:cNvSpPr/>
            <p:nvPr/>
          </p:nvSpPr>
          <p:spPr>
            <a:xfrm>
              <a:off x="1039038" y="4141656"/>
              <a:ext cx="296300" cy="345675"/>
            </a:xfrm>
            <a:custGeom>
              <a:avLst/>
              <a:gdLst/>
              <a:ahLst/>
              <a:cxnLst/>
              <a:rect l="l" t="t" r="r" b="b"/>
              <a:pathLst>
                <a:path w="11852" h="13827" extrusionOk="0">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8"/>
            <p:cNvSpPr/>
            <p:nvPr/>
          </p:nvSpPr>
          <p:spPr>
            <a:xfrm>
              <a:off x="1129313" y="4316806"/>
              <a:ext cx="114975" cy="10050"/>
            </a:xfrm>
            <a:custGeom>
              <a:avLst/>
              <a:gdLst/>
              <a:ahLst/>
              <a:cxnLst/>
              <a:rect l="l" t="t" r="r" b="b"/>
              <a:pathLst>
                <a:path w="4599" h="402" extrusionOk="0">
                  <a:moveTo>
                    <a:pt x="0" y="0"/>
                  </a:moveTo>
                  <a:lnTo>
                    <a:pt x="0" y="402"/>
                  </a:lnTo>
                  <a:lnTo>
                    <a:pt x="4599" y="402"/>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8"/>
            <p:cNvSpPr/>
            <p:nvPr/>
          </p:nvSpPr>
          <p:spPr>
            <a:xfrm>
              <a:off x="1129313" y="4346131"/>
              <a:ext cx="114975" cy="10050"/>
            </a:xfrm>
            <a:custGeom>
              <a:avLst/>
              <a:gdLst/>
              <a:ahLst/>
              <a:cxnLst/>
              <a:rect l="l" t="t" r="r" b="b"/>
              <a:pathLst>
                <a:path w="4599" h="402" extrusionOk="0">
                  <a:moveTo>
                    <a:pt x="0" y="0"/>
                  </a:moveTo>
                  <a:lnTo>
                    <a:pt x="0" y="401"/>
                  </a:lnTo>
                  <a:lnTo>
                    <a:pt x="4599" y="401"/>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8"/>
            <p:cNvSpPr/>
            <p:nvPr/>
          </p:nvSpPr>
          <p:spPr>
            <a:xfrm>
              <a:off x="1129313" y="4375431"/>
              <a:ext cx="114975" cy="10075"/>
            </a:xfrm>
            <a:custGeom>
              <a:avLst/>
              <a:gdLst/>
              <a:ahLst/>
              <a:cxnLst/>
              <a:rect l="l" t="t" r="r" b="b"/>
              <a:pathLst>
                <a:path w="4599" h="403" extrusionOk="0">
                  <a:moveTo>
                    <a:pt x="0" y="1"/>
                  </a:moveTo>
                  <a:lnTo>
                    <a:pt x="0" y="402"/>
                  </a:lnTo>
                  <a:lnTo>
                    <a:pt x="4599" y="402"/>
                  </a:lnTo>
                  <a:lnTo>
                    <a:pt x="459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7" name="Google Shape;15877;p88"/>
          <p:cNvGrpSpPr/>
          <p:nvPr/>
        </p:nvGrpSpPr>
        <p:grpSpPr>
          <a:xfrm>
            <a:off x="4805963" y="4091542"/>
            <a:ext cx="342600" cy="345675"/>
            <a:chOff x="5564163" y="2463556"/>
            <a:chExt cx="342600" cy="345675"/>
          </a:xfrm>
        </p:grpSpPr>
        <p:sp>
          <p:nvSpPr>
            <p:cNvPr id="15878" name="Google Shape;15878;p88"/>
            <p:cNvSpPr/>
            <p:nvPr/>
          </p:nvSpPr>
          <p:spPr>
            <a:xfrm>
              <a:off x="5743938" y="2580056"/>
              <a:ext cx="43225" cy="37025"/>
            </a:xfrm>
            <a:custGeom>
              <a:avLst/>
              <a:gdLst/>
              <a:ahLst/>
              <a:cxnLst/>
              <a:rect l="l" t="t" r="r" b="b"/>
              <a:pathLst>
                <a:path w="1729" h="1481" extrusionOk="0">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8"/>
            <p:cNvSpPr/>
            <p:nvPr/>
          </p:nvSpPr>
          <p:spPr>
            <a:xfrm>
              <a:off x="5705588" y="2566181"/>
              <a:ext cx="34500" cy="29725"/>
            </a:xfrm>
            <a:custGeom>
              <a:avLst/>
              <a:gdLst/>
              <a:ahLst/>
              <a:cxnLst/>
              <a:rect l="l" t="t" r="r" b="b"/>
              <a:pathLst>
                <a:path w="1380" h="1189" extrusionOk="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8"/>
            <p:cNvSpPr/>
            <p:nvPr/>
          </p:nvSpPr>
          <p:spPr>
            <a:xfrm>
              <a:off x="5564163" y="2463556"/>
              <a:ext cx="342600" cy="345675"/>
            </a:xfrm>
            <a:custGeom>
              <a:avLst/>
              <a:gdLst/>
              <a:ahLst/>
              <a:cxnLst/>
              <a:rect l="l" t="t" r="r" b="b"/>
              <a:pathLst>
                <a:path w="13704" h="13827" extrusionOk="0">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8"/>
          <p:cNvGrpSpPr/>
          <p:nvPr/>
        </p:nvGrpSpPr>
        <p:grpSpPr>
          <a:xfrm>
            <a:off x="4795275" y="4665442"/>
            <a:ext cx="363975" cy="330250"/>
            <a:chOff x="2526038" y="1929656"/>
            <a:chExt cx="363975" cy="330250"/>
          </a:xfrm>
        </p:grpSpPr>
        <p:sp>
          <p:nvSpPr>
            <p:cNvPr id="15882" name="Google Shape;15882;p88"/>
            <p:cNvSpPr/>
            <p:nvPr/>
          </p:nvSpPr>
          <p:spPr>
            <a:xfrm>
              <a:off x="2633838" y="1962831"/>
              <a:ext cx="10825" cy="23175"/>
            </a:xfrm>
            <a:custGeom>
              <a:avLst/>
              <a:gdLst/>
              <a:ahLst/>
              <a:cxnLst/>
              <a:rect l="l" t="t" r="r" b="b"/>
              <a:pathLst>
                <a:path w="433" h="927" extrusionOk="0">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8"/>
            <p:cNvSpPr/>
            <p:nvPr/>
          </p:nvSpPr>
          <p:spPr>
            <a:xfrm>
              <a:off x="2772713" y="1962831"/>
              <a:ext cx="10050" cy="23175"/>
            </a:xfrm>
            <a:custGeom>
              <a:avLst/>
              <a:gdLst/>
              <a:ahLst/>
              <a:cxnLst/>
              <a:rect l="l" t="t" r="r" b="b"/>
              <a:pathLst>
                <a:path w="402" h="927" extrusionOk="0">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8"/>
            <p:cNvSpPr/>
            <p:nvPr/>
          </p:nvSpPr>
          <p:spPr>
            <a:xfrm>
              <a:off x="2684163" y="1974331"/>
              <a:ext cx="48275" cy="18625"/>
            </a:xfrm>
            <a:custGeom>
              <a:avLst/>
              <a:gdLst/>
              <a:ahLst/>
              <a:cxnLst/>
              <a:rect l="l" t="t" r="r" b="b"/>
              <a:pathLst>
                <a:path w="1931" h="745" extrusionOk="0">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8"/>
            <p:cNvSpPr/>
            <p:nvPr/>
          </p:nvSpPr>
          <p:spPr>
            <a:xfrm>
              <a:off x="2526038" y="1929656"/>
              <a:ext cx="363975" cy="330250"/>
            </a:xfrm>
            <a:custGeom>
              <a:avLst/>
              <a:gdLst/>
              <a:ahLst/>
              <a:cxnLst/>
              <a:rect l="l" t="t" r="r" b="b"/>
              <a:pathLst>
                <a:path w="14559" h="13210" extrusionOk="0">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8"/>
            <p:cNvSpPr/>
            <p:nvPr/>
          </p:nvSpPr>
          <p:spPr>
            <a:xfrm>
              <a:off x="2577513" y="2013431"/>
              <a:ext cx="260800" cy="217150"/>
            </a:xfrm>
            <a:custGeom>
              <a:avLst/>
              <a:gdLst/>
              <a:ahLst/>
              <a:cxnLst/>
              <a:rect l="l" t="t" r="r" b="b"/>
              <a:pathLst>
                <a:path w="10432" h="8686" extrusionOk="0">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8"/>
            <p:cNvSpPr/>
            <p:nvPr/>
          </p:nvSpPr>
          <p:spPr>
            <a:xfrm>
              <a:off x="2689388" y="2199706"/>
              <a:ext cx="37050" cy="9275"/>
            </a:xfrm>
            <a:custGeom>
              <a:avLst/>
              <a:gdLst/>
              <a:ahLst/>
              <a:cxnLst/>
              <a:rect l="l" t="t" r="r" b="b"/>
              <a:pathLst>
                <a:path w="1482" h="371" extrusionOk="0">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8"/>
            <p:cNvSpPr/>
            <p:nvPr/>
          </p:nvSpPr>
          <p:spPr>
            <a:xfrm>
              <a:off x="2688888" y="2177831"/>
              <a:ext cx="38325" cy="9675"/>
            </a:xfrm>
            <a:custGeom>
              <a:avLst/>
              <a:gdLst/>
              <a:ahLst/>
              <a:cxnLst/>
              <a:rect l="l" t="t" r="r" b="b"/>
              <a:pathLst>
                <a:path w="1533" h="387" extrusionOk="0">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8"/>
            <p:cNvSpPr/>
            <p:nvPr/>
          </p:nvSpPr>
          <p:spPr>
            <a:xfrm>
              <a:off x="2689388" y="2155731"/>
              <a:ext cx="37825" cy="10825"/>
            </a:xfrm>
            <a:custGeom>
              <a:avLst/>
              <a:gdLst/>
              <a:ahLst/>
              <a:cxnLst/>
              <a:rect l="l" t="t" r="r" b="b"/>
              <a:pathLst>
                <a:path w="1513" h="433" extrusionOk="0">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8"/>
            <p:cNvSpPr/>
            <p:nvPr/>
          </p:nvSpPr>
          <p:spPr>
            <a:xfrm>
              <a:off x="2680888" y="2134106"/>
              <a:ext cx="54800" cy="10075"/>
            </a:xfrm>
            <a:custGeom>
              <a:avLst/>
              <a:gdLst/>
              <a:ahLst/>
              <a:cxnLst/>
              <a:rect l="l" t="t" r="r" b="b"/>
              <a:pathLst>
                <a:path w="2192" h="403" extrusionOk="0">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8"/>
            <p:cNvSpPr/>
            <p:nvPr/>
          </p:nvSpPr>
          <p:spPr>
            <a:xfrm>
              <a:off x="2689388" y="2112506"/>
              <a:ext cx="37825" cy="10075"/>
            </a:xfrm>
            <a:custGeom>
              <a:avLst/>
              <a:gdLst/>
              <a:ahLst/>
              <a:cxnLst/>
              <a:rect l="l" t="t" r="r" b="b"/>
              <a:pathLst>
                <a:path w="1513" h="403" extrusionOk="0">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8"/>
            <p:cNvSpPr/>
            <p:nvPr/>
          </p:nvSpPr>
          <p:spPr>
            <a:xfrm>
              <a:off x="2689388" y="2090906"/>
              <a:ext cx="37825" cy="10050"/>
            </a:xfrm>
            <a:custGeom>
              <a:avLst/>
              <a:gdLst/>
              <a:ahLst/>
              <a:cxnLst/>
              <a:rect l="l" t="t" r="r" b="b"/>
              <a:pathLst>
                <a:path w="1513" h="402" extrusionOk="0">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8"/>
            <p:cNvSpPr/>
            <p:nvPr/>
          </p:nvSpPr>
          <p:spPr>
            <a:xfrm>
              <a:off x="2688888" y="2069181"/>
              <a:ext cx="38325" cy="10300"/>
            </a:xfrm>
            <a:custGeom>
              <a:avLst/>
              <a:gdLst/>
              <a:ahLst/>
              <a:cxnLst/>
              <a:rect l="l" t="t" r="r" b="b"/>
              <a:pathLst>
                <a:path w="1533" h="412" extrusionOk="0">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8"/>
            <p:cNvSpPr/>
            <p:nvPr/>
          </p:nvSpPr>
          <p:spPr>
            <a:xfrm>
              <a:off x="2681063" y="2047581"/>
              <a:ext cx="54475" cy="10225"/>
            </a:xfrm>
            <a:custGeom>
              <a:avLst/>
              <a:gdLst/>
              <a:ahLst/>
              <a:cxnLst/>
              <a:rect l="l" t="t" r="r" b="b"/>
              <a:pathLst>
                <a:path w="2179" h="409" extrusionOk="0">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88"/>
          <p:cNvGrpSpPr/>
          <p:nvPr/>
        </p:nvGrpSpPr>
        <p:grpSpPr>
          <a:xfrm>
            <a:off x="5497794" y="4674130"/>
            <a:ext cx="345800" cy="312875"/>
            <a:chOff x="1774963" y="1938531"/>
            <a:chExt cx="345800" cy="312875"/>
          </a:xfrm>
        </p:grpSpPr>
        <p:sp>
          <p:nvSpPr>
            <p:cNvPr id="15896" name="Google Shape;15896;p88"/>
            <p:cNvSpPr/>
            <p:nvPr/>
          </p:nvSpPr>
          <p:spPr>
            <a:xfrm>
              <a:off x="1918613" y="2072406"/>
              <a:ext cx="68675" cy="58825"/>
            </a:xfrm>
            <a:custGeom>
              <a:avLst/>
              <a:gdLst/>
              <a:ahLst/>
              <a:cxnLst/>
              <a:rect l="l" t="t" r="r" b="b"/>
              <a:pathLst>
                <a:path w="2747" h="2353" extrusionOk="0">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8"/>
            <p:cNvSpPr/>
            <p:nvPr/>
          </p:nvSpPr>
          <p:spPr>
            <a:xfrm>
              <a:off x="1774963" y="1938531"/>
              <a:ext cx="345800" cy="312875"/>
            </a:xfrm>
            <a:custGeom>
              <a:avLst/>
              <a:gdLst/>
              <a:ahLst/>
              <a:cxnLst/>
              <a:rect l="l" t="t" r="r" b="b"/>
              <a:pathLst>
                <a:path w="13832" h="12515" extrusionOk="0">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88"/>
          <p:cNvGrpSpPr/>
          <p:nvPr/>
        </p:nvGrpSpPr>
        <p:grpSpPr>
          <a:xfrm>
            <a:off x="6246275" y="4657905"/>
            <a:ext cx="354925" cy="345325"/>
            <a:chOff x="7786988" y="3022331"/>
            <a:chExt cx="354925" cy="345325"/>
          </a:xfrm>
        </p:grpSpPr>
        <p:sp>
          <p:nvSpPr>
            <p:cNvPr id="15899" name="Google Shape;15899;p88"/>
            <p:cNvSpPr/>
            <p:nvPr/>
          </p:nvSpPr>
          <p:spPr>
            <a:xfrm>
              <a:off x="7912738" y="3183406"/>
              <a:ext cx="10075" cy="18550"/>
            </a:xfrm>
            <a:custGeom>
              <a:avLst/>
              <a:gdLst/>
              <a:ahLst/>
              <a:cxnLst/>
              <a:rect l="l" t="t" r="r" b="b"/>
              <a:pathLst>
                <a:path w="403" h="742" extrusionOk="0">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8"/>
            <p:cNvSpPr/>
            <p:nvPr/>
          </p:nvSpPr>
          <p:spPr>
            <a:xfrm>
              <a:off x="8005338" y="3183406"/>
              <a:ext cx="10050" cy="18550"/>
            </a:xfrm>
            <a:custGeom>
              <a:avLst/>
              <a:gdLst/>
              <a:ahLst/>
              <a:cxnLst/>
              <a:rect l="l" t="t" r="r" b="b"/>
              <a:pathLst>
                <a:path w="402" h="742" extrusionOk="0">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8"/>
            <p:cNvSpPr/>
            <p:nvPr/>
          </p:nvSpPr>
          <p:spPr>
            <a:xfrm>
              <a:off x="7945538" y="3191031"/>
              <a:ext cx="37075" cy="15550"/>
            </a:xfrm>
            <a:custGeom>
              <a:avLst/>
              <a:gdLst/>
              <a:ahLst/>
              <a:cxnLst/>
              <a:rect l="l" t="t" r="r" b="b"/>
              <a:pathLst>
                <a:path w="1483" h="622" extrusionOk="0">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8"/>
            <p:cNvSpPr/>
            <p:nvPr/>
          </p:nvSpPr>
          <p:spPr>
            <a:xfrm>
              <a:off x="7899638" y="3100856"/>
              <a:ext cx="182100" cy="145875"/>
            </a:xfrm>
            <a:custGeom>
              <a:avLst/>
              <a:gdLst/>
              <a:ahLst/>
              <a:cxnLst/>
              <a:rect l="l" t="t" r="r" b="b"/>
              <a:pathLst>
                <a:path w="7284" h="5835" extrusionOk="0">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8"/>
            <p:cNvSpPr/>
            <p:nvPr/>
          </p:nvSpPr>
          <p:spPr>
            <a:xfrm>
              <a:off x="7859513" y="3138631"/>
              <a:ext cx="172075" cy="149700"/>
            </a:xfrm>
            <a:custGeom>
              <a:avLst/>
              <a:gdLst/>
              <a:ahLst/>
              <a:cxnLst/>
              <a:rect l="l" t="t" r="r" b="b"/>
              <a:pathLst>
                <a:path w="6883" h="5988" extrusionOk="0">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8"/>
            <p:cNvSpPr/>
            <p:nvPr/>
          </p:nvSpPr>
          <p:spPr>
            <a:xfrm>
              <a:off x="7786988" y="3022331"/>
              <a:ext cx="354925" cy="345325"/>
            </a:xfrm>
            <a:custGeom>
              <a:avLst/>
              <a:gdLst/>
              <a:ahLst/>
              <a:cxnLst/>
              <a:rect l="l" t="t" r="r" b="b"/>
              <a:pathLst>
                <a:path w="14197" h="13813" extrusionOk="0">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88"/>
          <p:cNvSpPr/>
          <p:nvPr/>
        </p:nvSpPr>
        <p:spPr>
          <a:xfrm>
            <a:off x="7040613" y="4660042"/>
            <a:ext cx="325625" cy="341050"/>
          </a:xfrm>
          <a:custGeom>
            <a:avLst/>
            <a:gdLst/>
            <a:ahLst/>
            <a:cxnLst/>
            <a:rect l="l" t="t" r="r" b="b"/>
            <a:pathLst>
              <a:path w="13025" h="13642" extrusionOk="0">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6" name="Google Shape;15906;p88"/>
          <p:cNvGrpSpPr/>
          <p:nvPr/>
        </p:nvGrpSpPr>
        <p:grpSpPr>
          <a:xfrm>
            <a:off x="7736211" y="4658117"/>
            <a:ext cx="358775" cy="344900"/>
            <a:chOff x="1008188" y="1921956"/>
            <a:chExt cx="358775" cy="344900"/>
          </a:xfrm>
        </p:grpSpPr>
        <p:sp>
          <p:nvSpPr>
            <p:cNvPr id="15907" name="Google Shape;15907;p88"/>
            <p:cNvSpPr/>
            <p:nvPr/>
          </p:nvSpPr>
          <p:spPr>
            <a:xfrm>
              <a:off x="1118513" y="1960531"/>
              <a:ext cx="10050" cy="21625"/>
            </a:xfrm>
            <a:custGeom>
              <a:avLst/>
              <a:gdLst/>
              <a:ahLst/>
              <a:cxnLst/>
              <a:rect l="l" t="t" r="r" b="b"/>
              <a:pathLst>
                <a:path w="402" h="865" extrusionOk="0">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8"/>
            <p:cNvSpPr/>
            <p:nvPr/>
          </p:nvSpPr>
          <p:spPr>
            <a:xfrm>
              <a:off x="1245813" y="1960531"/>
              <a:ext cx="10050" cy="21625"/>
            </a:xfrm>
            <a:custGeom>
              <a:avLst/>
              <a:gdLst/>
              <a:ahLst/>
              <a:cxnLst/>
              <a:rect l="l" t="t" r="r" b="b"/>
              <a:pathLst>
                <a:path w="402" h="865" extrusionOk="0">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8"/>
            <p:cNvSpPr/>
            <p:nvPr/>
          </p:nvSpPr>
          <p:spPr>
            <a:xfrm>
              <a:off x="1164438" y="1970906"/>
              <a:ext cx="44925" cy="17025"/>
            </a:xfrm>
            <a:custGeom>
              <a:avLst/>
              <a:gdLst/>
              <a:ahLst/>
              <a:cxnLst/>
              <a:rect l="l" t="t" r="r" b="b"/>
              <a:pathLst>
                <a:path w="1797" h="681" extrusionOk="0">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8"/>
            <p:cNvSpPr/>
            <p:nvPr/>
          </p:nvSpPr>
          <p:spPr>
            <a:xfrm>
              <a:off x="1179463" y="2155331"/>
              <a:ext cx="15450" cy="15650"/>
            </a:xfrm>
            <a:custGeom>
              <a:avLst/>
              <a:gdLst/>
              <a:ahLst/>
              <a:cxnLst/>
              <a:rect l="l" t="t" r="r" b="b"/>
              <a:pathLst>
                <a:path w="618" h="626" extrusionOk="0">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8"/>
            <p:cNvSpPr/>
            <p:nvPr/>
          </p:nvSpPr>
          <p:spPr>
            <a:xfrm>
              <a:off x="1008188" y="1921956"/>
              <a:ext cx="358775" cy="344900"/>
            </a:xfrm>
            <a:custGeom>
              <a:avLst/>
              <a:gdLst/>
              <a:ahLst/>
              <a:cxnLst/>
              <a:rect l="l" t="t" r="r" b="b"/>
              <a:pathLst>
                <a:path w="14351" h="13796" extrusionOk="0">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8"/>
            <p:cNvSpPr/>
            <p:nvPr/>
          </p:nvSpPr>
          <p:spPr>
            <a:xfrm>
              <a:off x="1100763" y="2081306"/>
              <a:ext cx="172850" cy="156725"/>
            </a:xfrm>
            <a:custGeom>
              <a:avLst/>
              <a:gdLst/>
              <a:ahLst/>
              <a:cxnLst/>
              <a:rect l="l" t="t" r="r" b="b"/>
              <a:pathLst>
                <a:path w="6914" h="6269" extrusionOk="0">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8"/>
          <p:cNvGrpSpPr/>
          <p:nvPr/>
        </p:nvGrpSpPr>
        <p:grpSpPr>
          <a:xfrm>
            <a:off x="1744975" y="2439686"/>
            <a:ext cx="432875" cy="345275"/>
            <a:chOff x="2480288" y="2463956"/>
            <a:chExt cx="432875" cy="345275"/>
          </a:xfrm>
        </p:grpSpPr>
        <p:sp>
          <p:nvSpPr>
            <p:cNvPr id="15914" name="Google Shape;15914;p88"/>
            <p:cNvSpPr/>
            <p:nvPr/>
          </p:nvSpPr>
          <p:spPr>
            <a:xfrm>
              <a:off x="2673188" y="2611856"/>
              <a:ext cx="60975" cy="52325"/>
            </a:xfrm>
            <a:custGeom>
              <a:avLst/>
              <a:gdLst/>
              <a:ahLst/>
              <a:cxnLst/>
              <a:rect l="l" t="t" r="r" b="b"/>
              <a:pathLst>
                <a:path w="2439" h="2093" extrusionOk="0">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8"/>
            <p:cNvSpPr/>
            <p:nvPr/>
          </p:nvSpPr>
          <p:spPr>
            <a:xfrm>
              <a:off x="2653113" y="2527031"/>
              <a:ext cx="110350" cy="75425"/>
            </a:xfrm>
            <a:custGeom>
              <a:avLst/>
              <a:gdLst/>
              <a:ahLst/>
              <a:cxnLst/>
              <a:rect l="l" t="t" r="r" b="b"/>
              <a:pathLst>
                <a:path w="4414" h="3017" extrusionOk="0">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8"/>
            <p:cNvSpPr/>
            <p:nvPr/>
          </p:nvSpPr>
          <p:spPr>
            <a:xfrm>
              <a:off x="2596788" y="2623281"/>
              <a:ext cx="94925" cy="102350"/>
            </a:xfrm>
            <a:custGeom>
              <a:avLst/>
              <a:gdLst/>
              <a:ahLst/>
              <a:cxnLst/>
              <a:rect l="l" t="t" r="r" b="b"/>
              <a:pathLst>
                <a:path w="3797" h="4094" extrusionOk="0">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8"/>
            <p:cNvSpPr/>
            <p:nvPr/>
          </p:nvSpPr>
          <p:spPr>
            <a:xfrm>
              <a:off x="2724863" y="2623931"/>
              <a:ext cx="94925" cy="102000"/>
            </a:xfrm>
            <a:custGeom>
              <a:avLst/>
              <a:gdLst/>
              <a:ahLst/>
              <a:cxnLst/>
              <a:rect l="l" t="t" r="r" b="b"/>
              <a:pathLst>
                <a:path w="3797" h="4080" extrusionOk="0">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8"/>
            <p:cNvSpPr/>
            <p:nvPr/>
          </p:nvSpPr>
          <p:spPr>
            <a:xfrm>
              <a:off x="2480288" y="2463956"/>
              <a:ext cx="432875" cy="345275"/>
            </a:xfrm>
            <a:custGeom>
              <a:avLst/>
              <a:gdLst/>
              <a:ahLst/>
              <a:cxnLst/>
              <a:rect l="l" t="t" r="r" b="b"/>
              <a:pathLst>
                <a:path w="17315" h="13811" extrusionOk="0">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8"/>
            <p:cNvSpPr/>
            <p:nvPr/>
          </p:nvSpPr>
          <p:spPr>
            <a:xfrm>
              <a:off x="2545863" y="2492756"/>
              <a:ext cx="327175" cy="289200"/>
            </a:xfrm>
            <a:custGeom>
              <a:avLst/>
              <a:gdLst/>
              <a:ahLst/>
              <a:cxnLst/>
              <a:rect l="l" t="t" r="r" b="b"/>
              <a:pathLst>
                <a:path w="13087" h="11568" extrusionOk="0">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88"/>
          <p:cNvGrpSpPr/>
          <p:nvPr/>
        </p:nvGrpSpPr>
        <p:grpSpPr>
          <a:xfrm>
            <a:off x="2526344" y="2440261"/>
            <a:ext cx="362650" cy="344125"/>
            <a:chOff x="1766613" y="2464331"/>
            <a:chExt cx="362650" cy="344125"/>
          </a:xfrm>
        </p:grpSpPr>
        <p:sp>
          <p:nvSpPr>
            <p:cNvPr id="15921" name="Google Shape;15921;p88"/>
            <p:cNvSpPr/>
            <p:nvPr/>
          </p:nvSpPr>
          <p:spPr>
            <a:xfrm>
              <a:off x="1885438" y="2722806"/>
              <a:ext cx="10050" cy="20850"/>
            </a:xfrm>
            <a:custGeom>
              <a:avLst/>
              <a:gdLst/>
              <a:ahLst/>
              <a:cxnLst/>
              <a:rect l="l" t="t" r="r" b="b"/>
              <a:pathLst>
                <a:path w="402" h="834" extrusionOk="0">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8"/>
            <p:cNvSpPr/>
            <p:nvPr/>
          </p:nvSpPr>
          <p:spPr>
            <a:xfrm>
              <a:off x="2000388" y="2722806"/>
              <a:ext cx="10050" cy="20850"/>
            </a:xfrm>
            <a:custGeom>
              <a:avLst/>
              <a:gdLst/>
              <a:ahLst/>
              <a:cxnLst/>
              <a:rect l="l" t="t" r="r" b="b"/>
              <a:pathLst>
                <a:path w="402" h="834" extrusionOk="0">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8"/>
            <p:cNvSpPr/>
            <p:nvPr/>
          </p:nvSpPr>
          <p:spPr>
            <a:xfrm>
              <a:off x="1928638" y="2732456"/>
              <a:ext cx="40150" cy="16400"/>
            </a:xfrm>
            <a:custGeom>
              <a:avLst/>
              <a:gdLst/>
              <a:ahLst/>
              <a:cxnLst/>
              <a:rect l="l" t="t" r="r" b="b"/>
              <a:pathLst>
                <a:path w="1606" h="656" extrusionOk="0">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8"/>
            <p:cNvSpPr/>
            <p:nvPr/>
          </p:nvSpPr>
          <p:spPr>
            <a:xfrm>
              <a:off x="1766613" y="2464331"/>
              <a:ext cx="362650" cy="344125"/>
            </a:xfrm>
            <a:custGeom>
              <a:avLst/>
              <a:gdLst/>
              <a:ahLst/>
              <a:cxnLst/>
              <a:rect l="l" t="t" r="r" b="b"/>
              <a:pathLst>
                <a:path w="14506" h="13765" extrusionOk="0">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88"/>
          <p:cNvGrpSpPr/>
          <p:nvPr/>
        </p:nvGrpSpPr>
        <p:grpSpPr>
          <a:xfrm>
            <a:off x="3372744" y="2439774"/>
            <a:ext cx="207550" cy="345100"/>
            <a:chOff x="7124238" y="4142231"/>
            <a:chExt cx="207550" cy="345100"/>
          </a:xfrm>
        </p:grpSpPr>
        <p:sp>
          <p:nvSpPr>
            <p:cNvPr id="15926" name="Google Shape;15926;p88"/>
            <p:cNvSpPr/>
            <p:nvPr/>
          </p:nvSpPr>
          <p:spPr>
            <a:xfrm>
              <a:off x="7184413" y="4397056"/>
              <a:ext cx="10825" cy="17750"/>
            </a:xfrm>
            <a:custGeom>
              <a:avLst/>
              <a:gdLst/>
              <a:ahLst/>
              <a:cxnLst/>
              <a:rect l="l" t="t" r="r" b="b"/>
              <a:pathLst>
                <a:path w="433" h="710" extrusionOk="0">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8"/>
            <p:cNvSpPr/>
            <p:nvPr/>
          </p:nvSpPr>
          <p:spPr>
            <a:xfrm>
              <a:off x="7262338" y="4397056"/>
              <a:ext cx="10050" cy="17750"/>
            </a:xfrm>
            <a:custGeom>
              <a:avLst/>
              <a:gdLst/>
              <a:ahLst/>
              <a:cxnLst/>
              <a:rect l="l" t="t" r="r" b="b"/>
              <a:pathLst>
                <a:path w="402" h="710" extrusionOk="0">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8"/>
            <p:cNvSpPr/>
            <p:nvPr/>
          </p:nvSpPr>
          <p:spPr>
            <a:xfrm>
              <a:off x="7211788" y="4403606"/>
              <a:ext cx="32050" cy="14675"/>
            </a:xfrm>
            <a:custGeom>
              <a:avLst/>
              <a:gdLst/>
              <a:ahLst/>
              <a:cxnLst/>
              <a:rect l="l" t="t" r="r" b="b"/>
              <a:pathLst>
                <a:path w="1282" h="587" extrusionOk="0">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8"/>
            <p:cNvSpPr/>
            <p:nvPr/>
          </p:nvSpPr>
          <p:spPr>
            <a:xfrm>
              <a:off x="7152013" y="4355381"/>
              <a:ext cx="152775" cy="104950"/>
            </a:xfrm>
            <a:custGeom>
              <a:avLst/>
              <a:gdLst/>
              <a:ahLst/>
              <a:cxnLst/>
              <a:rect l="l" t="t" r="r" b="b"/>
              <a:pathLst>
                <a:path w="6111" h="4198" extrusionOk="0">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8"/>
            <p:cNvSpPr/>
            <p:nvPr/>
          </p:nvSpPr>
          <p:spPr>
            <a:xfrm>
              <a:off x="7124238" y="4142231"/>
              <a:ext cx="207550" cy="345100"/>
            </a:xfrm>
            <a:custGeom>
              <a:avLst/>
              <a:gdLst/>
              <a:ahLst/>
              <a:cxnLst/>
              <a:rect l="l" t="t" r="r" b="b"/>
              <a:pathLst>
                <a:path w="8302" h="13804" extrusionOk="0">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88"/>
          <p:cNvGrpSpPr/>
          <p:nvPr/>
        </p:nvGrpSpPr>
        <p:grpSpPr>
          <a:xfrm>
            <a:off x="4043343" y="2444699"/>
            <a:ext cx="355675" cy="335250"/>
            <a:chOff x="1055681" y="2468781"/>
            <a:chExt cx="355675" cy="335250"/>
          </a:xfrm>
        </p:grpSpPr>
        <p:sp>
          <p:nvSpPr>
            <p:cNvPr id="15932" name="Google Shape;15932;p88"/>
            <p:cNvSpPr/>
            <p:nvPr/>
          </p:nvSpPr>
          <p:spPr>
            <a:xfrm>
              <a:off x="1197156" y="2653381"/>
              <a:ext cx="17475" cy="14850"/>
            </a:xfrm>
            <a:custGeom>
              <a:avLst/>
              <a:gdLst/>
              <a:ahLst/>
              <a:cxnLst/>
              <a:rect l="l" t="t" r="r" b="b"/>
              <a:pathLst>
                <a:path w="699" h="594" extrusionOk="0">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8"/>
            <p:cNvSpPr/>
            <p:nvPr/>
          </p:nvSpPr>
          <p:spPr>
            <a:xfrm>
              <a:off x="1247306" y="2602456"/>
              <a:ext cx="17475" cy="14875"/>
            </a:xfrm>
            <a:custGeom>
              <a:avLst/>
              <a:gdLst/>
              <a:ahLst/>
              <a:cxnLst/>
              <a:rect l="l" t="t" r="r" b="b"/>
              <a:pathLst>
                <a:path w="699" h="595" extrusionOk="0">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8"/>
            <p:cNvSpPr/>
            <p:nvPr/>
          </p:nvSpPr>
          <p:spPr>
            <a:xfrm>
              <a:off x="1221306" y="2625581"/>
              <a:ext cx="23400" cy="22550"/>
            </a:xfrm>
            <a:custGeom>
              <a:avLst/>
              <a:gdLst/>
              <a:ahLst/>
              <a:cxnLst/>
              <a:rect l="l" t="t" r="r" b="b"/>
              <a:pathLst>
                <a:path w="936" h="902" extrusionOk="0">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8"/>
            <p:cNvSpPr/>
            <p:nvPr/>
          </p:nvSpPr>
          <p:spPr>
            <a:xfrm>
              <a:off x="1162131" y="2567531"/>
              <a:ext cx="141225" cy="138325"/>
            </a:xfrm>
            <a:custGeom>
              <a:avLst/>
              <a:gdLst/>
              <a:ahLst/>
              <a:cxnLst/>
              <a:rect l="l" t="t" r="r" b="b"/>
              <a:pathLst>
                <a:path w="5649" h="5533" extrusionOk="0">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8"/>
            <p:cNvSpPr/>
            <p:nvPr/>
          </p:nvSpPr>
          <p:spPr>
            <a:xfrm>
              <a:off x="1055681" y="2468781"/>
              <a:ext cx="355675" cy="335250"/>
            </a:xfrm>
            <a:custGeom>
              <a:avLst/>
              <a:gdLst/>
              <a:ahLst/>
              <a:cxnLst/>
              <a:rect l="l" t="t" r="r" b="b"/>
              <a:pathLst>
                <a:path w="14227" h="13410" extrusionOk="0">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8"/>
          <p:cNvGrpSpPr/>
          <p:nvPr/>
        </p:nvGrpSpPr>
        <p:grpSpPr>
          <a:xfrm>
            <a:off x="4045643" y="3008112"/>
            <a:ext cx="351075" cy="314925"/>
            <a:chOff x="2532763" y="3037481"/>
            <a:chExt cx="351075" cy="314925"/>
          </a:xfrm>
        </p:grpSpPr>
        <p:sp>
          <p:nvSpPr>
            <p:cNvPr id="15938" name="Google Shape;15938;p88"/>
            <p:cNvSpPr/>
            <p:nvPr/>
          </p:nvSpPr>
          <p:spPr>
            <a:xfrm>
              <a:off x="2702813" y="3147881"/>
              <a:ext cx="15900" cy="17050"/>
            </a:xfrm>
            <a:custGeom>
              <a:avLst/>
              <a:gdLst/>
              <a:ahLst/>
              <a:cxnLst/>
              <a:rect l="l" t="t" r="r" b="b"/>
              <a:pathLst>
                <a:path w="636" h="682" extrusionOk="0">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8"/>
            <p:cNvSpPr/>
            <p:nvPr/>
          </p:nvSpPr>
          <p:spPr>
            <a:xfrm>
              <a:off x="2779138" y="3112606"/>
              <a:ext cx="15975" cy="16825"/>
            </a:xfrm>
            <a:custGeom>
              <a:avLst/>
              <a:gdLst/>
              <a:ahLst/>
              <a:cxnLst/>
              <a:rect l="l" t="t" r="r" b="b"/>
              <a:pathLst>
                <a:path w="639" h="673" extrusionOk="0">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8"/>
            <p:cNvSpPr/>
            <p:nvPr/>
          </p:nvSpPr>
          <p:spPr>
            <a:xfrm>
              <a:off x="2733263" y="3132281"/>
              <a:ext cx="32525" cy="20300"/>
            </a:xfrm>
            <a:custGeom>
              <a:avLst/>
              <a:gdLst/>
              <a:ahLst/>
              <a:cxnLst/>
              <a:rect l="l" t="t" r="r" b="b"/>
              <a:pathLst>
                <a:path w="1301" h="812" extrusionOk="0">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8"/>
            <p:cNvSpPr/>
            <p:nvPr/>
          </p:nvSpPr>
          <p:spPr>
            <a:xfrm>
              <a:off x="2686288" y="3194206"/>
              <a:ext cx="38600" cy="33275"/>
            </a:xfrm>
            <a:custGeom>
              <a:avLst/>
              <a:gdLst/>
              <a:ahLst/>
              <a:cxnLst/>
              <a:rect l="l" t="t" r="r" b="b"/>
              <a:pathLst>
                <a:path w="1544" h="1331" extrusionOk="0">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8"/>
            <p:cNvSpPr/>
            <p:nvPr/>
          </p:nvSpPr>
          <p:spPr>
            <a:xfrm>
              <a:off x="2532763" y="3037481"/>
              <a:ext cx="351075" cy="314925"/>
            </a:xfrm>
            <a:custGeom>
              <a:avLst/>
              <a:gdLst/>
              <a:ahLst/>
              <a:cxnLst/>
              <a:rect l="l" t="t" r="r" b="b"/>
              <a:pathLst>
                <a:path w="14043" h="12597" extrusionOk="0">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88"/>
          <p:cNvSpPr/>
          <p:nvPr/>
        </p:nvSpPr>
        <p:spPr>
          <a:xfrm>
            <a:off x="3307919" y="2992612"/>
            <a:ext cx="337200" cy="345925"/>
          </a:xfrm>
          <a:custGeom>
            <a:avLst/>
            <a:gdLst/>
            <a:ahLst/>
            <a:cxnLst/>
            <a:rect l="l" t="t" r="r" b="b"/>
            <a:pathLst>
              <a:path w="13488" h="13837" extrusionOk="0">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88"/>
          <p:cNvGrpSpPr/>
          <p:nvPr/>
        </p:nvGrpSpPr>
        <p:grpSpPr>
          <a:xfrm>
            <a:off x="2527119" y="2991775"/>
            <a:ext cx="361100" cy="347600"/>
            <a:chOff x="1767388" y="3021206"/>
            <a:chExt cx="361100" cy="347600"/>
          </a:xfrm>
        </p:grpSpPr>
        <p:sp>
          <p:nvSpPr>
            <p:cNvPr id="15945" name="Google Shape;15945;p88"/>
            <p:cNvSpPr/>
            <p:nvPr/>
          </p:nvSpPr>
          <p:spPr>
            <a:xfrm>
              <a:off x="1885438" y="3181881"/>
              <a:ext cx="10050" cy="20850"/>
            </a:xfrm>
            <a:custGeom>
              <a:avLst/>
              <a:gdLst/>
              <a:ahLst/>
              <a:cxnLst/>
              <a:rect l="l" t="t" r="r" b="b"/>
              <a:pathLst>
                <a:path w="402" h="834" extrusionOk="0">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8"/>
            <p:cNvSpPr/>
            <p:nvPr/>
          </p:nvSpPr>
          <p:spPr>
            <a:xfrm>
              <a:off x="2000388" y="3181881"/>
              <a:ext cx="10050" cy="20850"/>
            </a:xfrm>
            <a:custGeom>
              <a:avLst/>
              <a:gdLst/>
              <a:ahLst/>
              <a:cxnLst/>
              <a:rect l="l" t="t" r="r" b="b"/>
              <a:pathLst>
                <a:path w="402" h="834" extrusionOk="0">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8"/>
            <p:cNvSpPr/>
            <p:nvPr/>
          </p:nvSpPr>
          <p:spPr>
            <a:xfrm>
              <a:off x="1928638" y="3191606"/>
              <a:ext cx="40150" cy="16325"/>
            </a:xfrm>
            <a:custGeom>
              <a:avLst/>
              <a:gdLst/>
              <a:ahLst/>
              <a:cxnLst/>
              <a:rect l="l" t="t" r="r" b="b"/>
              <a:pathLst>
                <a:path w="1606" h="653" extrusionOk="0">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8"/>
            <p:cNvSpPr/>
            <p:nvPr/>
          </p:nvSpPr>
          <p:spPr>
            <a:xfrm>
              <a:off x="1767388" y="3021206"/>
              <a:ext cx="361100" cy="347600"/>
            </a:xfrm>
            <a:custGeom>
              <a:avLst/>
              <a:gdLst/>
              <a:ahLst/>
              <a:cxnLst/>
              <a:rect l="l" t="t" r="r" b="b"/>
              <a:pathLst>
                <a:path w="14444" h="13904" extrusionOk="0">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88"/>
          <p:cNvGrpSpPr/>
          <p:nvPr/>
        </p:nvGrpSpPr>
        <p:grpSpPr>
          <a:xfrm>
            <a:off x="1782063" y="2993725"/>
            <a:ext cx="358700" cy="343700"/>
            <a:chOff x="1002088" y="3024131"/>
            <a:chExt cx="358700" cy="343700"/>
          </a:xfrm>
        </p:grpSpPr>
        <p:sp>
          <p:nvSpPr>
            <p:cNvPr id="15950" name="Google Shape;15950;p88"/>
            <p:cNvSpPr/>
            <p:nvPr/>
          </p:nvSpPr>
          <p:spPr>
            <a:xfrm>
              <a:off x="1205688" y="3159306"/>
              <a:ext cx="19025" cy="16400"/>
            </a:xfrm>
            <a:custGeom>
              <a:avLst/>
              <a:gdLst/>
              <a:ahLst/>
              <a:cxnLst/>
              <a:rect l="l" t="t" r="r" b="b"/>
              <a:pathLst>
                <a:path w="761" h="656" extrusionOk="0">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8"/>
            <p:cNvSpPr/>
            <p:nvPr/>
          </p:nvSpPr>
          <p:spPr>
            <a:xfrm>
              <a:off x="1276688" y="3088331"/>
              <a:ext cx="17750" cy="16600"/>
            </a:xfrm>
            <a:custGeom>
              <a:avLst/>
              <a:gdLst/>
              <a:ahLst/>
              <a:cxnLst/>
              <a:rect l="l" t="t" r="r" b="b"/>
              <a:pathLst>
                <a:path w="710" h="664" extrusionOk="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8"/>
            <p:cNvSpPr/>
            <p:nvPr/>
          </p:nvSpPr>
          <p:spPr>
            <a:xfrm>
              <a:off x="1237963" y="3120906"/>
              <a:ext cx="28700" cy="27800"/>
            </a:xfrm>
            <a:custGeom>
              <a:avLst/>
              <a:gdLst/>
              <a:ahLst/>
              <a:cxnLst/>
              <a:rect l="l" t="t" r="r" b="b"/>
              <a:pathLst>
                <a:path w="1148" h="1112" extrusionOk="0">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8"/>
            <p:cNvSpPr/>
            <p:nvPr/>
          </p:nvSpPr>
          <p:spPr>
            <a:xfrm>
              <a:off x="1114663" y="3024131"/>
              <a:ext cx="246125" cy="261525"/>
            </a:xfrm>
            <a:custGeom>
              <a:avLst/>
              <a:gdLst/>
              <a:ahLst/>
              <a:cxnLst/>
              <a:rect l="l" t="t" r="r" b="b"/>
              <a:pathLst>
                <a:path w="9845" h="10461" extrusionOk="0">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8"/>
            <p:cNvSpPr/>
            <p:nvPr/>
          </p:nvSpPr>
          <p:spPr>
            <a:xfrm>
              <a:off x="1027563" y="3311281"/>
              <a:ext cx="49300" cy="36500"/>
            </a:xfrm>
            <a:custGeom>
              <a:avLst/>
              <a:gdLst/>
              <a:ahLst/>
              <a:cxnLst/>
              <a:rect l="l" t="t" r="r" b="b"/>
              <a:pathLst>
                <a:path w="1972" h="1460" extrusionOk="0">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8"/>
            <p:cNvSpPr/>
            <p:nvPr/>
          </p:nvSpPr>
          <p:spPr>
            <a:xfrm>
              <a:off x="1002088" y="3225856"/>
              <a:ext cx="138525" cy="141975"/>
            </a:xfrm>
            <a:custGeom>
              <a:avLst/>
              <a:gdLst/>
              <a:ahLst/>
              <a:cxnLst/>
              <a:rect l="l" t="t" r="r" b="b"/>
              <a:pathLst>
                <a:path w="5541" h="5679" extrusionOk="0">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88"/>
          <p:cNvGrpSpPr/>
          <p:nvPr/>
        </p:nvGrpSpPr>
        <p:grpSpPr>
          <a:xfrm>
            <a:off x="1047729" y="2992737"/>
            <a:ext cx="337825" cy="345675"/>
            <a:chOff x="1014488" y="3581531"/>
            <a:chExt cx="337825" cy="345675"/>
          </a:xfrm>
        </p:grpSpPr>
        <p:sp>
          <p:nvSpPr>
            <p:cNvPr id="15957" name="Google Shape;15957;p88"/>
            <p:cNvSpPr/>
            <p:nvPr/>
          </p:nvSpPr>
          <p:spPr>
            <a:xfrm>
              <a:off x="1135488" y="3834581"/>
              <a:ext cx="10050" cy="18550"/>
            </a:xfrm>
            <a:custGeom>
              <a:avLst/>
              <a:gdLst/>
              <a:ahLst/>
              <a:cxnLst/>
              <a:rect l="l" t="t" r="r" b="b"/>
              <a:pathLst>
                <a:path w="402" h="742" extrusionOk="0">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8"/>
            <p:cNvSpPr/>
            <p:nvPr/>
          </p:nvSpPr>
          <p:spPr>
            <a:xfrm>
              <a:off x="1228063" y="3834581"/>
              <a:ext cx="10050" cy="18550"/>
            </a:xfrm>
            <a:custGeom>
              <a:avLst/>
              <a:gdLst/>
              <a:ahLst/>
              <a:cxnLst/>
              <a:rect l="l" t="t" r="r" b="b"/>
              <a:pathLst>
                <a:path w="402" h="742" extrusionOk="0">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8"/>
            <p:cNvSpPr/>
            <p:nvPr/>
          </p:nvSpPr>
          <p:spPr>
            <a:xfrm>
              <a:off x="1169438" y="3842881"/>
              <a:ext cx="35900" cy="15075"/>
            </a:xfrm>
            <a:custGeom>
              <a:avLst/>
              <a:gdLst/>
              <a:ahLst/>
              <a:cxnLst/>
              <a:rect l="l" t="t" r="r" b="b"/>
              <a:pathLst>
                <a:path w="1436" h="603" extrusionOk="0">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8"/>
            <p:cNvSpPr/>
            <p:nvPr/>
          </p:nvSpPr>
          <p:spPr>
            <a:xfrm>
              <a:off x="1083013" y="3789431"/>
              <a:ext cx="209125" cy="110000"/>
            </a:xfrm>
            <a:custGeom>
              <a:avLst/>
              <a:gdLst/>
              <a:ahLst/>
              <a:cxnLst/>
              <a:rect l="l" t="t" r="r" b="b"/>
              <a:pathLst>
                <a:path w="8365" h="4400" extrusionOk="0">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8"/>
            <p:cNvSpPr/>
            <p:nvPr/>
          </p:nvSpPr>
          <p:spPr>
            <a:xfrm>
              <a:off x="1137038" y="3740456"/>
              <a:ext cx="49400" cy="42450"/>
            </a:xfrm>
            <a:custGeom>
              <a:avLst/>
              <a:gdLst/>
              <a:ahLst/>
              <a:cxnLst/>
              <a:rect l="l" t="t" r="r" b="b"/>
              <a:pathLst>
                <a:path w="1976" h="1698" extrusionOk="0">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8"/>
            <p:cNvSpPr/>
            <p:nvPr/>
          </p:nvSpPr>
          <p:spPr>
            <a:xfrm>
              <a:off x="1192588" y="3732831"/>
              <a:ext cx="44000" cy="37750"/>
            </a:xfrm>
            <a:custGeom>
              <a:avLst/>
              <a:gdLst/>
              <a:ahLst/>
              <a:cxnLst/>
              <a:rect l="l" t="t" r="r" b="b"/>
              <a:pathLst>
                <a:path w="1760" h="1510" extrusionOk="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8"/>
            <p:cNvSpPr/>
            <p:nvPr/>
          </p:nvSpPr>
          <p:spPr>
            <a:xfrm>
              <a:off x="1160938" y="3699656"/>
              <a:ext cx="37075" cy="32350"/>
            </a:xfrm>
            <a:custGeom>
              <a:avLst/>
              <a:gdLst/>
              <a:ahLst/>
              <a:cxnLst/>
              <a:rect l="l" t="t" r="r" b="b"/>
              <a:pathLst>
                <a:path w="1483" h="1294" extrusionOk="0">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8"/>
            <p:cNvSpPr/>
            <p:nvPr/>
          </p:nvSpPr>
          <p:spPr>
            <a:xfrm>
              <a:off x="1014488" y="3581531"/>
              <a:ext cx="337825" cy="345675"/>
            </a:xfrm>
            <a:custGeom>
              <a:avLst/>
              <a:gdLst/>
              <a:ahLst/>
              <a:cxnLst/>
              <a:rect l="l" t="t" r="r" b="b"/>
              <a:pathLst>
                <a:path w="13513" h="13827" extrusionOk="0">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88"/>
          <p:cNvGrpSpPr/>
          <p:nvPr/>
        </p:nvGrpSpPr>
        <p:grpSpPr>
          <a:xfrm>
            <a:off x="1070042" y="3524624"/>
            <a:ext cx="293200" cy="345675"/>
            <a:chOff x="2561313" y="4141656"/>
            <a:chExt cx="293200" cy="345675"/>
          </a:xfrm>
        </p:grpSpPr>
        <p:sp>
          <p:nvSpPr>
            <p:cNvPr id="15966" name="Google Shape;15966;p88"/>
            <p:cNvSpPr/>
            <p:nvPr/>
          </p:nvSpPr>
          <p:spPr>
            <a:xfrm>
              <a:off x="2656963" y="4363106"/>
              <a:ext cx="10075" cy="18525"/>
            </a:xfrm>
            <a:custGeom>
              <a:avLst/>
              <a:gdLst/>
              <a:ahLst/>
              <a:cxnLst/>
              <a:rect l="l" t="t" r="r" b="b"/>
              <a:pathLst>
                <a:path w="403" h="741" extrusionOk="0">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8"/>
            <p:cNvSpPr/>
            <p:nvPr/>
          </p:nvSpPr>
          <p:spPr>
            <a:xfrm>
              <a:off x="2748788" y="4363106"/>
              <a:ext cx="10050" cy="17750"/>
            </a:xfrm>
            <a:custGeom>
              <a:avLst/>
              <a:gdLst/>
              <a:ahLst/>
              <a:cxnLst/>
              <a:rect l="l" t="t" r="r" b="b"/>
              <a:pathLst>
                <a:path w="402" h="710" extrusionOk="0">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8"/>
            <p:cNvSpPr/>
            <p:nvPr/>
          </p:nvSpPr>
          <p:spPr>
            <a:xfrm>
              <a:off x="2690913" y="4369856"/>
              <a:ext cx="33975" cy="15650"/>
            </a:xfrm>
            <a:custGeom>
              <a:avLst/>
              <a:gdLst/>
              <a:ahLst/>
              <a:cxnLst/>
              <a:rect l="l" t="t" r="r" b="b"/>
              <a:pathLst>
                <a:path w="1359" h="626" extrusionOk="0">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8"/>
            <p:cNvSpPr/>
            <p:nvPr/>
          </p:nvSpPr>
          <p:spPr>
            <a:xfrm>
              <a:off x="2626888" y="4343806"/>
              <a:ext cx="161275" cy="60975"/>
            </a:xfrm>
            <a:custGeom>
              <a:avLst/>
              <a:gdLst/>
              <a:ahLst/>
              <a:cxnLst/>
              <a:rect l="l" t="t" r="r" b="b"/>
              <a:pathLst>
                <a:path w="6451" h="2439" extrusionOk="0">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8"/>
            <p:cNvSpPr/>
            <p:nvPr/>
          </p:nvSpPr>
          <p:spPr>
            <a:xfrm>
              <a:off x="2603738" y="4419431"/>
              <a:ext cx="49400" cy="41650"/>
            </a:xfrm>
            <a:custGeom>
              <a:avLst/>
              <a:gdLst/>
              <a:ahLst/>
              <a:cxnLst/>
              <a:rect l="l" t="t" r="r" b="b"/>
              <a:pathLst>
                <a:path w="1976" h="1666" extrusionOk="0">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8"/>
            <p:cNvSpPr/>
            <p:nvPr/>
          </p:nvSpPr>
          <p:spPr>
            <a:xfrm>
              <a:off x="2762663" y="4419431"/>
              <a:ext cx="48650" cy="41650"/>
            </a:xfrm>
            <a:custGeom>
              <a:avLst/>
              <a:gdLst/>
              <a:ahLst/>
              <a:cxnLst/>
              <a:rect l="l" t="t" r="r" b="b"/>
              <a:pathLst>
                <a:path w="1946" h="1666" extrusionOk="0">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8"/>
            <p:cNvSpPr/>
            <p:nvPr/>
          </p:nvSpPr>
          <p:spPr>
            <a:xfrm>
              <a:off x="2679338" y="4419431"/>
              <a:ext cx="49425" cy="41650"/>
            </a:xfrm>
            <a:custGeom>
              <a:avLst/>
              <a:gdLst/>
              <a:ahLst/>
              <a:cxnLst/>
              <a:rect l="l" t="t" r="r" b="b"/>
              <a:pathLst>
                <a:path w="1977" h="1666" extrusionOk="0">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8"/>
            <p:cNvSpPr/>
            <p:nvPr/>
          </p:nvSpPr>
          <p:spPr>
            <a:xfrm>
              <a:off x="2561313" y="4141656"/>
              <a:ext cx="293200" cy="345675"/>
            </a:xfrm>
            <a:custGeom>
              <a:avLst/>
              <a:gdLst/>
              <a:ahLst/>
              <a:cxnLst/>
              <a:rect l="l" t="t" r="r" b="b"/>
              <a:pathLst>
                <a:path w="11728" h="13827" extrusionOk="0">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8"/>
          <p:cNvGrpSpPr/>
          <p:nvPr/>
        </p:nvGrpSpPr>
        <p:grpSpPr>
          <a:xfrm>
            <a:off x="1787025" y="3524724"/>
            <a:ext cx="348775" cy="345475"/>
            <a:chOff x="7790063" y="1921756"/>
            <a:chExt cx="348775" cy="345475"/>
          </a:xfrm>
        </p:grpSpPr>
        <p:sp>
          <p:nvSpPr>
            <p:cNvPr id="15975" name="Google Shape;15975;p88"/>
            <p:cNvSpPr/>
            <p:nvPr/>
          </p:nvSpPr>
          <p:spPr>
            <a:xfrm>
              <a:off x="7790063" y="1992606"/>
              <a:ext cx="267750" cy="274625"/>
            </a:xfrm>
            <a:custGeom>
              <a:avLst/>
              <a:gdLst/>
              <a:ahLst/>
              <a:cxnLst/>
              <a:rect l="l" t="t" r="r" b="b"/>
              <a:pathLst>
                <a:path w="10710" h="10985" extrusionOk="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8"/>
            <p:cNvSpPr/>
            <p:nvPr/>
          </p:nvSpPr>
          <p:spPr>
            <a:xfrm>
              <a:off x="7955963" y="1921756"/>
              <a:ext cx="182875" cy="273650"/>
            </a:xfrm>
            <a:custGeom>
              <a:avLst/>
              <a:gdLst/>
              <a:ahLst/>
              <a:cxnLst/>
              <a:rect l="l" t="t" r="r" b="b"/>
              <a:pathLst>
                <a:path w="7315" h="10946" extrusionOk="0">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88"/>
          <p:cNvGrpSpPr/>
          <p:nvPr/>
        </p:nvGrpSpPr>
        <p:grpSpPr>
          <a:xfrm>
            <a:off x="2550644" y="3524624"/>
            <a:ext cx="314050" cy="345675"/>
            <a:chOff x="6329538" y="3581531"/>
            <a:chExt cx="314050" cy="345675"/>
          </a:xfrm>
        </p:grpSpPr>
        <p:sp>
          <p:nvSpPr>
            <p:cNvPr id="15978" name="Google Shape;15978;p88"/>
            <p:cNvSpPr/>
            <p:nvPr/>
          </p:nvSpPr>
          <p:spPr>
            <a:xfrm>
              <a:off x="6409013" y="3621656"/>
              <a:ext cx="193675" cy="233025"/>
            </a:xfrm>
            <a:custGeom>
              <a:avLst/>
              <a:gdLst/>
              <a:ahLst/>
              <a:cxnLst/>
              <a:rect l="l" t="t" r="r" b="b"/>
              <a:pathLst>
                <a:path w="7747" h="9321" extrusionOk="0">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8"/>
            <p:cNvSpPr/>
            <p:nvPr/>
          </p:nvSpPr>
          <p:spPr>
            <a:xfrm>
              <a:off x="6354988" y="3655981"/>
              <a:ext cx="38600" cy="164350"/>
            </a:xfrm>
            <a:custGeom>
              <a:avLst/>
              <a:gdLst/>
              <a:ahLst/>
              <a:cxnLst/>
              <a:rect l="l" t="t" r="r" b="b"/>
              <a:pathLst>
                <a:path w="1544" h="6574" extrusionOk="0">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8"/>
            <p:cNvSpPr/>
            <p:nvPr/>
          </p:nvSpPr>
          <p:spPr>
            <a:xfrm>
              <a:off x="6329538" y="3581531"/>
              <a:ext cx="314050" cy="345675"/>
            </a:xfrm>
            <a:custGeom>
              <a:avLst/>
              <a:gdLst/>
              <a:ahLst/>
              <a:cxnLst/>
              <a:rect l="l" t="t" r="r" b="b"/>
              <a:pathLst>
                <a:path w="12562" h="13827" extrusionOk="0">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1" name="Google Shape;15981;p88"/>
          <p:cNvGrpSpPr/>
          <p:nvPr/>
        </p:nvGrpSpPr>
        <p:grpSpPr>
          <a:xfrm>
            <a:off x="3302519" y="3532699"/>
            <a:ext cx="348000" cy="329525"/>
            <a:chOff x="7054788" y="1930381"/>
            <a:chExt cx="348000" cy="329525"/>
          </a:xfrm>
        </p:grpSpPr>
        <p:sp>
          <p:nvSpPr>
            <p:cNvPr id="15982" name="Google Shape;15982;p88"/>
            <p:cNvSpPr/>
            <p:nvPr/>
          </p:nvSpPr>
          <p:spPr>
            <a:xfrm>
              <a:off x="7054788" y="1930381"/>
              <a:ext cx="348000" cy="329525"/>
            </a:xfrm>
            <a:custGeom>
              <a:avLst/>
              <a:gdLst/>
              <a:ahLst/>
              <a:cxnLst/>
              <a:rect l="l" t="t" r="r" b="b"/>
              <a:pathLst>
                <a:path w="13920" h="13181" extrusionOk="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8"/>
            <p:cNvSpPr/>
            <p:nvPr/>
          </p:nvSpPr>
          <p:spPr>
            <a:xfrm>
              <a:off x="7244588" y="2131031"/>
              <a:ext cx="55575" cy="70225"/>
            </a:xfrm>
            <a:custGeom>
              <a:avLst/>
              <a:gdLst/>
              <a:ahLst/>
              <a:cxnLst/>
              <a:rect l="l" t="t" r="r" b="b"/>
              <a:pathLst>
                <a:path w="2223" h="2809" extrusionOk="0">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8"/>
            <p:cNvSpPr/>
            <p:nvPr/>
          </p:nvSpPr>
          <p:spPr>
            <a:xfrm>
              <a:off x="7155488" y="2131031"/>
              <a:ext cx="57875" cy="71975"/>
            </a:xfrm>
            <a:custGeom>
              <a:avLst/>
              <a:gdLst/>
              <a:ahLst/>
              <a:cxnLst/>
              <a:rect l="l" t="t" r="r" b="b"/>
              <a:pathLst>
                <a:path w="2315" h="2879" extrusionOk="0">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8"/>
          <p:cNvGrpSpPr/>
          <p:nvPr/>
        </p:nvGrpSpPr>
        <p:grpSpPr>
          <a:xfrm>
            <a:off x="4070331" y="3524624"/>
            <a:ext cx="301700" cy="345675"/>
            <a:chOff x="5584988" y="4141656"/>
            <a:chExt cx="301700" cy="345675"/>
          </a:xfrm>
        </p:grpSpPr>
        <p:sp>
          <p:nvSpPr>
            <p:cNvPr id="15986" name="Google Shape;15986;p88"/>
            <p:cNvSpPr/>
            <p:nvPr/>
          </p:nvSpPr>
          <p:spPr>
            <a:xfrm>
              <a:off x="5682988" y="4403206"/>
              <a:ext cx="10825" cy="18550"/>
            </a:xfrm>
            <a:custGeom>
              <a:avLst/>
              <a:gdLst/>
              <a:ahLst/>
              <a:cxnLst/>
              <a:rect l="l" t="t" r="r" b="b"/>
              <a:pathLst>
                <a:path w="433" h="742" extrusionOk="0">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8"/>
            <p:cNvSpPr/>
            <p:nvPr/>
          </p:nvSpPr>
          <p:spPr>
            <a:xfrm>
              <a:off x="5777113" y="4403206"/>
              <a:ext cx="10050" cy="18550"/>
            </a:xfrm>
            <a:custGeom>
              <a:avLst/>
              <a:gdLst/>
              <a:ahLst/>
              <a:cxnLst/>
              <a:rect l="l" t="t" r="r" b="b"/>
              <a:pathLst>
                <a:path w="402" h="742" extrusionOk="0">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8"/>
            <p:cNvSpPr/>
            <p:nvPr/>
          </p:nvSpPr>
          <p:spPr>
            <a:xfrm>
              <a:off x="5716538" y="4410856"/>
              <a:ext cx="37850" cy="15525"/>
            </a:xfrm>
            <a:custGeom>
              <a:avLst/>
              <a:gdLst/>
              <a:ahLst/>
              <a:cxnLst/>
              <a:rect l="l" t="t" r="r" b="b"/>
              <a:pathLst>
                <a:path w="1514" h="621" extrusionOk="0">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8"/>
            <p:cNvSpPr/>
            <p:nvPr/>
          </p:nvSpPr>
          <p:spPr>
            <a:xfrm>
              <a:off x="5618938" y="4355856"/>
              <a:ext cx="233025" cy="104475"/>
            </a:xfrm>
            <a:custGeom>
              <a:avLst/>
              <a:gdLst/>
              <a:ahLst/>
              <a:cxnLst/>
              <a:rect l="l" t="t" r="r" b="b"/>
              <a:pathLst>
                <a:path w="9321" h="4179" extrusionOk="0">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8"/>
            <p:cNvSpPr/>
            <p:nvPr/>
          </p:nvSpPr>
          <p:spPr>
            <a:xfrm>
              <a:off x="5724638" y="4309856"/>
              <a:ext cx="50950" cy="44300"/>
            </a:xfrm>
            <a:custGeom>
              <a:avLst/>
              <a:gdLst/>
              <a:ahLst/>
              <a:cxnLst/>
              <a:rect l="l" t="t" r="r" b="b"/>
              <a:pathLst>
                <a:path w="2038" h="1772" extrusionOk="0">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8"/>
            <p:cNvSpPr/>
            <p:nvPr/>
          </p:nvSpPr>
          <p:spPr>
            <a:xfrm>
              <a:off x="5708438" y="4259706"/>
              <a:ext cx="40925" cy="35125"/>
            </a:xfrm>
            <a:custGeom>
              <a:avLst/>
              <a:gdLst/>
              <a:ahLst/>
              <a:cxnLst/>
              <a:rect l="l" t="t" r="r" b="b"/>
              <a:pathLst>
                <a:path w="1637" h="1405" extrusionOk="0">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8"/>
            <p:cNvSpPr/>
            <p:nvPr/>
          </p:nvSpPr>
          <p:spPr>
            <a:xfrm>
              <a:off x="5584988" y="4141656"/>
              <a:ext cx="301700" cy="345675"/>
            </a:xfrm>
            <a:custGeom>
              <a:avLst/>
              <a:gdLst/>
              <a:ahLst/>
              <a:cxnLst/>
              <a:rect l="l" t="t" r="r" b="b"/>
              <a:pathLst>
                <a:path w="12068" h="13827" extrusionOk="0">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88"/>
          <p:cNvGrpSpPr/>
          <p:nvPr/>
        </p:nvGrpSpPr>
        <p:grpSpPr>
          <a:xfrm>
            <a:off x="4057981" y="4092017"/>
            <a:ext cx="326400" cy="344725"/>
            <a:chOff x="7065588" y="3581531"/>
            <a:chExt cx="326400" cy="344725"/>
          </a:xfrm>
        </p:grpSpPr>
        <p:sp>
          <p:nvSpPr>
            <p:cNvPr id="15994" name="Google Shape;15994;p88"/>
            <p:cNvSpPr/>
            <p:nvPr/>
          </p:nvSpPr>
          <p:spPr>
            <a:xfrm>
              <a:off x="7170513" y="3671031"/>
              <a:ext cx="10075" cy="18725"/>
            </a:xfrm>
            <a:custGeom>
              <a:avLst/>
              <a:gdLst/>
              <a:ahLst/>
              <a:cxnLst/>
              <a:rect l="l" t="t" r="r" b="b"/>
              <a:pathLst>
                <a:path w="403" h="749" extrusionOk="0">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8"/>
            <p:cNvSpPr/>
            <p:nvPr/>
          </p:nvSpPr>
          <p:spPr>
            <a:xfrm>
              <a:off x="7276988" y="3671031"/>
              <a:ext cx="10825" cy="19300"/>
            </a:xfrm>
            <a:custGeom>
              <a:avLst/>
              <a:gdLst/>
              <a:ahLst/>
              <a:cxnLst/>
              <a:rect l="l" t="t" r="r" b="b"/>
              <a:pathLst>
                <a:path w="433" h="772" extrusionOk="0">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8"/>
            <p:cNvSpPr/>
            <p:nvPr/>
          </p:nvSpPr>
          <p:spPr>
            <a:xfrm>
              <a:off x="7207938" y="3679431"/>
              <a:ext cx="41125" cy="16125"/>
            </a:xfrm>
            <a:custGeom>
              <a:avLst/>
              <a:gdLst/>
              <a:ahLst/>
              <a:cxnLst/>
              <a:rect l="l" t="t" r="r" b="b"/>
              <a:pathLst>
                <a:path w="1645" h="645" extrusionOk="0">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8"/>
            <p:cNvSpPr/>
            <p:nvPr/>
          </p:nvSpPr>
          <p:spPr>
            <a:xfrm>
              <a:off x="7065588" y="3581531"/>
              <a:ext cx="326400" cy="344725"/>
            </a:xfrm>
            <a:custGeom>
              <a:avLst/>
              <a:gdLst/>
              <a:ahLst/>
              <a:cxnLst/>
              <a:rect l="l" t="t" r="r" b="b"/>
              <a:pathLst>
                <a:path w="13056" h="13789" extrusionOk="0">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8" name="Google Shape;15998;p88"/>
          <p:cNvGrpSpPr/>
          <p:nvPr/>
        </p:nvGrpSpPr>
        <p:grpSpPr>
          <a:xfrm>
            <a:off x="3303681" y="4091905"/>
            <a:ext cx="345675" cy="344950"/>
            <a:chOff x="3294263" y="3582256"/>
            <a:chExt cx="345675" cy="344950"/>
          </a:xfrm>
        </p:grpSpPr>
        <p:sp>
          <p:nvSpPr>
            <p:cNvPr id="15999" name="Google Shape;15999;p88"/>
            <p:cNvSpPr/>
            <p:nvPr/>
          </p:nvSpPr>
          <p:spPr>
            <a:xfrm>
              <a:off x="3526513" y="3727206"/>
              <a:ext cx="10050" cy="22550"/>
            </a:xfrm>
            <a:custGeom>
              <a:avLst/>
              <a:gdLst/>
              <a:ahLst/>
              <a:cxnLst/>
              <a:rect l="l" t="t" r="r" b="b"/>
              <a:pathLst>
                <a:path w="402" h="902" extrusionOk="0">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8"/>
            <p:cNvSpPr/>
            <p:nvPr/>
          </p:nvSpPr>
          <p:spPr>
            <a:xfrm>
              <a:off x="3397663" y="3727206"/>
              <a:ext cx="10050" cy="22550"/>
            </a:xfrm>
            <a:custGeom>
              <a:avLst/>
              <a:gdLst/>
              <a:ahLst/>
              <a:cxnLst/>
              <a:rect l="l" t="t" r="r" b="b"/>
              <a:pathLst>
                <a:path w="402" h="902" extrusionOk="0">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8"/>
            <p:cNvSpPr/>
            <p:nvPr/>
          </p:nvSpPr>
          <p:spPr>
            <a:xfrm>
              <a:off x="3448238" y="3758556"/>
              <a:ext cx="35850" cy="15100"/>
            </a:xfrm>
            <a:custGeom>
              <a:avLst/>
              <a:gdLst/>
              <a:ahLst/>
              <a:cxnLst/>
              <a:rect l="l" t="t" r="r" b="b"/>
              <a:pathLst>
                <a:path w="1434" h="604" extrusionOk="0">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8"/>
            <p:cNvSpPr/>
            <p:nvPr/>
          </p:nvSpPr>
          <p:spPr>
            <a:xfrm>
              <a:off x="3294263" y="3582256"/>
              <a:ext cx="345675" cy="344950"/>
            </a:xfrm>
            <a:custGeom>
              <a:avLst/>
              <a:gdLst/>
              <a:ahLst/>
              <a:cxnLst/>
              <a:rect l="l" t="t" r="r" b="b"/>
              <a:pathLst>
                <a:path w="13827" h="13798" extrusionOk="0">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8"/>
          <p:cNvGrpSpPr/>
          <p:nvPr/>
        </p:nvGrpSpPr>
        <p:grpSpPr>
          <a:xfrm>
            <a:off x="2527506" y="4092130"/>
            <a:ext cx="360325" cy="344500"/>
            <a:chOff x="4038813" y="2463956"/>
            <a:chExt cx="360325" cy="344500"/>
          </a:xfrm>
        </p:grpSpPr>
        <p:grpSp>
          <p:nvGrpSpPr>
            <p:cNvPr id="16004" name="Google Shape;16004;p88"/>
            <p:cNvGrpSpPr/>
            <p:nvPr/>
          </p:nvGrpSpPr>
          <p:grpSpPr>
            <a:xfrm>
              <a:off x="4038813" y="2575656"/>
              <a:ext cx="360325" cy="232800"/>
              <a:chOff x="4038813" y="2575656"/>
              <a:chExt cx="360325" cy="232800"/>
            </a:xfrm>
          </p:grpSpPr>
          <p:sp>
            <p:nvSpPr>
              <p:cNvPr id="16005" name="Google Shape;16005;p88"/>
              <p:cNvSpPr/>
              <p:nvPr/>
            </p:nvSpPr>
            <p:spPr>
              <a:xfrm>
                <a:off x="4087413" y="2682481"/>
                <a:ext cx="17775" cy="16625"/>
              </a:xfrm>
              <a:custGeom>
                <a:avLst/>
                <a:gdLst/>
                <a:ahLst/>
                <a:cxnLst/>
                <a:rect l="l" t="t" r="r" b="b"/>
                <a:pathLst>
                  <a:path w="711" h="665" extrusionOk="0">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8"/>
              <p:cNvSpPr/>
              <p:nvPr/>
            </p:nvSpPr>
            <p:spPr>
              <a:xfrm>
                <a:off x="4161488" y="2755781"/>
                <a:ext cx="17775" cy="16800"/>
              </a:xfrm>
              <a:custGeom>
                <a:avLst/>
                <a:gdLst/>
                <a:ahLst/>
                <a:cxnLst/>
                <a:rect l="l" t="t" r="r" b="b"/>
                <a:pathLst>
                  <a:path w="711" h="672" extrusionOk="0">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8"/>
              <p:cNvSpPr/>
              <p:nvPr/>
            </p:nvSpPr>
            <p:spPr>
              <a:xfrm>
                <a:off x="4115213" y="2715856"/>
                <a:ext cx="29625" cy="28700"/>
              </a:xfrm>
              <a:custGeom>
                <a:avLst/>
                <a:gdLst/>
                <a:ahLst/>
                <a:cxnLst/>
                <a:rect l="l" t="t" r="r" b="b"/>
                <a:pathLst>
                  <a:path w="1185" h="1148" extrusionOk="0">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8"/>
              <p:cNvSpPr/>
              <p:nvPr/>
            </p:nvSpPr>
            <p:spPr>
              <a:xfrm>
                <a:off x="4038813" y="2575656"/>
                <a:ext cx="360325" cy="232800"/>
              </a:xfrm>
              <a:custGeom>
                <a:avLst/>
                <a:gdLst/>
                <a:ahLst/>
                <a:cxnLst/>
                <a:rect l="l" t="t" r="r" b="b"/>
                <a:pathLst>
                  <a:path w="14413" h="9312" extrusionOk="0">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9" name="Google Shape;16009;p88"/>
            <p:cNvSpPr/>
            <p:nvPr/>
          </p:nvSpPr>
          <p:spPr>
            <a:xfrm>
              <a:off x="4098213" y="2463956"/>
              <a:ext cx="162050" cy="269675"/>
            </a:xfrm>
            <a:custGeom>
              <a:avLst/>
              <a:gdLst/>
              <a:ahLst/>
              <a:cxnLst/>
              <a:rect l="l" t="t" r="r" b="b"/>
              <a:pathLst>
                <a:path w="6482" h="10787" extrusionOk="0">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88"/>
          <p:cNvGrpSpPr/>
          <p:nvPr/>
        </p:nvGrpSpPr>
        <p:grpSpPr>
          <a:xfrm>
            <a:off x="1859563" y="4091542"/>
            <a:ext cx="203700" cy="345675"/>
            <a:chOff x="7861838" y="4141656"/>
            <a:chExt cx="203700" cy="345675"/>
          </a:xfrm>
        </p:grpSpPr>
        <p:sp>
          <p:nvSpPr>
            <p:cNvPr id="16011" name="Google Shape;16011;p88"/>
            <p:cNvSpPr/>
            <p:nvPr/>
          </p:nvSpPr>
          <p:spPr>
            <a:xfrm>
              <a:off x="7915063" y="4445656"/>
              <a:ext cx="10050" cy="17775"/>
            </a:xfrm>
            <a:custGeom>
              <a:avLst/>
              <a:gdLst/>
              <a:ahLst/>
              <a:cxnLst/>
              <a:rect l="l" t="t" r="r" b="b"/>
              <a:pathLst>
                <a:path w="402" h="711" extrusionOk="0">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8"/>
            <p:cNvSpPr/>
            <p:nvPr/>
          </p:nvSpPr>
          <p:spPr>
            <a:xfrm>
              <a:off x="8002238" y="4445656"/>
              <a:ext cx="10825" cy="17775"/>
            </a:xfrm>
            <a:custGeom>
              <a:avLst/>
              <a:gdLst/>
              <a:ahLst/>
              <a:cxnLst/>
              <a:rect l="l" t="t" r="r" b="b"/>
              <a:pathLst>
                <a:path w="433" h="711" extrusionOk="0">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8"/>
            <p:cNvSpPr/>
            <p:nvPr/>
          </p:nvSpPr>
          <p:spPr>
            <a:xfrm>
              <a:off x="7945563" y="4452956"/>
              <a:ext cx="36250" cy="15100"/>
            </a:xfrm>
            <a:custGeom>
              <a:avLst/>
              <a:gdLst/>
              <a:ahLst/>
              <a:cxnLst/>
              <a:rect l="l" t="t" r="r" b="b"/>
              <a:pathLst>
                <a:path w="1450" h="604" extrusionOk="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8"/>
            <p:cNvSpPr/>
            <p:nvPr/>
          </p:nvSpPr>
          <p:spPr>
            <a:xfrm>
              <a:off x="7861838" y="4141656"/>
              <a:ext cx="203700" cy="345675"/>
            </a:xfrm>
            <a:custGeom>
              <a:avLst/>
              <a:gdLst/>
              <a:ahLst/>
              <a:cxnLst/>
              <a:rect l="l" t="t" r="r" b="b"/>
              <a:pathLst>
                <a:path w="8148" h="13827" extrusionOk="0">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88"/>
          <p:cNvGrpSpPr/>
          <p:nvPr/>
        </p:nvGrpSpPr>
        <p:grpSpPr>
          <a:xfrm>
            <a:off x="1067717" y="4091442"/>
            <a:ext cx="297850" cy="345875"/>
            <a:chOff x="3318963" y="4141656"/>
            <a:chExt cx="297850" cy="345875"/>
          </a:xfrm>
        </p:grpSpPr>
        <p:sp>
          <p:nvSpPr>
            <p:cNvPr id="16016" name="Google Shape;16016;p88"/>
            <p:cNvSpPr/>
            <p:nvPr/>
          </p:nvSpPr>
          <p:spPr>
            <a:xfrm>
              <a:off x="3511063" y="4180831"/>
              <a:ext cx="14700" cy="14300"/>
            </a:xfrm>
            <a:custGeom>
              <a:avLst/>
              <a:gdLst/>
              <a:ahLst/>
              <a:cxnLst/>
              <a:rect l="l" t="t" r="r" b="b"/>
              <a:pathLst>
                <a:path w="588" h="572" extrusionOk="0">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8"/>
            <p:cNvSpPr/>
            <p:nvPr/>
          </p:nvSpPr>
          <p:spPr>
            <a:xfrm>
              <a:off x="3556588" y="4226331"/>
              <a:ext cx="15475" cy="14500"/>
            </a:xfrm>
            <a:custGeom>
              <a:avLst/>
              <a:gdLst/>
              <a:ahLst/>
              <a:cxnLst/>
              <a:rect l="l" t="t" r="r" b="b"/>
              <a:pathLst>
                <a:path w="619" h="580" extrusionOk="0">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8"/>
            <p:cNvSpPr/>
            <p:nvPr/>
          </p:nvSpPr>
          <p:spPr>
            <a:xfrm>
              <a:off x="3528813" y="4201856"/>
              <a:ext cx="22075" cy="21625"/>
            </a:xfrm>
            <a:custGeom>
              <a:avLst/>
              <a:gdLst/>
              <a:ahLst/>
              <a:cxnLst/>
              <a:rect l="l" t="t" r="r" b="b"/>
              <a:pathLst>
                <a:path w="883" h="865" extrusionOk="0">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8"/>
            <p:cNvSpPr/>
            <p:nvPr/>
          </p:nvSpPr>
          <p:spPr>
            <a:xfrm>
              <a:off x="3318963" y="4404556"/>
              <a:ext cx="75625" cy="82975"/>
            </a:xfrm>
            <a:custGeom>
              <a:avLst/>
              <a:gdLst/>
              <a:ahLst/>
              <a:cxnLst/>
              <a:rect l="l" t="t" r="r" b="b"/>
              <a:pathLst>
                <a:path w="3025" h="3319" extrusionOk="0">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8"/>
            <p:cNvSpPr/>
            <p:nvPr/>
          </p:nvSpPr>
          <p:spPr>
            <a:xfrm>
              <a:off x="3352913" y="4141656"/>
              <a:ext cx="263900" cy="256175"/>
            </a:xfrm>
            <a:custGeom>
              <a:avLst/>
              <a:gdLst/>
              <a:ahLst/>
              <a:cxnLst/>
              <a:rect l="l" t="t" r="r" b="b"/>
              <a:pathLst>
                <a:path w="10556" h="10247" extrusionOk="0">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1" name="Google Shape;16021;p88"/>
          <p:cNvGrpSpPr/>
          <p:nvPr/>
        </p:nvGrpSpPr>
        <p:grpSpPr>
          <a:xfrm>
            <a:off x="1048817" y="4657730"/>
            <a:ext cx="335650" cy="345675"/>
            <a:chOff x="6318738" y="2463556"/>
            <a:chExt cx="335650" cy="345675"/>
          </a:xfrm>
        </p:grpSpPr>
        <p:sp>
          <p:nvSpPr>
            <p:cNvPr id="16022" name="Google Shape;16022;p88"/>
            <p:cNvSpPr/>
            <p:nvPr/>
          </p:nvSpPr>
          <p:spPr>
            <a:xfrm>
              <a:off x="6429063" y="2508306"/>
              <a:ext cx="10825" cy="20100"/>
            </a:xfrm>
            <a:custGeom>
              <a:avLst/>
              <a:gdLst/>
              <a:ahLst/>
              <a:cxnLst/>
              <a:rect l="l" t="t" r="r" b="b"/>
              <a:pathLst>
                <a:path w="433" h="804" extrusionOk="0">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8"/>
            <p:cNvSpPr/>
            <p:nvPr/>
          </p:nvSpPr>
          <p:spPr>
            <a:xfrm>
              <a:off x="6533213" y="2508306"/>
              <a:ext cx="10075" cy="20100"/>
            </a:xfrm>
            <a:custGeom>
              <a:avLst/>
              <a:gdLst/>
              <a:ahLst/>
              <a:cxnLst/>
              <a:rect l="l" t="t" r="r" b="b"/>
              <a:pathLst>
                <a:path w="403" h="804" extrusionOk="0">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8"/>
            <p:cNvSpPr/>
            <p:nvPr/>
          </p:nvSpPr>
          <p:spPr>
            <a:xfrm>
              <a:off x="6467638" y="2517481"/>
              <a:ext cx="38425" cy="16325"/>
            </a:xfrm>
            <a:custGeom>
              <a:avLst/>
              <a:gdLst/>
              <a:ahLst/>
              <a:cxnLst/>
              <a:rect l="l" t="t" r="r" b="b"/>
              <a:pathLst>
                <a:path w="1537" h="653" extrusionOk="0">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8"/>
            <p:cNvSpPr/>
            <p:nvPr/>
          </p:nvSpPr>
          <p:spPr>
            <a:xfrm>
              <a:off x="6415938" y="2603206"/>
              <a:ext cx="202175" cy="137375"/>
            </a:xfrm>
            <a:custGeom>
              <a:avLst/>
              <a:gdLst/>
              <a:ahLst/>
              <a:cxnLst/>
              <a:rect l="l" t="t" r="r" b="b"/>
              <a:pathLst>
                <a:path w="8087" h="5495" extrusionOk="0">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8"/>
            <p:cNvSpPr/>
            <p:nvPr/>
          </p:nvSpPr>
          <p:spPr>
            <a:xfrm>
              <a:off x="6318738" y="2463556"/>
              <a:ext cx="335650" cy="345675"/>
            </a:xfrm>
            <a:custGeom>
              <a:avLst/>
              <a:gdLst/>
              <a:ahLst/>
              <a:cxnLst/>
              <a:rect l="l" t="t" r="r" b="b"/>
              <a:pathLst>
                <a:path w="13426" h="13827" extrusionOk="0">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8"/>
            <p:cNvSpPr/>
            <p:nvPr/>
          </p:nvSpPr>
          <p:spPr>
            <a:xfrm>
              <a:off x="6385088" y="2491331"/>
              <a:ext cx="202175" cy="60225"/>
            </a:xfrm>
            <a:custGeom>
              <a:avLst/>
              <a:gdLst/>
              <a:ahLst/>
              <a:cxnLst/>
              <a:rect l="l" t="t" r="r" b="b"/>
              <a:pathLst>
                <a:path w="8087" h="2409" extrusionOk="0">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8"/>
            <p:cNvSpPr/>
            <p:nvPr/>
          </p:nvSpPr>
          <p:spPr>
            <a:xfrm>
              <a:off x="6359638" y="2603206"/>
              <a:ext cx="40125" cy="137550"/>
            </a:xfrm>
            <a:custGeom>
              <a:avLst/>
              <a:gdLst/>
              <a:ahLst/>
              <a:cxnLst/>
              <a:rect l="l" t="t" r="r" b="b"/>
              <a:pathLst>
                <a:path w="1605" h="5502" extrusionOk="0">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88"/>
          <p:cNvGrpSpPr/>
          <p:nvPr/>
        </p:nvGrpSpPr>
        <p:grpSpPr>
          <a:xfrm>
            <a:off x="1788188" y="4673492"/>
            <a:ext cx="346450" cy="314150"/>
            <a:chOff x="4051938" y="1937256"/>
            <a:chExt cx="346450" cy="314150"/>
          </a:xfrm>
        </p:grpSpPr>
        <p:sp>
          <p:nvSpPr>
            <p:cNvPr id="16030" name="Google Shape;16030;p88"/>
            <p:cNvSpPr/>
            <p:nvPr/>
          </p:nvSpPr>
          <p:spPr>
            <a:xfrm>
              <a:off x="4165338" y="2050031"/>
              <a:ext cx="104200" cy="88750"/>
            </a:xfrm>
            <a:custGeom>
              <a:avLst/>
              <a:gdLst/>
              <a:ahLst/>
              <a:cxnLst/>
              <a:rect l="l" t="t" r="r" b="b"/>
              <a:pathLst>
                <a:path w="4168" h="3550" extrusionOk="0">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8"/>
            <p:cNvSpPr/>
            <p:nvPr/>
          </p:nvSpPr>
          <p:spPr>
            <a:xfrm>
              <a:off x="4051938" y="1937256"/>
              <a:ext cx="346450" cy="314150"/>
            </a:xfrm>
            <a:custGeom>
              <a:avLst/>
              <a:gdLst/>
              <a:ahLst/>
              <a:cxnLst/>
              <a:rect l="l" t="t" r="r" b="b"/>
              <a:pathLst>
                <a:path w="13858" h="12566" extrusionOk="0">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2" name="Google Shape;16032;p88"/>
          <p:cNvSpPr/>
          <p:nvPr/>
        </p:nvSpPr>
        <p:spPr>
          <a:xfrm>
            <a:off x="2532906" y="4657430"/>
            <a:ext cx="349525" cy="346275"/>
          </a:xfrm>
          <a:custGeom>
            <a:avLst/>
            <a:gdLst/>
            <a:ahLst/>
            <a:cxnLst/>
            <a:rect l="l" t="t" r="r" b="b"/>
            <a:pathLst>
              <a:path w="13981" h="13851" extrusionOk="0">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3" name="Google Shape;16033;p88"/>
          <p:cNvGrpSpPr/>
          <p:nvPr/>
        </p:nvGrpSpPr>
        <p:grpSpPr>
          <a:xfrm>
            <a:off x="3302131" y="4657680"/>
            <a:ext cx="348775" cy="345775"/>
            <a:chOff x="3293488" y="1921231"/>
            <a:chExt cx="348775" cy="345775"/>
          </a:xfrm>
        </p:grpSpPr>
        <p:sp>
          <p:nvSpPr>
            <p:cNvPr id="16034" name="Google Shape;16034;p88"/>
            <p:cNvSpPr/>
            <p:nvPr/>
          </p:nvSpPr>
          <p:spPr>
            <a:xfrm>
              <a:off x="3423113" y="2086131"/>
              <a:ext cx="10050" cy="16375"/>
            </a:xfrm>
            <a:custGeom>
              <a:avLst/>
              <a:gdLst/>
              <a:ahLst/>
              <a:cxnLst/>
              <a:rect l="l" t="t" r="r" b="b"/>
              <a:pathLst>
                <a:path w="402" h="655" extrusionOk="0">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8"/>
            <p:cNvSpPr/>
            <p:nvPr/>
          </p:nvSpPr>
          <p:spPr>
            <a:xfrm>
              <a:off x="3496413" y="2086131"/>
              <a:ext cx="10050" cy="16375"/>
            </a:xfrm>
            <a:custGeom>
              <a:avLst/>
              <a:gdLst/>
              <a:ahLst/>
              <a:cxnLst/>
              <a:rect l="l" t="t" r="r" b="b"/>
              <a:pathLst>
                <a:path w="402" h="655" extrusionOk="0">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8"/>
            <p:cNvSpPr/>
            <p:nvPr/>
          </p:nvSpPr>
          <p:spPr>
            <a:xfrm>
              <a:off x="3448788" y="2092031"/>
              <a:ext cx="30675" cy="14150"/>
            </a:xfrm>
            <a:custGeom>
              <a:avLst/>
              <a:gdLst/>
              <a:ahLst/>
              <a:cxnLst/>
              <a:rect l="l" t="t" r="r" b="b"/>
              <a:pathLst>
                <a:path w="1227" h="566" extrusionOk="0">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8"/>
            <p:cNvSpPr/>
            <p:nvPr/>
          </p:nvSpPr>
          <p:spPr>
            <a:xfrm>
              <a:off x="3293488" y="1921231"/>
              <a:ext cx="348775" cy="345775"/>
            </a:xfrm>
            <a:custGeom>
              <a:avLst/>
              <a:gdLst/>
              <a:ahLst/>
              <a:cxnLst/>
              <a:rect l="l" t="t" r="r" b="b"/>
              <a:pathLst>
                <a:path w="13951" h="13831" extrusionOk="0">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88"/>
          <p:cNvGrpSpPr/>
          <p:nvPr/>
        </p:nvGrpSpPr>
        <p:grpSpPr>
          <a:xfrm>
            <a:off x="4095018" y="4658405"/>
            <a:ext cx="252325" cy="344325"/>
            <a:chOff x="6360388" y="4142256"/>
            <a:chExt cx="252325" cy="344325"/>
          </a:xfrm>
        </p:grpSpPr>
        <p:sp>
          <p:nvSpPr>
            <p:cNvPr id="16039" name="Google Shape;16039;p88"/>
            <p:cNvSpPr/>
            <p:nvPr/>
          </p:nvSpPr>
          <p:spPr>
            <a:xfrm>
              <a:off x="6427138" y="4405531"/>
              <a:ext cx="11600" cy="17575"/>
            </a:xfrm>
            <a:custGeom>
              <a:avLst/>
              <a:gdLst/>
              <a:ahLst/>
              <a:cxnLst/>
              <a:rect l="l" t="t" r="r" b="b"/>
              <a:pathLst>
                <a:path w="464" h="703" extrusionOk="0">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8"/>
            <p:cNvSpPr/>
            <p:nvPr/>
          </p:nvSpPr>
          <p:spPr>
            <a:xfrm>
              <a:off x="6534388" y="4406106"/>
              <a:ext cx="10825" cy="18150"/>
            </a:xfrm>
            <a:custGeom>
              <a:avLst/>
              <a:gdLst/>
              <a:ahLst/>
              <a:cxnLst/>
              <a:rect l="l" t="t" r="r" b="b"/>
              <a:pathLst>
                <a:path w="433" h="726" extrusionOk="0">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8"/>
            <p:cNvSpPr/>
            <p:nvPr/>
          </p:nvSpPr>
          <p:spPr>
            <a:xfrm>
              <a:off x="6466863" y="4413706"/>
              <a:ext cx="37850" cy="15575"/>
            </a:xfrm>
            <a:custGeom>
              <a:avLst/>
              <a:gdLst/>
              <a:ahLst/>
              <a:cxnLst/>
              <a:rect l="l" t="t" r="r" b="b"/>
              <a:pathLst>
                <a:path w="1514" h="623" extrusionOk="0">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88"/>
            <p:cNvSpPr/>
            <p:nvPr/>
          </p:nvSpPr>
          <p:spPr>
            <a:xfrm>
              <a:off x="6360388" y="4142256"/>
              <a:ext cx="252325" cy="344325"/>
            </a:xfrm>
            <a:custGeom>
              <a:avLst/>
              <a:gdLst/>
              <a:ahLst/>
              <a:cxnLst/>
              <a:rect l="l" t="t" r="r" b="b"/>
              <a:pathLst>
                <a:path w="10093" h="13773" extrusionOk="0">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88"/>
          <p:cNvGrpSpPr/>
          <p:nvPr/>
        </p:nvGrpSpPr>
        <p:grpSpPr>
          <a:xfrm>
            <a:off x="1053054" y="2439486"/>
            <a:ext cx="327175" cy="345675"/>
            <a:chOff x="4058863" y="3580756"/>
            <a:chExt cx="327175" cy="345675"/>
          </a:xfrm>
        </p:grpSpPr>
        <p:sp>
          <p:nvSpPr>
            <p:cNvPr id="16044" name="Google Shape;16044;p88"/>
            <p:cNvSpPr/>
            <p:nvPr/>
          </p:nvSpPr>
          <p:spPr>
            <a:xfrm>
              <a:off x="428416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8"/>
            <p:cNvSpPr/>
            <p:nvPr/>
          </p:nvSpPr>
          <p:spPr>
            <a:xfrm>
              <a:off x="415531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8"/>
            <p:cNvSpPr/>
            <p:nvPr/>
          </p:nvSpPr>
          <p:spPr>
            <a:xfrm>
              <a:off x="4206463" y="3757806"/>
              <a:ext cx="35300" cy="15275"/>
            </a:xfrm>
            <a:custGeom>
              <a:avLst/>
              <a:gdLst/>
              <a:ahLst/>
              <a:cxnLst/>
              <a:rect l="l" t="t" r="r" b="b"/>
              <a:pathLst>
                <a:path w="1412" h="611" extrusionOk="0">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8"/>
            <p:cNvSpPr/>
            <p:nvPr/>
          </p:nvSpPr>
          <p:spPr>
            <a:xfrm>
              <a:off x="4058863" y="3580756"/>
              <a:ext cx="327175" cy="345675"/>
            </a:xfrm>
            <a:custGeom>
              <a:avLst/>
              <a:gdLst/>
              <a:ahLst/>
              <a:cxnLst/>
              <a:rect l="l" t="t" r="r" b="b"/>
              <a:pathLst>
                <a:path w="13087" h="13827" extrusionOk="0">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051"/>
        <p:cNvGrpSpPr/>
        <p:nvPr/>
      </p:nvGrpSpPr>
      <p:grpSpPr>
        <a:xfrm>
          <a:off x="0" y="0"/>
          <a:ext cx="0" cy="0"/>
          <a:chOff x="0" y="0"/>
          <a:chExt cx="0" cy="0"/>
        </a:xfrm>
      </p:grpSpPr>
      <p:sp>
        <p:nvSpPr>
          <p:cNvPr id="16052" name="Google Shape;16052;p89"/>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053" name="Google Shape;16053;p89"/>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Goals &amp; Results</a:t>
            </a:r>
            <a:endParaRPr sz="1800">
              <a:solidFill>
                <a:schemeClr val="lt1"/>
              </a:solidFill>
              <a:latin typeface="Arial"/>
              <a:ea typeface="Arial"/>
              <a:cs typeface="Arial"/>
              <a:sym typeface="Arial"/>
            </a:endParaRPr>
          </a:p>
        </p:txBody>
      </p:sp>
      <p:grpSp>
        <p:nvGrpSpPr>
          <p:cNvPr id="16054" name="Google Shape;16054;p89"/>
          <p:cNvGrpSpPr/>
          <p:nvPr/>
        </p:nvGrpSpPr>
        <p:grpSpPr>
          <a:xfrm>
            <a:off x="1053438" y="2390288"/>
            <a:ext cx="363425" cy="363425"/>
            <a:chOff x="6243125" y="3052825"/>
            <a:chExt cx="363425" cy="363425"/>
          </a:xfrm>
        </p:grpSpPr>
        <p:sp>
          <p:nvSpPr>
            <p:cNvPr id="16055" name="Google Shape;16055;p89"/>
            <p:cNvSpPr/>
            <p:nvPr/>
          </p:nvSpPr>
          <p:spPr>
            <a:xfrm>
              <a:off x="6243125" y="3052825"/>
              <a:ext cx="363425" cy="363425"/>
            </a:xfrm>
            <a:custGeom>
              <a:avLst/>
              <a:gdLst/>
              <a:ahLst/>
              <a:cxnLst/>
              <a:rect l="l" t="t" r="r" b="b"/>
              <a:pathLst>
                <a:path w="14537" h="14537" extrusionOk="0">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9"/>
            <p:cNvSpPr/>
            <p:nvPr/>
          </p:nvSpPr>
          <p:spPr>
            <a:xfrm>
              <a:off x="6285575" y="3097575"/>
              <a:ext cx="277775" cy="78725"/>
            </a:xfrm>
            <a:custGeom>
              <a:avLst/>
              <a:gdLst/>
              <a:ahLst/>
              <a:cxnLst/>
              <a:rect l="l" t="t" r="r" b="b"/>
              <a:pathLst>
                <a:path w="11111" h="3149" extrusionOk="0">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9"/>
            <p:cNvSpPr/>
            <p:nvPr/>
          </p:nvSpPr>
          <p:spPr>
            <a:xfrm>
              <a:off x="6285575" y="3204050"/>
              <a:ext cx="125000" cy="77950"/>
            </a:xfrm>
            <a:custGeom>
              <a:avLst/>
              <a:gdLst/>
              <a:ahLst/>
              <a:cxnLst/>
              <a:rect l="l" t="t" r="r" b="b"/>
              <a:pathLst>
                <a:path w="5000" h="3118" extrusionOk="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9"/>
            <p:cNvSpPr/>
            <p:nvPr/>
          </p:nvSpPr>
          <p:spPr>
            <a:xfrm>
              <a:off x="6438350" y="3204050"/>
              <a:ext cx="125000" cy="77950"/>
            </a:xfrm>
            <a:custGeom>
              <a:avLst/>
              <a:gdLst/>
              <a:ahLst/>
              <a:cxnLst/>
              <a:rect l="l" t="t" r="r" b="b"/>
              <a:pathLst>
                <a:path w="5000" h="3118" extrusionOk="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9"/>
            <p:cNvSpPr/>
            <p:nvPr/>
          </p:nvSpPr>
          <p:spPr>
            <a:xfrm>
              <a:off x="6416650" y="3312350"/>
              <a:ext cx="15625" cy="14125"/>
            </a:xfrm>
            <a:custGeom>
              <a:avLst/>
              <a:gdLst/>
              <a:ahLst/>
              <a:cxnLst/>
              <a:rect l="l" t="t" r="r" b="b"/>
              <a:pathLst>
                <a:path w="625" h="565" extrusionOk="0">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0" name="Google Shape;16060;p89"/>
          <p:cNvGrpSpPr/>
          <p:nvPr/>
        </p:nvGrpSpPr>
        <p:grpSpPr>
          <a:xfrm>
            <a:off x="1704225" y="2390288"/>
            <a:ext cx="387325" cy="363425"/>
            <a:chOff x="5481625" y="3052825"/>
            <a:chExt cx="387325" cy="363425"/>
          </a:xfrm>
        </p:grpSpPr>
        <p:sp>
          <p:nvSpPr>
            <p:cNvPr id="16061" name="Google Shape;16061;p89"/>
            <p:cNvSpPr/>
            <p:nvPr/>
          </p:nvSpPr>
          <p:spPr>
            <a:xfrm>
              <a:off x="5650600" y="3095400"/>
              <a:ext cx="66375" cy="57000"/>
            </a:xfrm>
            <a:custGeom>
              <a:avLst/>
              <a:gdLst/>
              <a:ahLst/>
              <a:cxnLst/>
              <a:rect l="l" t="t" r="r" b="b"/>
              <a:pathLst>
                <a:path w="2655" h="2280" extrusionOk="0">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9"/>
            <p:cNvSpPr/>
            <p:nvPr/>
          </p:nvSpPr>
          <p:spPr>
            <a:xfrm>
              <a:off x="5550300" y="3295250"/>
              <a:ext cx="66375" cy="56975"/>
            </a:xfrm>
            <a:custGeom>
              <a:avLst/>
              <a:gdLst/>
              <a:ahLst/>
              <a:cxnLst/>
              <a:rect l="l" t="t" r="r" b="b"/>
              <a:pathLst>
                <a:path w="2655" h="2279" extrusionOk="0">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9"/>
            <p:cNvSpPr/>
            <p:nvPr/>
          </p:nvSpPr>
          <p:spPr>
            <a:xfrm>
              <a:off x="5481625" y="3059950"/>
              <a:ext cx="387325" cy="356300"/>
            </a:xfrm>
            <a:custGeom>
              <a:avLst/>
              <a:gdLst/>
              <a:ahLst/>
              <a:cxnLst/>
              <a:rect l="l" t="t" r="r" b="b"/>
              <a:pathLst>
                <a:path w="15493" h="14252" extrusionOk="0">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9"/>
            <p:cNvSpPr/>
            <p:nvPr/>
          </p:nvSpPr>
          <p:spPr>
            <a:xfrm>
              <a:off x="5750125" y="3295250"/>
              <a:ext cx="66375" cy="56975"/>
            </a:xfrm>
            <a:custGeom>
              <a:avLst/>
              <a:gdLst/>
              <a:ahLst/>
              <a:cxnLst/>
              <a:rect l="l" t="t" r="r" b="b"/>
              <a:pathLst>
                <a:path w="2655" h="2279" extrusionOk="0">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9"/>
            <p:cNvSpPr/>
            <p:nvPr/>
          </p:nvSpPr>
          <p:spPr>
            <a:xfrm>
              <a:off x="5669100" y="3052825"/>
              <a:ext cx="17000" cy="14425"/>
            </a:xfrm>
            <a:custGeom>
              <a:avLst/>
              <a:gdLst/>
              <a:ahLst/>
              <a:cxnLst/>
              <a:rect l="l" t="t" r="r" b="b"/>
              <a:pathLst>
                <a:path w="680" h="577" extrusionOk="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89"/>
          <p:cNvGrpSpPr/>
          <p:nvPr/>
        </p:nvGrpSpPr>
        <p:grpSpPr>
          <a:xfrm>
            <a:off x="2483613" y="2389950"/>
            <a:ext cx="312900" cy="364100"/>
            <a:chOff x="2518100" y="3601800"/>
            <a:chExt cx="312900" cy="364100"/>
          </a:xfrm>
        </p:grpSpPr>
        <p:sp>
          <p:nvSpPr>
            <p:cNvPr id="16067" name="Google Shape;16067;p89"/>
            <p:cNvSpPr/>
            <p:nvPr/>
          </p:nvSpPr>
          <p:spPr>
            <a:xfrm>
              <a:off x="2560550" y="3734875"/>
              <a:ext cx="156650" cy="141725"/>
            </a:xfrm>
            <a:custGeom>
              <a:avLst/>
              <a:gdLst/>
              <a:ahLst/>
              <a:cxnLst/>
              <a:rect l="l" t="t" r="r" b="b"/>
              <a:pathLst>
                <a:path w="6266" h="5669" extrusionOk="0">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9"/>
            <p:cNvSpPr/>
            <p:nvPr/>
          </p:nvSpPr>
          <p:spPr>
            <a:xfrm>
              <a:off x="2557900" y="3904525"/>
              <a:ext cx="144625" cy="14100"/>
            </a:xfrm>
            <a:custGeom>
              <a:avLst/>
              <a:gdLst/>
              <a:ahLst/>
              <a:cxnLst/>
              <a:rect l="l" t="t" r="r" b="b"/>
              <a:pathLst>
                <a:path w="5785" h="564" extrusionOk="0">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9"/>
            <p:cNvSpPr/>
            <p:nvPr/>
          </p:nvSpPr>
          <p:spPr>
            <a:xfrm>
              <a:off x="2772325" y="3669300"/>
              <a:ext cx="58675" cy="250000"/>
            </a:xfrm>
            <a:custGeom>
              <a:avLst/>
              <a:gdLst/>
              <a:ahLst/>
              <a:cxnLst/>
              <a:rect l="l" t="t" r="r" b="b"/>
              <a:pathLst>
                <a:path w="2347" h="10000" extrusionOk="0">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9"/>
            <p:cNvSpPr/>
            <p:nvPr/>
          </p:nvSpPr>
          <p:spPr>
            <a:xfrm>
              <a:off x="2621325" y="3951675"/>
              <a:ext cx="18725" cy="14225"/>
            </a:xfrm>
            <a:custGeom>
              <a:avLst/>
              <a:gdLst/>
              <a:ahLst/>
              <a:cxnLst/>
              <a:rect l="l" t="t" r="r" b="b"/>
              <a:pathLst>
                <a:path w="749" h="569" extrusionOk="0">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9"/>
            <p:cNvSpPr/>
            <p:nvPr/>
          </p:nvSpPr>
          <p:spPr>
            <a:xfrm>
              <a:off x="2518100" y="3601800"/>
              <a:ext cx="226875" cy="363800"/>
            </a:xfrm>
            <a:custGeom>
              <a:avLst/>
              <a:gdLst/>
              <a:ahLst/>
              <a:cxnLst/>
              <a:rect l="l" t="t" r="r" b="b"/>
              <a:pathLst>
                <a:path w="9075" h="14552" extrusionOk="0">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89"/>
          <p:cNvGrpSpPr/>
          <p:nvPr/>
        </p:nvGrpSpPr>
        <p:grpSpPr>
          <a:xfrm>
            <a:off x="3235213" y="2390288"/>
            <a:ext cx="370375" cy="363425"/>
            <a:chOff x="4747100" y="3052825"/>
            <a:chExt cx="370375" cy="363425"/>
          </a:xfrm>
        </p:grpSpPr>
        <p:sp>
          <p:nvSpPr>
            <p:cNvPr id="16073" name="Google Shape;16073;p89"/>
            <p:cNvSpPr/>
            <p:nvPr/>
          </p:nvSpPr>
          <p:spPr>
            <a:xfrm>
              <a:off x="4983200" y="3354500"/>
              <a:ext cx="16225" cy="14600"/>
            </a:xfrm>
            <a:custGeom>
              <a:avLst/>
              <a:gdLst/>
              <a:ahLst/>
              <a:cxnLst/>
              <a:rect l="l" t="t" r="r" b="b"/>
              <a:pathLst>
                <a:path w="649" h="584" extrusionOk="0">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9"/>
            <p:cNvSpPr/>
            <p:nvPr/>
          </p:nvSpPr>
          <p:spPr>
            <a:xfrm>
              <a:off x="4747100" y="3052825"/>
              <a:ext cx="370375" cy="363425"/>
            </a:xfrm>
            <a:custGeom>
              <a:avLst/>
              <a:gdLst/>
              <a:ahLst/>
              <a:cxnLst/>
              <a:rect l="l" t="t" r="r" b="b"/>
              <a:pathLst>
                <a:path w="14815" h="14537" extrusionOk="0">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9"/>
            <p:cNvSpPr/>
            <p:nvPr/>
          </p:nvSpPr>
          <p:spPr>
            <a:xfrm>
              <a:off x="4961600" y="3095275"/>
              <a:ext cx="59425" cy="14675"/>
            </a:xfrm>
            <a:custGeom>
              <a:avLst/>
              <a:gdLst/>
              <a:ahLst/>
              <a:cxnLst/>
              <a:rect l="l" t="t" r="r" b="b"/>
              <a:pathLst>
                <a:path w="2377" h="587" extrusionOk="0">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9"/>
            <p:cNvSpPr/>
            <p:nvPr/>
          </p:nvSpPr>
          <p:spPr>
            <a:xfrm>
              <a:off x="4983200" y="3402150"/>
              <a:ext cx="19325" cy="14100"/>
            </a:xfrm>
            <a:custGeom>
              <a:avLst/>
              <a:gdLst/>
              <a:ahLst/>
              <a:cxnLst/>
              <a:rect l="l" t="t" r="r" b="b"/>
              <a:pathLst>
                <a:path w="773" h="564" extrusionOk="0">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89"/>
          <p:cNvGrpSpPr/>
          <p:nvPr/>
        </p:nvGrpSpPr>
        <p:grpSpPr>
          <a:xfrm>
            <a:off x="4016463" y="2390288"/>
            <a:ext cx="313275" cy="363425"/>
            <a:chOff x="1758900" y="3602950"/>
            <a:chExt cx="313275" cy="363425"/>
          </a:xfrm>
        </p:grpSpPr>
        <p:sp>
          <p:nvSpPr>
            <p:cNvPr id="16078" name="Google Shape;16078;p89"/>
            <p:cNvSpPr/>
            <p:nvPr/>
          </p:nvSpPr>
          <p:spPr>
            <a:xfrm>
              <a:off x="1926575" y="3817400"/>
              <a:ext cx="103950" cy="14750"/>
            </a:xfrm>
            <a:custGeom>
              <a:avLst/>
              <a:gdLst/>
              <a:ahLst/>
              <a:cxnLst/>
              <a:rect l="l" t="t" r="r" b="b"/>
              <a:pathLst>
                <a:path w="4158" h="590" extrusionOk="0">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9"/>
            <p:cNvSpPr/>
            <p:nvPr/>
          </p:nvSpPr>
          <p:spPr>
            <a:xfrm>
              <a:off x="1926775" y="3774900"/>
              <a:ext cx="63175" cy="14125"/>
            </a:xfrm>
            <a:custGeom>
              <a:avLst/>
              <a:gdLst/>
              <a:ahLst/>
              <a:cxnLst/>
              <a:rect l="l" t="t" r="r" b="b"/>
              <a:pathLst>
                <a:path w="2527" h="565" extrusionOk="0">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9"/>
            <p:cNvSpPr/>
            <p:nvPr/>
          </p:nvSpPr>
          <p:spPr>
            <a:xfrm>
              <a:off x="1758900" y="3602950"/>
              <a:ext cx="313275" cy="363425"/>
            </a:xfrm>
            <a:custGeom>
              <a:avLst/>
              <a:gdLst/>
              <a:ahLst/>
              <a:cxnLst/>
              <a:rect l="l" t="t" r="r" b="b"/>
              <a:pathLst>
                <a:path w="12531" h="14537" extrusionOk="0">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9"/>
            <p:cNvSpPr/>
            <p:nvPr/>
          </p:nvSpPr>
          <p:spPr>
            <a:xfrm>
              <a:off x="1907050" y="3708950"/>
              <a:ext cx="16675" cy="14500"/>
            </a:xfrm>
            <a:custGeom>
              <a:avLst/>
              <a:gdLst/>
              <a:ahLst/>
              <a:cxnLst/>
              <a:rect l="l" t="t" r="r" b="b"/>
              <a:pathLst>
                <a:path w="667" h="580" extrusionOk="0">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89"/>
          <p:cNvGrpSpPr/>
          <p:nvPr/>
        </p:nvGrpSpPr>
        <p:grpSpPr>
          <a:xfrm>
            <a:off x="4752275" y="2415313"/>
            <a:ext cx="363400" cy="313375"/>
            <a:chOff x="3997175" y="3077525"/>
            <a:chExt cx="363400" cy="313375"/>
          </a:xfrm>
        </p:grpSpPr>
        <p:sp>
          <p:nvSpPr>
            <p:cNvPr id="16083" name="Google Shape;16083;p89"/>
            <p:cNvSpPr/>
            <p:nvPr/>
          </p:nvSpPr>
          <p:spPr>
            <a:xfrm>
              <a:off x="4233250" y="3333675"/>
              <a:ext cx="16225" cy="14575"/>
            </a:xfrm>
            <a:custGeom>
              <a:avLst/>
              <a:gdLst/>
              <a:ahLst/>
              <a:cxnLst/>
              <a:rect l="l" t="t" r="r" b="b"/>
              <a:pathLst>
                <a:path w="649" h="583" extrusionOk="0">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9"/>
            <p:cNvSpPr/>
            <p:nvPr/>
          </p:nvSpPr>
          <p:spPr>
            <a:xfrm>
              <a:off x="4211650" y="3248800"/>
              <a:ext cx="17000" cy="14425"/>
            </a:xfrm>
            <a:custGeom>
              <a:avLst/>
              <a:gdLst/>
              <a:ahLst/>
              <a:cxnLst/>
              <a:rect l="l" t="t" r="r" b="b"/>
              <a:pathLst>
                <a:path w="680" h="577" extrusionOk="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9"/>
            <p:cNvSpPr/>
            <p:nvPr/>
          </p:nvSpPr>
          <p:spPr>
            <a:xfrm>
              <a:off x="4191975" y="3333100"/>
              <a:ext cx="15450" cy="13925"/>
            </a:xfrm>
            <a:custGeom>
              <a:avLst/>
              <a:gdLst/>
              <a:ahLst/>
              <a:cxnLst/>
              <a:rect l="l" t="t" r="r" b="b"/>
              <a:pathLst>
                <a:path w="618" h="557" extrusionOk="0">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9"/>
            <p:cNvSpPr/>
            <p:nvPr/>
          </p:nvSpPr>
          <p:spPr>
            <a:xfrm>
              <a:off x="4147625" y="3333675"/>
              <a:ext cx="17000" cy="14575"/>
            </a:xfrm>
            <a:custGeom>
              <a:avLst/>
              <a:gdLst/>
              <a:ahLst/>
              <a:cxnLst/>
              <a:rect l="l" t="t" r="r" b="b"/>
              <a:pathLst>
                <a:path w="680" h="583" extrusionOk="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9"/>
            <p:cNvSpPr/>
            <p:nvPr/>
          </p:nvSpPr>
          <p:spPr>
            <a:xfrm>
              <a:off x="4037475" y="3163875"/>
              <a:ext cx="16025" cy="13900"/>
            </a:xfrm>
            <a:custGeom>
              <a:avLst/>
              <a:gdLst/>
              <a:ahLst/>
              <a:cxnLst/>
              <a:rect l="l" t="t" r="r" b="b"/>
              <a:pathLst>
                <a:path w="641" h="556" extrusionOk="0">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9"/>
            <p:cNvSpPr/>
            <p:nvPr/>
          </p:nvSpPr>
          <p:spPr>
            <a:xfrm>
              <a:off x="4037275" y="3206375"/>
              <a:ext cx="16225" cy="13825"/>
            </a:xfrm>
            <a:custGeom>
              <a:avLst/>
              <a:gdLst/>
              <a:ahLst/>
              <a:cxnLst/>
              <a:rect l="l" t="t" r="r" b="b"/>
              <a:pathLst>
                <a:path w="649" h="553" extrusionOk="0">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9"/>
            <p:cNvSpPr/>
            <p:nvPr/>
          </p:nvSpPr>
          <p:spPr>
            <a:xfrm>
              <a:off x="4037275" y="3248800"/>
              <a:ext cx="16225" cy="14425"/>
            </a:xfrm>
            <a:custGeom>
              <a:avLst/>
              <a:gdLst/>
              <a:ahLst/>
              <a:cxnLst/>
              <a:rect l="l" t="t" r="r" b="b"/>
              <a:pathLst>
                <a:path w="649" h="577" extrusionOk="0">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9"/>
            <p:cNvSpPr/>
            <p:nvPr/>
          </p:nvSpPr>
          <p:spPr>
            <a:xfrm>
              <a:off x="4037275" y="3291250"/>
              <a:ext cx="16225" cy="14575"/>
            </a:xfrm>
            <a:custGeom>
              <a:avLst/>
              <a:gdLst/>
              <a:ahLst/>
              <a:cxnLst/>
              <a:rect l="l" t="t" r="r" b="b"/>
              <a:pathLst>
                <a:path w="649" h="583" extrusionOk="0">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9"/>
            <p:cNvSpPr/>
            <p:nvPr/>
          </p:nvSpPr>
          <p:spPr>
            <a:xfrm>
              <a:off x="4038825" y="3333100"/>
              <a:ext cx="15450" cy="13925"/>
            </a:xfrm>
            <a:custGeom>
              <a:avLst/>
              <a:gdLst/>
              <a:ahLst/>
              <a:cxnLst/>
              <a:rect l="l" t="t" r="r" b="b"/>
              <a:pathLst>
                <a:path w="618" h="557" extrusionOk="0">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9"/>
            <p:cNvSpPr/>
            <p:nvPr/>
          </p:nvSpPr>
          <p:spPr>
            <a:xfrm>
              <a:off x="4080500" y="3291250"/>
              <a:ext cx="84125" cy="13900"/>
            </a:xfrm>
            <a:custGeom>
              <a:avLst/>
              <a:gdLst/>
              <a:ahLst/>
              <a:cxnLst/>
              <a:rect l="l" t="t" r="r" b="b"/>
              <a:pathLst>
                <a:path w="3365" h="556" extrusionOk="0">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9"/>
            <p:cNvSpPr/>
            <p:nvPr/>
          </p:nvSpPr>
          <p:spPr>
            <a:xfrm>
              <a:off x="4079725" y="3248800"/>
              <a:ext cx="108025" cy="13925"/>
            </a:xfrm>
            <a:custGeom>
              <a:avLst/>
              <a:gdLst/>
              <a:ahLst/>
              <a:cxnLst/>
              <a:rect l="l" t="t" r="r" b="b"/>
              <a:pathLst>
                <a:path w="4321" h="557" extrusionOk="0">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9"/>
            <p:cNvSpPr/>
            <p:nvPr/>
          </p:nvSpPr>
          <p:spPr>
            <a:xfrm>
              <a:off x="4254100" y="3248800"/>
              <a:ext cx="66375" cy="13925"/>
            </a:xfrm>
            <a:custGeom>
              <a:avLst/>
              <a:gdLst/>
              <a:ahLst/>
              <a:cxnLst/>
              <a:rect l="l" t="t" r="r" b="b"/>
              <a:pathLst>
                <a:path w="2655" h="557" extrusionOk="0">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9"/>
            <p:cNvSpPr/>
            <p:nvPr/>
          </p:nvSpPr>
          <p:spPr>
            <a:xfrm>
              <a:off x="4147100" y="3163825"/>
              <a:ext cx="63550" cy="14050"/>
            </a:xfrm>
            <a:custGeom>
              <a:avLst/>
              <a:gdLst/>
              <a:ahLst/>
              <a:cxnLst/>
              <a:rect l="l" t="t" r="r" b="b"/>
              <a:pathLst>
                <a:path w="2542" h="562" extrusionOk="0">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9"/>
            <p:cNvSpPr/>
            <p:nvPr/>
          </p:nvSpPr>
          <p:spPr>
            <a:xfrm>
              <a:off x="4189725" y="3291150"/>
              <a:ext cx="127650" cy="14100"/>
            </a:xfrm>
            <a:custGeom>
              <a:avLst/>
              <a:gdLst/>
              <a:ahLst/>
              <a:cxnLst/>
              <a:rect l="l" t="t" r="r" b="b"/>
              <a:pathLst>
                <a:path w="5106" h="564" extrusionOk="0">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9"/>
            <p:cNvSpPr/>
            <p:nvPr/>
          </p:nvSpPr>
          <p:spPr>
            <a:xfrm>
              <a:off x="4080500" y="3206375"/>
              <a:ext cx="239200" cy="13900"/>
            </a:xfrm>
            <a:custGeom>
              <a:avLst/>
              <a:gdLst/>
              <a:ahLst/>
              <a:cxnLst/>
              <a:rect l="l" t="t" r="r" b="b"/>
              <a:pathLst>
                <a:path w="9568" h="556" extrusionOk="0">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9"/>
            <p:cNvSpPr/>
            <p:nvPr/>
          </p:nvSpPr>
          <p:spPr>
            <a:xfrm>
              <a:off x="4080500" y="3163825"/>
              <a:ext cx="44525" cy="14050"/>
            </a:xfrm>
            <a:custGeom>
              <a:avLst/>
              <a:gdLst/>
              <a:ahLst/>
              <a:cxnLst/>
              <a:rect l="l" t="t" r="r" b="b"/>
              <a:pathLst>
                <a:path w="1781" h="562" extrusionOk="0">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9"/>
            <p:cNvSpPr/>
            <p:nvPr/>
          </p:nvSpPr>
          <p:spPr>
            <a:xfrm>
              <a:off x="4234025" y="3163950"/>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9"/>
            <p:cNvSpPr/>
            <p:nvPr/>
          </p:nvSpPr>
          <p:spPr>
            <a:xfrm>
              <a:off x="4080500" y="3333650"/>
              <a:ext cx="44525" cy="14750"/>
            </a:xfrm>
            <a:custGeom>
              <a:avLst/>
              <a:gdLst/>
              <a:ahLst/>
              <a:cxnLst/>
              <a:rect l="l" t="t" r="r" b="b"/>
              <a:pathLst>
                <a:path w="1781" h="590" extrusionOk="0">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9"/>
            <p:cNvSpPr/>
            <p:nvPr/>
          </p:nvSpPr>
          <p:spPr>
            <a:xfrm>
              <a:off x="4169225" y="3376125"/>
              <a:ext cx="16225" cy="14575"/>
            </a:xfrm>
            <a:custGeom>
              <a:avLst/>
              <a:gdLst/>
              <a:ahLst/>
              <a:cxnLst/>
              <a:rect l="l" t="t" r="r" b="b"/>
              <a:pathLst>
                <a:path w="649" h="583" extrusionOk="0">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9"/>
            <p:cNvSpPr/>
            <p:nvPr/>
          </p:nvSpPr>
          <p:spPr>
            <a:xfrm>
              <a:off x="3997175" y="3077525"/>
              <a:ext cx="363400" cy="313375"/>
            </a:xfrm>
            <a:custGeom>
              <a:avLst/>
              <a:gdLst/>
              <a:ahLst/>
              <a:cxnLst/>
              <a:rect l="l" t="t" r="r" b="b"/>
              <a:pathLst>
                <a:path w="14536" h="12535" extrusionOk="0">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89"/>
          <p:cNvGrpSpPr/>
          <p:nvPr/>
        </p:nvGrpSpPr>
        <p:grpSpPr>
          <a:xfrm>
            <a:off x="5465838" y="2390288"/>
            <a:ext cx="363425" cy="363425"/>
            <a:chOff x="3246450" y="3052825"/>
            <a:chExt cx="363425" cy="363425"/>
          </a:xfrm>
        </p:grpSpPr>
        <p:sp>
          <p:nvSpPr>
            <p:cNvPr id="16104" name="Google Shape;16104;p89"/>
            <p:cNvSpPr/>
            <p:nvPr/>
          </p:nvSpPr>
          <p:spPr>
            <a:xfrm>
              <a:off x="3246450" y="3052825"/>
              <a:ext cx="363425" cy="363425"/>
            </a:xfrm>
            <a:custGeom>
              <a:avLst/>
              <a:gdLst/>
              <a:ahLst/>
              <a:cxnLst/>
              <a:rect l="l" t="t" r="r" b="b"/>
              <a:pathLst>
                <a:path w="14537" h="14537" extrusionOk="0">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9"/>
            <p:cNvSpPr/>
            <p:nvPr/>
          </p:nvSpPr>
          <p:spPr>
            <a:xfrm>
              <a:off x="3418725" y="3402300"/>
              <a:ext cx="16775" cy="13875"/>
            </a:xfrm>
            <a:custGeom>
              <a:avLst/>
              <a:gdLst/>
              <a:ahLst/>
              <a:cxnLst/>
              <a:rect l="l" t="t" r="r" b="b"/>
              <a:pathLst>
                <a:path w="671" h="555" extrusionOk="0">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9"/>
          <p:cNvGrpSpPr/>
          <p:nvPr/>
        </p:nvGrpSpPr>
        <p:grpSpPr>
          <a:xfrm>
            <a:off x="6230819" y="2390675"/>
            <a:ext cx="362650" cy="362650"/>
            <a:chOff x="2492650" y="3053600"/>
            <a:chExt cx="362650" cy="362650"/>
          </a:xfrm>
        </p:grpSpPr>
        <p:sp>
          <p:nvSpPr>
            <p:cNvPr id="16107" name="Google Shape;16107;p89"/>
            <p:cNvSpPr/>
            <p:nvPr/>
          </p:nvSpPr>
          <p:spPr>
            <a:xfrm>
              <a:off x="2798950" y="3120725"/>
              <a:ext cx="56350" cy="248475"/>
            </a:xfrm>
            <a:custGeom>
              <a:avLst/>
              <a:gdLst/>
              <a:ahLst/>
              <a:cxnLst/>
              <a:rect l="l" t="t" r="r" b="b"/>
              <a:pathLst>
                <a:path w="2254" h="9939" extrusionOk="0">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9"/>
            <p:cNvSpPr/>
            <p:nvPr/>
          </p:nvSpPr>
          <p:spPr>
            <a:xfrm>
              <a:off x="2538950" y="3142325"/>
              <a:ext cx="57100" cy="57125"/>
            </a:xfrm>
            <a:custGeom>
              <a:avLst/>
              <a:gdLst/>
              <a:ahLst/>
              <a:cxnLst/>
              <a:rect l="l" t="t" r="r" b="b"/>
              <a:pathLst>
                <a:path w="2284" h="2285" extrusionOk="0">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9"/>
            <p:cNvSpPr/>
            <p:nvPr/>
          </p:nvSpPr>
          <p:spPr>
            <a:xfrm>
              <a:off x="2621175" y="3142225"/>
              <a:ext cx="108375" cy="14125"/>
            </a:xfrm>
            <a:custGeom>
              <a:avLst/>
              <a:gdLst/>
              <a:ahLst/>
              <a:cxnLst/>
              <a:rect l="l" t="t" r="r" b="b"/>
              <a:pathLst>
                <a:path w="4335" h="565" extrusionOk="0">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9"/>
            <p:cNvSpPr/>
            <p:nvPr/>
          </p:nvSpPr>
          <p:spPr>
            <a:xfrm>
              <a:off x="2624575" y="3184775"/>
              <a:ext cx="82600" cy="13900"/>
            </a:xfrm>
            <a:custGeom>
              <a:avLst/>
              <a:gdLst/>
              <a:ahLst/>
              <a:cxnLst/>
              <a:rect l="l" t="t" r="r" b="b"/>
              <a:pathLst>
                <a:path w="3304" h="556" extrusionOk="0">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9"/>
            <p:cNvSpPr/>
            <p:nvPr/>
          </p:nvSpPr>
          <p:spPr>
            <a:xfrm>
              <a:off x="2538950" y="3227200"/>
              <a:ext cx="57100" cy="57125"/>
            </a:xfrm>
            <a:custGeom>
              <a:avLst/>
              <a:gdLst/>
              <a:ahLst/>
              <a:cxnLst/>
              <a:rect l="l" t="t" r="r" b="b"/>
              <a:pathLst>
                <a:path w="2284" h="2285" extrusionOk="0">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9"/>
            <p:cNvSpPr/>
            <p:nvPr/>
          </p:nvSpPr>
          <p:spPr>
            <a:xfrm>
              <a:off x="2620975" y="3227175"/>
              <a:ext cx="108575" cy="14750"/>
            </a:xfrm>
            <a:custGeom>
              <a:avLst/>
              <a:gdLst/>
              <a:ahLst/>
              <a:cxnLst/>
              <a:rect l="l" t="t" r="r" b="b"/>
              <a:pathLst>
                <a:path w="4343" h="590" extrusionOk="0">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9"/>
            <p:cNvSpPr/>
            <p:nvPr/>
          </p:nvSpPr>
          <p:spPr>
            <a:xfrm>
              <a:off x="2620975" y="3269625"/>
              <a:ext cx="86950" cy="14725"/>
            </a:xfrm>
            <a:custGeom>
              <a:avLst/>
              <a:gdLst/>
              <a:ahLst/>
              <a:cxnLst/>
              <a:rect l="l" t="t" r="r" b="b"/>
              <a:pathLst>
                <a:path w="3478" h="589" extrusionOk="0">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9"/>
            <p:cNvSpPr/>
            <p:nvPr/>
          </p:nvSpPr>
          <p:spPr>
            <a:xfrm>
              <a:off x="2539725" y="3312075"/>
              <a:ext cx="56325" cy="57125"/>
            </a:xfrm>
            <a:custGeom>
              <a:avLst/>
              <a:gdLst/>
              <a:ahLst/>
              <a:cxnLst/>
              <a:rect l="l" t="t" r="r" b="b"/>
              <a:pathLst>
                <a:path w="2253" h="2285" extrusionOk="0">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9"/>
            <p:cNvSpPr/>
            <p:nvPr/>
          </p:nvSpPr>
          <p:spPr>
            <a:xfrm>
              <a:off x="2621175" y="3312750"/>
              <a:ext cx="108375" cy="14100"/>
            </a:xfrm>
            <a:custGeom>
              <a:avLst/>
              <a:gdLst/>
              <a:ahLst/>
              <a:cxnLst/>
              <a:rect l="l" t="t" r="r" b="b"/>
              <a:pathLst>
                <a:path w="4335" h="564" extrusionOk="0">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9"/>
            <p:cNvSpPr/>
            <p:nvPr/>
          </p:nvSpPr>
          <p:spPr>
            <a:xfrm>
              <a:off x="2621175" y="3355175"/>
              <a:ext cx="86750" cy="14125"/>
            </a:xfrm>
            <a:custGeom>
              <a:avLst/>
              <a:gdLst/>
              <a:ahLst/>
              <a:cxnLst/>
              <a:rect l="l" t="t" r="r" b="b"/>
              <a:pathLst>
                <a:path w="3470" h="565" extrusionOk="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9"/>
            <p:cNvSpPr/>
            <p:nvPr/>
          </p:nvSpPr>
          <p:spPr>
            <a:xfrm>
              <a:off x="2623800" y="3402200"/>
              <a:ext cx="15475" cy="14050"/>
            </a:xfrm>
            <a:custGeom>
              <a:avLst/>
              <a:gdLst/>
              <a:ahLst/>
              <a:cxnLst/>
              <a:rect l="l" t="t" r="r" b="b"/>
              <a:pathLst>
                <a:path w="619" h="562" extrusionOk="0">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9"/>
            <p:cNvSpPr/>
            <p:nvPr/>
          </p:nvSpPr>
          <p:spPr>
            <a:xfrm>
              <a:off x="2492650" y="3053600"/>
              <a:ext cx="277775" cy="362650"/>
            </a:xfrm>
            <a:custGeom>
              <a:avLst/>
              <a:gdLst/>
              <a:ahLst/>
              <a:cxnLst/>
              <a:rect l="l" t="t" r="r" b="b"/>
              <a:pathLst>
                <a:path w="11111" h="14506" extrusionOk="0">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9"/>
          <p:cNvGrpSpPr/>
          <p:nvPr/>
        </p:nvGrpSpPr>
        <p:grpSpPr>
          <a:xfrm>
            <a:off x="6957875" y="2390663"/>
            <a:ext cx="363425" cy="362675"/>
            <a:chOff x="1734225" y="3053575"/>
            <a:chExt cx="363425" cy="362675"/>
          </a:xfrm>
        </p:grpSpPr>
        <p:sp>
          <p:nvSpPr>
            <p:cNvPr id="16120" name="Google Shape;16120;p89"/>
            <p:cNvSpPr/>
            <p:nvPr/>
          </p:nvSpPr>
          <p:spPr>
            <a:xfrm>
              <a:off x="1734225" y="3053575"/>
              <a:ext cx="363425" cy="362675"/>
            </a:xfrm>
            <a:custGeom>
              <a:avLst/>
              <a:gdLst/>
              <a:ahLst/>
              <a:cxnLst/>
              <a:rect l="l" t="t" r="r" b="b"/>
              <a:pathLst>
                <a:path w="14537" h="14507" extrusionOk="0">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9"/>
            <p:cNvSpPr/>
            <p:nvPr/>
          </p:nvSpPr>
          <p:spPr>
            <a:xfrm>
              <a:off x="1789000" y="3097575"/>
              <a:ext cx="253100" cy="77950"/>
            </a:xfrm>
            <a:custGeom>
              <a:avLst/>
              <a:gdLst/>
              <a:ahLst/>
              <a:cxnLst/>
              <a:rect l="l" t="t" r="r" b="b"/>
              <a:pathLst>
                <a:path w="10124" h="3118" extrusionOk="0">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9"/>
            <p:cNvSpPr/>
            <p:nvPr/>
          </p:nvSpPr>
          <p:spPr>
            <a:xfrm>
              <a:off x="1789000" y="3204050"/>
              <a:ext cx="240750" cy="77950"/>
            </a:xfrm>
            <a:custGeom>
              <a:avLst/>
              <a:gdLst/>
              <a:ahLst/>
              <a:cxnLst/>
              <a:rect l="l" t="t" r="r" b="b"/>
              <a:pathLst>
                <a:path w="9630" h="3118" extrusionOk="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9"/>
            <p:cNvSpPr/>
            <p:nvPr/>
          </p:nvSpPr>
          <p:spPr>
            <a:xfrm>
              <a:off x="1908575" y="3312200"/>
              <a:ext cx="14700" cy="14475"/>
            </a:xfrm>
            <a:custGeom>
              <a:avLst/>
              <a:gdLst/>
              <a:ahLst/>
              <a:cxnLst/>
              <a:rect l="l" t="t" r="r" b="b"/>
              <a:pathLst>
                <a:path w="588" h="579" extrusionOk="0">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4" name="Google Shape;16124;p89"/>
          <p:cNvGrpSpPr/>
          <p:nvPr/>
        </p:nvGrpSpPr>
        <p:grpSpPr>
          <a:xfrm>
            <a:off x="7729831" y="2390388"/>
            <a:ext cx="363400" cy="363225"/>
            <a:chOff x="975800" y="3053025"/>
            <a:chExt cx="363400" cy="363225"/>
          </a:xfrm>
        </p:grpSpPr>
        <p:sp>
          <p:nvSpPr>
            <p:cNvPr id="16125" name="Google Shape;16125;p89"/>
            <p:cNvSpPr/>
            <p:nvPr/>
          </p:nvSpPr>
          <p:spPr>
            <a:xfrm>
              <a:off x="1198775" y="3169350"/>
              <a:ext cx="47150" cy="42975"/>
            </a:xfrm>
            <a:custGeom>
              <a:avLst/>
              <a:gdLst/>
              <a:ahLst/>
              <a:cxnLst/>
              <a:rect l="l" t="t" r="r" b="b"/>
              <a:pathLst>
                <a:path w="1886" h="1719" extrusionOk="0">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9"/>
            <p:cNvSpPr/>
            <p:nvPr/>
          </p:nvSpPr>
          <p:spPr>
            <a:xfrm>
              <a:off x="1072175" y="3253250"/>
              <a:ext cx="44050" cy="42075"/>
            </a:xfrm>
            <a:custGeom>
              <a:avLst/>
              <a:gdLst/>
              <a:ahLst/>
              <a:cxnLst/>
              <a:rect l="l" t="t" r="r" b="b"/>
              <a:pathLst>
                <a:path w="1762" h="1683" extrusionOk="0">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9"/>
            <p:cNvSpPr/>
            <p:nvPr/>
          </p:nvSpPr>
          <p:spPr>
            <a:xfrm>
              <a:off x="1043675" y="3161100"/>
              <a:ext cx="227650" cy="142275"/>
            </a:xfrm>
            <a:custGeom>
              <a:avLst/>
              <a:gdLst/>
              <a:ahLst/>
              <a:cxnLst/>
              <a:rect l="l" t="t" r="r" b="b"/>
              <a:pathLst>
                <a:path w="9106" h="5691" extrusionOk="0">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9"/>
            <p:cNvSpPr/>
            <p:nvPr/>
          </p:nvSpPr>
          <p:spPr>
            <a:xfrm>
              <a:off x="1150150" y="3116375"/>
              <a:ext cx="17000" cy="14400"/>
            </a:xfrm>
            <a:custGeom>
              <a:avLst/>
              <a:gdLst/>
              <a:ahLst/>
              <a:cxnLst/>
              <a:rect l="l" t="t" r="r" b="b"/>
              <a:pathLst>
                <a:path w="680" h="576" extrusionOk="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89"/>
            <p:cNvSpPr/>
            <p:nvPr/>
          </p:nvSpPr>
          <p:spPr>
            <a:xfrm>
              <a:off x="975800" y="3053025"/>
              <a:ext cx="363400" cy="363225"/>
            </a:xfrm>
            <a:custGeom>
              <a:avLst/>
              <a:gdLst/>
              <a:ahLst/>
              <a:cxnLst/>
              <a:rect l="l" t="t" r="r" b="b"/>
              <a:pathLst>
                <a:path w="14536" h="14529" extrusionOk="0">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89"/>
          <p:cNvGrpSpPr/>
          <p:nvPr/>
        </p:nvGrpSpPr>
        <p:grpSpPr>
          <a:xfrm>
            <a:off x="7729819" y="2952894"/>
            <a:ext cx="363425" cy="364700"/>
            <a:chOff x="7724500" y="2485750"/>
            <a:chExt cx="363425" cy="364700"/>
          </a:xfrm>
        </p:grpSpPr>
        <p:sp>
          <p:nvSpPr>
            <p:cNvPr id="16131" name="Google Shape;16131;p89"/>
            <p:cNvSpPr/>
            <p:nvPr/>
          </p:nvSpPr>
          <p:spPr>
            <a:xfrm>
              <a:off x="7724500" y="2485750"/>
              <a:ext cx="363425" cy="363425"/>
            </a:xfrm>
            <a:custGeom>
              <a:avLst/>
              <a:gdLst/>
              <a:ahLst/>
              <a:cxnLst/>
              <a:rect l="l" t="t" r="r" b="b"/>
              <a:pathLst>
                <a:path w="14537" h="14537" extrusionOk="0">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9"/>
            <p:cNvSpPr/>
            <p:nvPr/>
          </p:nvSpPr>
          <p:spPr>
            <a:xfrm>
              <a:off x="7834075" y="2656250"/>
              <a:ext cx="145075" cy="13925"/>
            </a:xfrm>
            <a:custGeom>
              <a:avLst/>
              <a:gdLst/>
              <a:ahLst/>
              <a:cxnLst/>
              <a:rect l="l" t="t" r="r" b="b"/>
              <a:pathLst>
                <a:path w="5803" h="557" extrusionOk="0">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9"/>
            <p:cNvSpPr/>
            <p:nvPr/>
          </p:nvSpPr>
          <p:spPr>
            <a:xfrm>
              <a:off x="7810400" y="2613725"/>
              <a:ext cx="191625" cy="14050"/>
            </a:xfrm>
            <a:custGeom>
              <a:avLst/>
              <a:gdLst/>
              <a:ahLst/>
              <a:cxnLst/>
              <a:rect l="l" t="t" r="r" b="b"/>
              <a:pathLst>
                <a:path w="7665" h="562" extrusionOk="0">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9"/>
            <p:cNvSpPr/>
            <p:nvPr/>
          </p:nvSpPr>
          <p:spPr>
            <a:xfrm>
              <a:off x="7810400" y="2570600"/>
              <a:ext cx="191650" cy="14725"/>
            </a:xfrm>
            <a:custGeom>
              <a:avLst/>
              <a:gdLst/>
              <a:ahLst/>
              <a:cxnLst/>
              <a:rect l="l" t="t" r="r" b="b"/>
              <a:pathLst>
                <a:path w="7666" h="589" extrusionOk="0">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9"/>
            <p:cNvSpPr/>
            <p:nvPr/>
          </p:nvSpPr>
          <p:spPr>
            <a:xfrm>
              <a:off x="7874625" y="2698600"/>
              <a:ext cx="63175" cy="14100"/>
            </a:xfrm>
            <a:custGeom>
              <a:avLst/>
              <a:gdLst/>
              <a:ahLst/>
              <a:cxnLst/>
              <a:rect l="l" t="t" r="r" b="b"/>
              <a:pathLst>
                <a:path w="2527" h="564" extrusionOk="0">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9"/>
            <p:cNvSpPr/>
            <p:nvPr/>
          </p:nvSpPr>
          <p:spPr>
            <a:xfrm>
              <a:off x="7896200" y="2835100"/>
              <a:ext cx="18125" cy="15350"/>
            </a:xfrm>
            <a:custGeom>
              <a:avLst/>
              <a:gdLst/>
              <a:ahLst/>
              <a:cxnLst/>
              <a:rect l="l" t="t" r="r" b="b"/>
              <a:pathLst>
                <a:path w="725" h="614" extrusionOk="0">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9"/>
          <p:cNvGrpSpPr/>
          <p:nvPr/>
        </p:nvGrpSpPr>
        <p:grpSpPr>
          <a:xfrm>
            <a:off x="6957875" y="2953244"/>
            <a:ext cx="363425" cy="364000"/>
            <a:chOff x="6979200" y="2485750"/>
            <a:chExt cx="363425" cy="364000"/>
          </a:xfrm>
        </p:grpSpPr>
        <p:sp>
          <p:nvSpPr>
            <p:cNvPr id="16138" name="Google Shape;16138;p89"/>
            <p:cNvSpPr/>
            <p:nvPr/>
          </p:nvSpPr>
          <p:spPr>
            <a:xfrm>
              <a:off x="7221450" y="2835850"/>
              <a:ext cx="15475" cy="13900"/>
            </a:xfrm>
            <a:custGeom>
              <a:avLst/>
              <a:gdLst/>
              <a:ahLst/>
              <a:cxnLst/>
              <a:rect l="l" t="t" r="r" b="b"/>
              <a:pathLst>
                <a:path w="619" h="556" extrusionOk="0">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9"/>
            <p:cNvSpPr/>
            <p:nvPr/>
          </p:nvSpPr>
          <p:spPr>
            <a:xfrm>
              <a:off x="6979200" y="2485750"/>
              <a:ext cx="363425" cy="363425"/>
            </a:xfrm>
            <a:custGeom>
              <a:avLst/>
              <a:gdLst/>
              <a:ahLst/>
              <a:cxnLst/>
              <a:rect l="l" t="t" r="r" b="b"/>
              <a:pathLst>
                <a:path w="14537" h="14537" extrusionOk="0">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9"/>
          <p:cNvGrpSpPr/>
          <p:nvPr/>
        </p:nvGrpSpPr>
        <p:grpSpPr>
          <a:xfrm>
            <a:off x="6230431" y="2953531"/>
            <a:ext cx="363425" cy="363425"/>
            <a:chOff x="6243125" y="2485750"/>
            <a:chExt cx="363425" cy="363425"/>
          </a:xfrm>
        </p:grpSpPr>
        <p:sp>
          <p:nvSpPr>
            <p:cNvPr id="16141" name="Google Shape;16141;p89"/>
            <p:cNvSpPr/>
            <p:nvPr/>
          </p:nvSpPr>
          <p:spPr>
            <a:xfrm>
              <a:off x="6243125" y="2681725"/>
              <a:ext cx="363425" cy="167450"/>
            </a:xfrm>
            <a:custGeom>
              <a:avLst/>
              <a:gdLst/>
              <a:ahLst/>
              <a:cxnLst/>
              <a:rect l="l" t="t" r="r" b="b"/>
              <a:pathLst>
                <a:path w="14537" h="6698" extrusionOk="0">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9"/>
            <p:cNvSpPr/>
            <p:nvPr/>
          </p:nvSpPr>
          <p:spPr>
            <a:xfrm>
              <a:off x="6417500" y="2710075"/>
              <a:ext cx="18400" cy="14175"/>
            </a:xfrm>
            <a:custGeom>
              <a:avLst/>
              <a:gdLst/>
              <a:ahLst/>
              <a:cxnLst/>
              <a:rect l="l" t="t" r="r" b="b"/>
              <a:pathLst>
                <a:path w="736" h="567" extrusionOk="0">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9"/>
            <p:cNvSpPr/>
            <p:nvPr/>
          </p:nvSpPr>
          <p:spPr>
            <a:xfrm>
              <a:off x="6353475" y="2485750"/>
              <a:ext cx="141975" cy="207175"/>
            </a:xfrm>
            <a:custGeom>
              <a:avLst/>
              <a:gdLst/>
              <a:ahLst/>
              <a:cxnLst/>
              <a:rect l="l" t="t" r="r" b="b"/>
              <a:pathLst>
                <a:path w="5679" h="8287" extrusionOk="0">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89"/>
          <p:cNvGrpSpPr/>
          <p:nvPr/>
        </p:nvGrpSpPr>
        <p:grpSpPr>
          <a:xfrm>
            <a:off x="5464863" y="2953531"/>
            <a:ext cx="365375" cy="363425"/>
            <a:chOff x="5495100" y="2485750"/>
            <a:chExt cx="365375" cy="363425"/>
          </a:xfrm>
        </p:grpSpPr>
        <p:sp>
          <p:nvSpPr>
            <p:cNvPr id="16145" name="Google Shape;16145;p89"/>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9"/>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89"/>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9"/>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9"/>
          <p:cNvGrpSpPr/>
          <p:nvPr/>
        </p:nvGrpSpPr>
        <p:grpSpPr>
          <a:xfrm>
            <a:off x="4750175" y="2953031"/>
            <a:ext cx="367600" cy="364425"/>
            <a:chOff x="4744475" y="2485325"/>
            <a:chExt cx="367600" cy="364425"/>
          </a:xfrm>
        </p:grpSpPr>
        <p:sp>
          <p:nvSpPr>
            <p:cNvPr id="16150" name="Google Shape;16150;p89"/>
            <p:cNvSpPr/>
            <p:nvPr/>
          </p:nvSpPr>
          <p:spPr>
            <a:xfrm>
              <a:off x="4744475" y="2813550"/>
              <a:ext cx="367600" cy="36200"/>
            </a:xfrm>
            <a:custGeom>
              <a:avLst/>
              <a:gdLst/>
              <a:ahLst/>
              <a:cxnLst/>
              <a:rect l="l" t="t" r="r" b="b"/>
              <a:pathLst>
                <a:path w="14704" h="1448" extrusionOk="0">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9"/>
            <p:cNvSpPr/>
            <p:nvPr/>
          </p:nvSpPr>
          <p:spPr>
            <a:xfrm>
              <a:off x="4772575" y="2634650"/>
              <a:ext cx="57125" cy="150475"/>
            </a:xfrm>
            <a:custGeom>
              <a:avLst/>
              <a:gdLst/>
              <a:ahLst/>
              <a:cxnLst/>
              <a:rect l="l" t="t" r="r" b="b"/>
              <a:pathLst>
                <a:path w="2285" h="6019" extrusionOk="0">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9"/>
            <p:cNvSpPr/>
            <p:nvPr/>
          </p:nvSpPr>
          <p:spPr>
            <a:xfrm>
              <a:off x="4857450" y="2592225"/>
              <a:ext cx="57100" cy="192900"/>
            </a:xfrm>
            <a:custGeom>
              <a:avLst/>
              <a:gdLst/>
              <a:ahLst/>
              <a:cxnLst/>
              <a:rect l="l" t="t" r="r" b="b"/>
              <a:pathLst>
                <a:path w="2284" h="7716" extrusionOk="0">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9"/>
            <p:cNvSpPr/>
            <p:nvPr/>
          </p:nvSpPr>
          <p:spPr>
            <a:xfrm>
              <a:off x="4943075" y="2613825"/>
              <a:ext cx="56350" cy="171300"/>
            </a:xfrm>
            <a:custGeom>
              <a:avLst/>
              <a:gdLst/>
              <a:ahLst/>
              <a:cxnLst/>
              <a:rect l="l" t="t" r="r" b="b"/>
              <a:pathLst>
                <a:path w="2254" h="6852" extrusionOk="0">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9"/>
            <p:cNvSpPr/>
            <p:nvPr/>
          </p:nvSpPr>
          <p:spPr>
            <a:xfrm>
              <a:off x="4766400" y="2485325"/>
              <a:ext cx="324575" cy="120800"/>
            </a:xfrm>
            <a:custGeom>
              <a:avLst/>
              <a:gdLst/>
              <a:ahLst/>
              <a:cxnLst/>
              <a:rect l="l" t="t" r="r" b="b"/>
              <a:pathLst>
                <a:path w="12983" h="4832" extrusionOk="0">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9"/>
            <p:cNvSpPr/>
            <p:nvPr/>
          </p:nvSpPr>
          <p:spPr>
            <a:xfrm>
              <a:off x="5068075" y="2670925"/>
              <a:ext cx="17000" cy="14575"/>
            </a:xfrm>
            <a:custGeom>
              <a:avLst/>
              <a:gdLst/>
              <a:ahLst/>
              <a:cxnLst/>
              <a:rect l="l" t="t" r="r" b="b"/>
              <a:pathLst>
                <a:path w="680" h="583" extrusionOk="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9"/>
            <p:cNvSpPr/>
            <p:nvPr/>
          </p:nvSpPr>
          <p:spPr>
            <a:xfrm>
              <a:off x="5027950" y="2570625"/>
              <a:ext cx="57500" cy="214500"/>
            </a:xfrm>
            <a:custGeom>
              <a:avLst/>
              <a:gdLst/>
              <a:ahLst/>
              <a:cxnLst/>
              <a:rect l="l" t="t" r="r" b="b"/>
              <a:pathLst>
                <a:path w="2300" h="8580" extrusionOk="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89"/>
          <p:cNvGrpSpPr/>
          <p:nvPr/>
        </p:nvGrpSpPr>
        <p:grpSpPr>
          <a:xfrm>
            <a:off x="3991400" y="2953531"/>
            <a:ext cx="363400" cy="363425"/>
            <a:chOff x="3997175" y="2485750"/>
            <a:chExt cx="363400" cy="363425"/>
          </a:xfrm>
        </p:grpSpPr>
        <p:sp>
          <p:nvSpPr>
            <p:cNvPr id="16158" name="Google Shape;16158;p89"/>
            <p:cNvSpPr/>
            <p:nvPr/>
          </p:nvSpPr>
          <p:spPr>
            <a:xfrm>
              <a:off x="4190050" y="2702550"/>
              <a:ext cx="17000" cy="14600"/>
            </a:xfrm>
            <a:custGeom>
              <a:avLst/>
              <a:gdLst/>
              <a:ahLst/>
              <a:cxnLst/>
              <a:rect l="l" t="t" r="r" b="b"/>
              <a:pathLst>
                <a:path w="680" h="584" extrusionOk="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89"/>
            <p:cNvSpPr/>
            <p:nvPr/>
          </p:nvSpPr>
          <p:spPr>
            <a:xfrm>
              <a:off x="4041150" y="2702550"/>
              <a:ext cx="17000" cy="14600"/>
            </a:xfrm>
            <a:custGeom>
              <a:avLst/>
              <a:gdLst/>
              <a:ahLst/>
              <a:cxnLst/>
              <a:rect l="l" t="t" r="r" b="b"/>
              <a:pathLst>
                <a:path w="680" h="584" extrusionOk="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9"/>
            <p:cNvSpPr/>
            <p:nvPr/>
          </p:nvSpPr>
          <p:spPr>
            <a:xfrm>
              <a:off x="3997175" y="2485750"/>
              <a:ext cx="363400" cy="363425"/>
            </a:xfrm>
            <a:custGeom>
              <a:avLst/>
              <a:gdLst/>
              <a:ahLst/>
              <a:cxnLst/>
              <a:rect l="l" t="t" r="r" b="b"/>
              <a:pathLst>
                <a:path w="14536" h="14537" extrusionOk="0">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9"/>
            <p:cNvSpPr/>
            <p:nvPr/>
          </p:nvSpPr>
          <p:spPr>
            <a:xfrm>
              <a:off x="4061450" y="2528175"/>
              <a:ext cx="232025" cy="146650"/>
            </a:xfrm>
            <a:custGeom>
              <a:avLst/>
              <a:gdLst/>
              <a:ahLst/>
              <a:cxnLst/>
              <a:rect l="l" t="t" r="r" b="b"/>
              <a:pathLst>
                <a:path w="9281" h="5866" extrusionOk="0">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9"/>
            <p:cNvSpPr/>
            <p:nvPr/>
          </p:nvSpPr>
          <p:spPr>
            <a:xfrm>
              <a:off x="4085125" y="2702550"/>
              <a:ext cx="81025" cy="14700"/>
            </a:xfrm>
            <a:custGeom>
              <a:avLst/>
              <a:gdLst/>
              <a:ahLst/>
              <a:cxnLst/>
              <a:rect l="l" t="t" r="r" b="b"/>
              <a:pathLst>
                <a:path w="3241" h="588" extrusionOk="0">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9"/>
            <p:cNvSpPr/>
            <p:nvPr/>
          </p:nvSpPr>
          <p:spPr>
            <a:xfrm>
              <a:off x="4235575" y="2702525"/>
              <a:ext cx="81550" cy="14750"/>
            </a:xfrm>
            <a:custGeom>
              <a:avLst/>
              <a:gdLst/>
              <a:ahLst/>
              <a:cxnLst/>
              <a:rect l="l" t="t" r="r" b="b"/>
              <a:pathLst>
                <a:path w="3262" h="590" extrusionOk="0">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9"/>
            <p:cNvSpPr/>
            <p:nvPr/>
          </p:nvSpPr>
          <p:spPr>
            <a:xfrm>
              <a:off x="4169225" y="2745750"/>
              <a:ext cx="16225" cy="13850"/>
            </a:xfrm>
            <a:custGeom>
              <a:avLst/>
              <a:gdLst/>
              <a:ahLst/>
              <a:cxnLst/>
              <a:rect l="l" t="t" r="r" b="b"/>
              <a:pathLst>
                <a:path w="649" h="554" extrusionOk="0">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5" name="Google Shape;16165;p89"/>
          <p:cNvGrpSpPr/>
          <p:nvPr/>
        </p:nvGrpSpPr>
        <p:grpSpPr>
          <a:xfrm>
            <a:off x="3306575" y="2953519"/>
            <a:ext cx="227650" cy="363450"/>
            <a:chOff x="6311025" y="3602925"/>
            <a:chExt cx="227650" cy="363450"/>
          </a:xfrm>
        </p:grpSpPr>
        <p:sp>
          <p:nvSpPr>
            <p:cNvPr id="16166" name="Google Shape;16166;p89"/>
            <p:cNvSpPr/>
            <p:nvPr/>
          </p:nvSpPr>
          <p:spPr>
            <a:xfrm>
              <a:off x="6415200" y="3906925"/>
              <a:ext cx="16225" cy="14575"/>
            </a:xfrm>
            <a:custGeom>
              <a:avLst/>
              <a:gdLst/>
              <a:ahLst/>
              <a:cxnLst/>
              <a:rect l="l" t="t" r="r" b="b"/>
              <a:pathLst>
                <a:path w="649" h="583" extrusionOk="0">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9"/>
            <p:cNvSpPr/>
            <p:nvPr/>
          </p:nvSpPr>
          <p:spPr>
            <a:xfrm>
              <a:off x="6393600" y="3646925"/>
              <a:ext cx="61725" cy="14675"/>
            </a:xfrm>
            <a:custGeom>
              <a:avLst/>
              <a:gdLst/>
              <a:ahLst/>
              <a:cxnLst/>
              <a:rect l="l" t="t" r="r" b="b"/>
              <a:pathLst>
                <a:path w="2469" h="587" extrusionOk="0">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9"/>
            <p:cNvSpPr/>
            <p:nvPr/>
          </p:nvSpPr>
          <p:spPr>
            <a:xfrm>
              <a:off x="6311025" y="3602925"/>
              <a:ext cx="227650" cy="362675"/>
            </a:xfrm>
            <a:custGeom>
              <a:avLst/>
              <a:gdLst/>
              <a:ahLst/>
              <a:cxnLst/>
              <a:rect l="l" t="t" r="r" b="b"/>
              <a:pathLst>
                <a:path w="9106" h="14507" extrusionOk="0">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9"/>
            <p:cNvSpPr/>
            <p:nvPr/>
          </p:nvSpPr>
          <p:spPr>
            <a:xfrm>
              <a:off x="6350800" y="3777225"/>
              <a:ext cx="146200" cy="14100"/>
            </a:xfrm>
            <a:custGeom>
              <a:avLst/>
              <a:gdLst/>
              <a:ahLst/>
              <a:cxnLst/>
              <a:rect l="l" t="t" r="r" b="b"/>
              <a:pathLst>
                <a:path w="5848" h="564" extrusionOk="0">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9"/>
            <p:cNvSpPr/>
            <p:nvPr/>
          </p:nvSpPr>
          <p:spPr>
            <a:xfrm>
              <a:off x="6350800" y="3819650"/>
              <a:ext cx="146200" cy="14125"/>
            </a:xfrm>
            <a:custGeom>
              <a:avLst/>
              <a:gdLst/>
              <a:ahLst/>
              <a:cxnLst/>
              <a:rect l="l" t="t" r="r" b="b"/>
              <a:pathLst>
                <a:path w="5848" h="565" extrusionOk="0">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89"/>
            <p:cNvSpPr/>
            <p:nvPr/>
          </p:nvSpPr>
          <p:spPr>
            <a:xfrm>
              <a:off x="6415200" y="3951675"/>
              <a:ext cx="19300" cy="14700"/>
            </a:xfrm>
            <a:custGeom>
              <a:avLst/>
              <a:gdLst/>
              <a:ahLst/>
              <a:cxnLst/>
              <a:rect l="l" t="t" r="r" b="b"/>
              <a:pathLst>
                <a:path w="772" h="588" extrusionOk="0">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89"/>
          <p:cNvGrpSpPr/>
          <p:nvPr/>
        </p:nvGrpSpPr>
        <p:grpSpPr>
          <a:xfrm>
            <a:off x="2458738" y="2953531"/>
            <a:ext cx="362650" cy="363425"/>
            <a:chOff x="3247225" y="2485750"/>
            <a:chExt cx="362650" cy="363425"/>
          </a:xfrm>
        </p:grpSpPr>
        <p:sp>
          <p:nvSpPr>
            <p:cNvPr id="16173" name="Google Shape;16173;p89"/>
            <p:cNvSpPr/>
            <p:nvPr/>
          </p:nvSpPr>
          <p:spPr>
            <a:xfrm>
              <a:off x="3247225" y="2485750"/>
              <a:ext cx="98775" cy="99550"/>
            </a:xfrm>
            <a:custGeom>
              <a:avLst/>
              <a:gdLst/>
              <a:ahLst/>
              <a:cxnLst/>
              <a:rect l="l" t="t" r="r" b="b"/>
              <a:pathLst>
                <a:path w="3951" h="3982" extrusionOk="0">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9"/>
            <p:cNvSpPr/>
            <p:nvPr/>
          </p:nvSpPr>
          <p:spPr>
            <a:xfrm>
              <a:off x="3379150" y="2485750"/>
              <a:ext cx="98800" cy="99550"/>
            </a:xfrm>
            <a:custGeom>
              <a:avLst/>
              <a:gdLst/>
              <a:ahLst/>
              <a:cxnLst/>
              <a:rect l="l" t="t" r="r" b="b"/>
              <a:pathLst>
                <a:path w="3952" h="3982" extrusionOk="0">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9"/>
            <p:cNvSpPr/>
            <p:nvPr/>
          </p:nvSpPr>
          <p:spPr>
            <a:xfrm>
              <a:off x="3511100" y="2485750"/>
              <a:ext cx="98775" cy="99550"/>
            </a:xfrm>
            <a:custGeom>
              <a:avLst/>
              <a:gdLst/>
              <a:ahLst/>
              <a:cxnLst/>
              <a:rect l="l" t="t" r="r" b="b"/>
              <a:pathLst>
                <a:path w="3951" h="3982" extrusionOk="0">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9"/>
            <p:cNvSpPr/>
            <p:nvPr/>
          </p:nvSpPr>
          <p:spPr>
            <a:xfrm>
              <a:off x="3511100" y="2617675"/>
              <a:ext cx="98775" cy="99575"/>
            </a:xfrm>
            <a:custGeom>
              <a:avLst/>
              <a:gdLst/>
              <a:ahLst/>
              <a:cxnLst/>
              <a:rect l="l" t="t" r="r" b="b"/>
              <a:pathLst>
                <a:path w="3951" h="3983" extrusionOk="0">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9"/>
            <p:cNvSpPr/>
            <p:nvPr/>
          </p:nvSpPr>
          <p:spPr>
            <a:xfrm>
              <a:off x="3247225" y="2617675"/>
              <a:ext cx="98775" cy="99575"/>
            </a:xfrm>
            <a:custGeom>
              <a:avLst/>
              <a:gdLst/>
              <a:ahLst/>
              <a:cxnLst/>
              <a:rect l="l" t="t" r="r" b="b"/>
              <a:pathLst>
                <a:path w="3951" h="3983" extrusionOk="0">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9"/>
            <p:cNvSpPr/>
            <p:nvPr/>
          </p:nvSpPr>
          <p:spPr>
            <a:xfrm>
              <a:off x="3247225"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9"/>
            <p:cNvSpPr/>
            <p:nvPr/>
          </p:nvSpPr>
          <p:spPr>
            <a:xfrm>
              <a:off x="3379150" y="2749625"/>
              <a:ext cx="98800" cy="99550"/>
            </a:xfrm>
            <a:custGeom>
              <a:avLst/>
              <a:gdLst/>
              <a:ahLst/>
              <a:cxnLst/>
              <a:rect l="l" t="t" r="r" b="b"/>
              <a:pathLst>
                <a:path w="3952" h="3982" extrusionOk="0">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9"/>
            <p:cNvSpPr/>
            <p:nvPr/>
          </p:nvSpPr>
          <p:spPr>
            <a:xfrm>
              <a:off x="3511100"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9"/>
            <p:cNvSpPr/>
            <p:nvPr/>
          </p:nvSpPr>
          <p:spPr>
            <a:xfrm>
              <a:off x="3419600" y="2702800"/>
              <a:ext cx="16675" cy="13900"/>
            </a:xfrm>
            <a:custGeom>
              <a:avLst/>
              <a:gdLst/>
              <a:ahLst/>
              <a:cxnLst/>
              <a:rect l="l" t="t" r="r" b="b"/>
              <a:pathLst>
                <a:path w="667" h="556" extrusionOk="0">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9"/>
            <p:cNvSpPr/>
            <p:nvPr/>
          </p:nvSpPr>
          <p:spPr>
            <a:xfrm>
              <a:off x="3379150" y="2617675"/>
              <a:ext cx="98800" cy="99050"/>
            </a:xfrm>
            <a:custGeom>
              <a:avLst/>
              <a:gdLst/>
              <a:ahLst/>
              <a:cxnLst/>
              <a:rect l="l" t="t" r="r" b="b"/>
              <a:pathLst>
                <a:path w="3952" h="3962" extrusionOk="0">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89"/>
          <p:cNvGrpSpPr/>
          <p:nvPr/>
        </p:nvGrpSpPr>
        <p:grpSpPr>
          <a:xfrm>
            <a:off x="1716175" y="2953531"/>
            <a:ext cx="363425" cy="363425"/>
            <a:chOff x="2492650" y="2485750"/>
            <a:chExt cx="363425" cy="363425"/>
          </a:xfrm>
        </p:grpSpPr>
        <p:sp>
          <p:nvSpPr>
            <p:cNvPr id="16184" name="Google Shape;16184;p89"/>
            <p:cNvSpPr/>
            <p:nvPr/>
          </p:nvSpPr>
          <p:spPr>
            <a:xfrm>
              <a:off x="2539725" y="2575250"/>
              <a:ext cx="121150" cy="114600"/>
            </a:xfrm>
            <a:custGeom>
              <a:avLst/>
              <a:gdLst/>
              <a:ahLst/>
              <a:cxnLst/>
              <a:rect l="l" t="t" r="r" b="b"/>
              <a:pathLst>
                <a:path w="4846" h="4584" extrusionOk="0">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9"/>
            <p:cNvSpPr/>
            <p:nvPr/>
          </p:nvSpPr>
          <p:spPr>
            <a:xfrm>
              <a:off x="2687850" y="2575250"/>
              <a:ext cx="121150" cy="114600"/>
            </a:xfrm>
            <a:custGeom>
              <a:avLst/>
              <a:gdLst/>
              <a:ahLst/>
              <a:cxnLst/>
              <a:rect l="l" t="t" r="r" b="b"/>
              <a:pathLst>
                <a:path w="4846" h="4584" extrusionOk="0">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9"/>
            <p:cNvSpPr/>
            <p:nvPr/>
          </p:nvSpPr>
          <p:spPr>
            <a:xfrm>
              <a:off x="2613775" y="2681525"/>
              <a:ext cx="121175" cy="115250"/>
            </a:xfrm>
            <a:custGeom>
              <a:avLst/>
              <a:gdLst/>
              <a:ahLst/>
              <a:cxnLst/>
              <a:rect l="l" t="t" r="r" b="b"/>
              <a:pathLst>
                <a:path w="4847" h="4610" extrusionOk="0">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9"/>
            <p:cNvSpPr/>
            <p:nvPr/>
          </p:nvSpPr>
          <p:spPr>
            <a:xfrm>
              <a:off x="2667025" y="2834675"/>
              <a:ext cx="14675" cy="14500"/>
            </a:xfrm>
            <a:custGeom>
              <a:avLst/>
              <a:gdLst/>
              <a:ahLst/>
              <a:cxnLst/>
              <a:rect l="l" t="t" r="r" b="b"/>
              <a:pathLst>
                <a:path w="587" h="580" extrusionOk="0">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9"/>
            <p:cNvSpPr/>
            <p:nvPr/>
          </p:nvSpPr>
          <p:spPr>
            <a:xfrm>
              <a:off x="2492650" y="2485750"/>
              <a:ext cx="363425" cy="363425"/>
            </a:xfrm>
            <a:custGeom>
              <a:avLst/>
              <a:gdLst/>
              <a:ahLst/>
              <a:cxnLst/>
              <a:rect l="l" t="t" r="r" b="b"/>
              <a:pathLst>
                <a:path w="14537" h="14537" extrusionOk="0">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89"/>
          <p:cNvGrpSpPr/>
          <p:nvPr/>
        </p:nvGrpSpPr>
        <p:grpSpPr>
          <a:xfrm>
            <a:off x="1049200" y="2953919"/>
            <a:ext cx="371900" cy="362650"/>
            <a:chOff x="1734225" y="2485750"/>
            <a:chExt cx="371900" cy="362650"/>
          </a:xfrm>
        </p:grpSpPr>
        <p:sp>
          <p:nvSpPr>
            <p:cNvPr id="16190" name="Google Shape;16190;p89"/>
            <p:cNvSpPr/>
            <p:nvPr/>
          </p:nvSpPr>
          <p:spPr>
            <a:xfrm>
              <a:off x="1868475" y="2603450"/>
              <a:ext cx="82575" cy="71350"/>
            </a:xfrm>
            <a:custGeom>
              <a:avLst/>
              <a:gdLst/>
              <a:ahLst/>
              <a:cxnLst/>
              <a:rect l="l" t="t" r="r" b="b"/>
              <a:pathLst>
                <a:path w="3303" h="2854" extrusionOk="0">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9"/>
            <p:cNvSpPr/>
            <p:nvPr/>
          </p:nvSpPr>
          <p:spPr>
            <a:xfrm>
              <a:off x="1734225" y="2485750"/>
              <a:ext cx="371900" cy="362650"/>
            </a:xfrm>
            <a:custGeom>
              <a:avLst/>
              <a:gdLst/>
              <a:ahLst/>
              <a:cxnLst/>
              <a:rect l="l" t="t" r="r" b="b"/>
              <a:pathLst>
                <a:path w="14876" h="14506" extrusionOk="0">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89"/>
            <p:cNvSpPr/>
            <p:nvPr/>
          </p:nvSpPr>
          <p:spPr>
            <a:xfrm>
              <a:off x="1937900" y="2688675"/>
              <a:ext cx="17000" cy="14400"/>
            </a:xfrm>
            <a:custGeom>
              <a:avLst/>
              <a:gdLst/>
              <a:ahLst/>
              <a:cxnLst/>
              <a:rect l="l" t="t" r="r" b="b"/>
              <a:pathLst>
                <a:path w="680" h="576" extrusionOk="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89"/>
          <p:cNvGrpSpPr/>
          <p:nvPr/>
        </p:nvGrpSpPr>
        <p:grpSpPr>
          <a:xfrm>
            <a:off x="1053450" y="3559596"/>
            <a:ext cx="363400" cy="364000"/>
            <a:chOff x="975800" y="2485750"/>
            <a:chExt cx="363400" cy="364000"/>
          </a:xfrm>
        </p:grpSpPr>
        <p:sp>
          <p:nvSpPr>
            <p:cNvPr id="16194" name="Google Shape;16194;p89"/>
            <p:cNvSpPr/>
            <p:nvPr/>
          </p:nvSpPr>
          <p:spPr>
            <a:xfrm>
              <a:off x="975800" y="2485750"/>
              <a:ext cx="363400" cy="363425"/>
            </a:xfrm>
            <a:custGeom>
              <a:avLst/>
              <a:gdLst/>
              <a:ahLst/>
              <a:cxnLst/>
              <a:rect l="l" t="t" r="r" b="b"/>
              <a:pathLst>
                <a:path w="14536" h="14537" extrusionOk="0">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9"/>
            <p:cNvSpPr/>
            <p:nvPr/>
          </p:nvSpPr>
          <p:spPr>
            <a:xfrm>
              <a:off x="1061875" y="2664650"/>
              <a:ext cx="126475" cy="14100"/>
            </a:xfrm>
            <a:custGeom>
              <a:avLst/>
              <a:gdLst/>
              <a:ahLst/>
              <a:cxnLst/>
              <a:rect l="l" t="t" r="r" b="b"/>
              <a:pathLst>
                <a:path w="5059" h="564" extrusionOk="0">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9"/>
            <p:cNvSpPr/>
            <p:nvPr/>
          </p:nvSpPr>
          <p:spPr>
            <a:xfrm>
              <a:off x="1061875" y="2707075"/>
              <a:ext cx="191250" cy="14125"/>
            </a:xfrm>
            <a:custGeom>
              <a:avLst/>
              <a:gdLst/>
              <a:ahLst/>
              <a:cxnLst/>
              <a:rect l="l" t="t" r="r" b="b"/>
              <a:pathLst>
                <a:path w="7650" h="565" extrusionOk="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9"/>
            <p:cNvSpPr/>
            <p:nvPr/>
          </p:nvSpPr>
          <p:spPr>
            <a:xfrm>
              <a:off x="1061675" y="2749600"/>
              <a:ext cx="191650" cy="14725"/>
            </a:xfrm>
            <a:custGeom>
              <a:avLst/>
              <a:gdLst/>
              <a:ahLst/>
              <a:cxnLst/>
              <a:rect l="l" t="t" r="r" b="b"/>
              <a:pathLst>
                <a:path w="7666" h="589" extrusionOk="0">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9"/>
            <p:cNvSpPr/>
            <p:nvPr/>
          </p:nvSpPr>
          <p:spPr>
            <a:xfrm>
              <a:off x="1061675" y="2792025"/>
              <a:ext cx="191650" cy="14750"/>
            </a:xfrm>
            <a:custGeom>
              <a:avLst/>
              <a:gdLst/>
              <a:ahLst/>
              <a:cxnLst/>
              <a:rect l="l" t="t" r="r" b="b"/>
              <a:pathLst>
                <a:path w="7666" h="590" extrusionOk="0">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9"/>
            <p:cNvSpPr/>
            <p:nvPr/>
          </p:nvSpPr>
          <p:spPr>
            <a:xfrm>
              <a:off x="1149775" y="2835850"/>
              <a:ext cx="15450" cy="13900"/>
            </a:xfrm>
            <a:custGeom>
              <a:avLst/>
              <a:gdLst/>
              <a:ahLst/>
              <a:cxnLst/>
              <a:rect l="l" t="t" r="r" b="b"/>
              <a:pathLst>
                <a:path w="618" h="556" extrusionOk="0">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9"/>
          <p:cNvGrpSpPr/>
          <p:nvPr/>
        </p:nvGrpSpPr>
        <p:grpSpPr>
          <a:xfrm>
            <a:off x="1715413" y="3559796"/>
            <a:ext cx="364950" cy="363600"/>
            <a:chOff x="7722975" y="4171400"/>
            <a:chExt cx="364950" cy="363600"/>
          </a:xfrm>
        </p:grpSpPr>
        <p:sp>
          <p:nvSpPr>
            <p:cNvPr id="16201" name="Google Shape;16201;p89"/>
            <p:cNvSpPr/>
            <p:nvPr/>
          </p:nvSpPr>
          <p:spPr>
            <a:xfrm>
              <a:off x="7746100" y="4372400"/>
              <a:ext cx="90300" cy="77725"/>
            </a:xfrm>
            <a:custGeom>
              <a:avLst/>
              <a:gdLst/>
              <a:ahLst/>
              <a:cxnLst/>
              <a:rect l="l" t="t" r="r" b="b"/>
              <a:pathLst>
                <a:path w="3612" h="3109" extrusionOk="0">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9"/>
            <p:cNvSpPr/>
            <p:nvPr/>
          </p:nvSpPr>
          <p:spPr>
            <a:xfrm>
              <a:off x="7722975" y="4453975"/>
              <a:ext cx="123450" cy="81025"/>
            </a:xfrm>
            <a:custGeom>
              <a:avLst/>
              <a:gdLst/>
              <a:ahLst/>
              <a:cxnLst/>
              <a:rect l="l" t="t" r="r" b="b"/>
              <a:pathLst>
                <a:path w="4938" h="3241" extrusionOk="0">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9"/>
            <p:cNvSpPr/>
            <p:nvPr/>
          </p:nvSpPr>
          <p:spPr>
            <a:xfrm>
              <a:off x="7976025" y="4371400"/>
              <a:ext cx="90300" cy="77550"/>
            </a:xfrm>
            <a:custGeom>
              <a:avLst/>
              <a:gdLst/>
              <a:ahLst/>
              <a:cxnLst/>
              <a:rect l="l" t="t" r="r" b="b"/>
              <a:pathLst>
                <a:path w="3612" h="3102" extrusionOk="0">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9"/>
            <p:cNvSpPr/>
            <p:nvPr/>
          </p:nvSpPr>
          <p:spPr>
            <a:xfrm>
              <a:off x="7967550" y="4457050"/>
              <a:ext cx="120375" cy="77950"/>
            </a:xfrm>
            <a:custGeom>
              <a:avLst/>
              <a:gdLst/>
              <a:ahLst/>
              <a:cxnLst/>
              <a:rect l="l" t="t" r="r" b="b"/>
              <a:pathLst>
                <a:path w="4815" h="3118" extrusionOk="0">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9"/>
            <p:cNvSpPr/>
            <p:nvPr/>
          </p:nvSpPr>
          <p:spPr>
            <a:xfrm>
              <a:off x="7792400" y="4214000"/>
              <a:ext cx="229950" cy="14700"/>
            </a:xfrm>
            <a:custGeom>
              <a:avLst/>
              <a:gdLst/>
              <a:ahLst/>
              <a:cxnLst/>
              <a:rect l="l" t="t" r="r" b="b"/>
              <a:pathLst>
                <a:path w="9198" h="588" extrusionOk="0">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89"/>
            <p:cNvSpPr/>
            <p:nvPr/>
          </p:nvSpPr>
          <p:spPr>
            <a:xfrm>
              <a:off x="7789550" y="4256425"/>
              <a:ext cx="233325" cy="14725"/>
            </a:xfrm>
            <a:custGeom>
              <a:avLst/>
              <a:gdLst/>
              <a:ahLst/>
              <a:cxnLst/>
              <a:rect l="l" t="t" r="r" b="b"/>
              <a:pathLst>
                <a:path w="9333" h="589" extrusionOk="0">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9"/>
            <p:cNvSpPr/>
            <p:nvPr/>
          </p:nvSpPr>
          <p:spPr>
            <a:xfrm>
              <a:off x="7897975" y="4171400"/>
              <a:ext cx="16150" cy="14275"/>
            </a:xfrm>
            <a:custGeom>
              <a:avLst/>
              <a:gdLst/>
              <a:ahLst/>
              <a:cxnLst/>
              <a:rect l="l" t="t" r="r" b="b"/>
              <a:pathLst>
                <a:path w="646" h="571" extrusionOk="0">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9"/>
            <p:cNvSpPr/>
            <p:nvPr/>
          </p:nvSpPr>
          <p:spPr>
            <a:xfrm>
              <a:off x="7749975" y="4172250"/>
              <a:ext cx="311725" cy="184400"/>
            </a:xfrm>
            <a:custGeom>
              <a:avLst/>
              <a:gdLst/>
              <a:ahLst/>
              <a:cxnLst/>
              <a:rect l="l" t="t" r="r" b="b"/>
              <a:pathLst>
                <a:path w="12469" h="7376" extrusionOk="0">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9"/>
          <p:cNvGrpSpPr/>
          <p:nvPr/>
        </p:nvGrpSpPr>
        <p:grpSpPr>
          <a:xfrm>
            <a:off x="2458350" y="3559883"/>
            <a:ext cx="363425" cy="363425"/>
            <a:chOff x="6979200" y="4171575"/>
            <a:chExt cx="363425" cy="363425"/>
          </a:xfrm>
        </p:grpSpPr>
        <p:sp>
          <p:nvSpPr>
            <p:cNvPr id="16210" name="Google Shape;16210;p89"/>
            <p:cNvSpPr/>
            <p:nvPr/>
          </p:nvSpPr>
          <p:spPr>
            <a:xfrm>
              <a:off x="7144300" y="4235625"/>
              <a:ext cx="66375" cy="56800"/>
            </a:xfrm>
            <a:custGeom>
              <a:avLst/>
              <a:gdLst/>
              <a:ahLst/>
              <a:cxnLst/>
              <a:rect l="l" t="t" r="r" b="b"/>
              <a:pathLst>
                <a:path w="2655" h="2272" extrusionOk="0">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9"/>
            <p:cNvSpPr/>
            <p:nvPr/>
          </p:nvSpPr>
          <p:spPr>
            <a:xfrm>
              <a:off x="7172850" y="4520900"/>
              <a:ext cx="19325" cy="14100"/>
            </a:xfrm>
            <a:custGeom>
              <a:avLst/>
              <a:gdLst/>
              <a:ahLst/>
              <a:cxnLst/>
              <a:rect l="l" t="t" r="r" b="b"/>
              <a:pathLst>
                <a:path w="773" h="564" extrusionOk="0">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9"/>
            <p:cNvSpPr/>
            <p:nvPr/>
          </p:nvSpPr>
          <p:spPr>
            <a:xfrm>
              <a:off x="6979200" y="4171575"/>
              <a:ext cx="363425" cy="361875"/>
            </a:xfrm>
            <a:custGeom>
              <a:avLst/>
              <a:gdLst/>
              <a:ahLst/>
              <a:cxnLst/>
              <a:rect l="l" t="t" r="r" b="b"/>
              <a:pathLst>
                <a:path w="14537" h="14475" extrusionOk="0">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89"/>
          <p:cNvGrpSpPr/>
          <p:nvPr/>
        </p:nvGrpSpPr>
        <p:grpSpPr>
          <a:xfrm>
            <a:off x="3317388" y="3559496"/>
            <a:ext cx="206025" cy="364200"/>
            <a:chOff x="7057900" y="3602175"/>
            <a:chExt cx="206025" cy="364200"/>
          </a:xfrm>
        </p:grpSpPr>
        <p:sp>
          <p:nvSpPr>
            <p:cNvPr id="16214" name="Google Shape;16214;p89"/>
            <p:cNvSpPr/>
            <p:nvPr/>
          </p:nvSpPr>
          <p:spPr>
            <a:xfrm>
              <a:off x="7151250" y="3909250"/>
              <a:ext cx="17000" cy="14075"/>
            </a:xfrm>
            <a:custGeom>
              <a:avLst/>
              <a:gdLst/>
              <a:ahLst/>
              <a:cxnLst/>
              <a:rect l="l" t="t" r="r" b="b"/>
              <a:pathLst>
                <a:path w="680" h="563" extrusionOk="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9"/>
            <p:cNvSpPr/>
            <p:nvPr/>
          </p:nvSpPr>
          <p:spPr>
            <a:xfrm>
              <a:off x="7130425" y="3645375"/>
              <a:ext cx="61750" cy="13925"/>
            </a:xfrm>
            <a:custGeom>
              <a:avLst/>
              <a:gdLst/>
              <a:ahLst/>
              <a:cxnLst/>
              <a:rect l="l" t="t" r="r" b="b"/>
              <a:pathLst>
                <a:path w="2470" h="557" extrusionOk="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9"/>
            <p:cNvSpPr/>
            <p:nvPr/>
          </p:nvSpPr>
          <p:spPr>
            <a:xfrm>
              <a:off x="7096475" y="3727175"/>
              <a:ext cx="130400" cy="114200"/>
            </a:xfrm>
            <a:custGeom>
              <a:avLst/>
              <a:gdLst/>
              <a:ahLst/>
              <a:cxnLst/>
              <a:rect l="l" t="t" r="r" b="b"/>
              <a:pathLst>
                <a:path w="5216" h="4568" extrusionOk="0">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9"/>
            <p:cNvSpPr/>
            <p:nvPr/>
          </p:nvSpPr>
          <p:spPr>
            <a:xfrm>
              <a:off x="7153550" y="3951675"/>
              <a:ext cx="14700" cy="13925"/>
            </a:xfrm>
            <a:custGeom>
              <a:avLst/>
              <a:gdLst/>
              <a:ahLst/>
              <a:cxnLst/>
              <a:rect l="l" t="t" r="r" b="b"/>
              <a:pathLst>
                <a:path w="588" h="557" extrusionOk="0">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9"/>
            <p:cNvSpPr/>
            <p:nvPr/>
          </p:nvSpPr>
          <p:spPr>
            <a:xfrm>
              <a:off x="7057900" y="3602175"/>
              <a:ext cx="206025" cy="364200"/>
            </a:xfrm>
            <a:custGeom>
              <a:avLst/>
              <a:gdLst/>
              <a:ahLst/>
              <a:cxnLst/>
              <a:rect l="l" t="t" r="r" b="b"/>
              <a:pathLst>
                <a:path w="8241" h="14568" extrusionOk="0">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9" name="Google Shape;16219;p89"/>
          <p:cNvGrpSpPr/>
          <p:nvPr/>
        </p:nvGrpSpPr>
        <p:grpSpPr>
          <a:xfrm>
            <a:off x="3991388" y="3559883"/>
            <a:ext cx="363425" cy="363425"/>
            <a:chOff x="6242375" y="4171575"/>
            <a:chExt cx="363425" cy="363425"/>
          </a:xfrm>
        </p:grpSpPr>
        <p:sp>
          <p:nvSpPr>
            <p:cNvPr id="16220" name="Google Shape;16220;p89"/>
            <p:cNvSpPr/>
            <p:nvPr/>
          </p:nvSpPr>
          <p:spPr>
            <a:xfrm>
              <a:off x="6479225" y="4367550"/>
              <a:ext cx="86450" cy="13900"/>
            </a:xfrm>
            <a:custGeom>
              <a:avLst/>
              <a:gdLst/>
              <a:ahLst/>
              <a:cxnLst/>
              <a:rect l="l" t="t" r="r" b="b"/>
              <a:pathLst>
                <a:path w="3458" h="556" extrusionOk="0">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9"/>
            <p:cNvSpPr/>
            <p:nvPr/>
          </p:nvSpPr>
          <p:spPr>
            <a:xfrm>
              <a:off x="6499700" y="4409875"/>
              <a:ext cx="67050" cy="14125"/>
            </a:xfrm>
            <a:custGeom>
              <a:avLst/>
              <a:gdLst/>
              <a:ahLst/>
              <a:cxnLst/>
              <a:rect l="l" t="t" r="r" b="b"/>
              <a:pathLst>
                <a:path w="2682" h="565" extrusionOk="0">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9"/>
            <p:cNvSpPr/>
            <p:nvPr/>
          </p:nvSpPr>
          <p:spPr>
            <a:xfrm>
              <a:off x="6477925" y="4452400"/>
              <a:ext cx="89050" cy="14725"/>
            </a:xfrm>
            <a:custGeom>
              <a:avLst/>
              <a:gdLst/>
              <a:ahLst/>
              <a:cxnLst/>
              <a:rect l="l" t="t" r="r" b="b"/>
              <a:pathLst>
                <a:path w="3562" h="589" extrusionOk="0">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9"/>
            <p:cNvSpPr/>
            <p:nvPr/>
          </p:nvSpPr>
          <p:spPr>
            <a:xfrm>
              <a:off x="6459950" y="4520325"/>
              <a:ext cx="14675" cy="14675"/>
            </a:xfrm>
            <a:custGeom>
              <a:avLst/>
              <a:gdLst/>
              <a:ahLst/>
              <a:cxnLst/>
              <a:rect l="l" t="t" r="r" b="b"/>
              <a:pathLst>
                <a:path w="587" h="587" extrusionOk="0">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9"/>
            <p:cNvSpPr/>
            <p:nvPr/>
          </p:nvSpPr>
          <p:spPr>
            <a:xfrm>
              <a:off x="6242375" y="4171575"/>
              <a:ext cx="363425" cy="363425"/>
            </a:xfrm>
            <a:custGeom>
              <a:avLst/>
              <a:gdLst/>
              <a:ahLst/>
              <a:cxnLst/>
              <a:rect l="l" t="t" r="r" b="b"/>
              <a:pathLst>
                <a:path w="14537" h="14537" extrusionOk="0">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9"/>
          <p:cNvGrpSpPr/>
          <p:nvPr/>
        </p:nvGrpSpPr>
        <p:grpSpPr>
          <a:xfrm>
            <a:off x="4752263" y="3559883"/>
            <a:ext cx="363425" cy="363425"/>
            <a:chOff x="5497050" y="4171575"/>
            <a:chExt cx="363425" cy="363425"/>
          </a:xfrm>
        </p:grpSpPr>
        <p:sp>
          <p:nvSpPr>
            <p:cNvPr id="16226" name="Google Shape;16226;p89"/>
            <p:cNvSpPr/>
            <p:nvPr/>
          </p:nvSpPr>
          <p:spPr>
            <a:xfrm>
              <a:off x="5769400" y="4214000"/>
              <a:ext cx="40150" cy="14700"/>
            </a:xfrm>
            <a:custGeom>
              <a:avLst/>
              <a:gdLst/>
              <a:ahLst/>
              <a:cxnLst/>
              <a:rect l="l" t="t" r="r" b="b"/>
              <a:pathLst>
                <a:path w="1606" h="588" extrusionOk="0">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9"/>
            <p:cNvSpPr/>
            <p:nvPr/>
          </p:nvSpPr>
          <p:spPr>
            <a:xfrm>
              <a:off x="5497050" y="4171575"/>
              <a:ext cx="363425" cy="363425"/>
            </a:xfrm>
            <a:custGeom>
              <a:avLst/>
              <a:gdLst/>
              <a:ahLst/>
              <a:cxnLst/>
              <a:rect l="l" t="t" r="r" b="b"/>
              <a:pathLst>
                <a:path w="14537" h="14537" extrusionOk="0">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9"/>
            <p:cNvSpPr/>
            <p:nvPr/>
          </p:nvSpPr>
          <p:spPr>
            <a:xfrm>
              <a:off x="5647500" y="4431600"/>
              <a:ext cx="17000" cy="13825"/>
            </a:xfrm>
            <a:custGeom>
              <a:avLst/>
              <a:gdLst/>
              <a:ahLst/>
              <a:cxnLst/>
              <a:rect l="l" t="t" r="r" b="b"/>
              <a:pathLst>
                <a:path w="680" h="553" extrusionOk="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9" name="Google Shape;16229;p89"/>
          <p:cNvGrpSpPr/>
          <p:nvPr/>
        </p:nvGrpSpPr>
        <p:grpSpPr>
          <a:xfrm>
            <a:off x="5465838" y="3585333"/>
            <a:ext cx="363425" cy="312525"/>
            <a:chOff x="4747100" y="4197050"/>
            <a:chExt cx="363425" cy="312525"/>
          </a:xfrm>
        </p:grpSpPr>
        <p:sp>
          <p:nvSpPr>
            <p:cNvPr id="16230" name="Google Shape;16230;p89"/>
            <p:cNvSpPr/>
            <p:nvPr/>
          </p:nvSpPr>
          <p:spPr>
            <a:xfrm>
              <a:off x="5006350" y="4323950"/>
              <a:ext cx="15075" cy="78525"/>
            </a:xfrm>
            <a:custGeom>
              <a:avLst/>
              <a:gdLst/>
              <a:ahLst/>
              <a:cxnLst/>
              <a:rect l="l" t="t" r="r" b="b"/>
              <a:pathLst>
                <a:path w="603" h="3141" extrusionOk="0">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9"/>
            <p:cNvSpPr/>
            <p:nvPr/>
          </p:nvSpPr>
          <p:spPr>
            <a:xfrm>
              <a:off x="5049550" y="4303700"/>
              <a:ext cx="13925" cy="120200"/>
            </a:xfrm>
            <a:custGeom>
              <a:avLst/>
              <a:gdLst/>
              <a:ahLst/>
              <a:cxnLst/>
              <a:rect l="l" t="t" r="r" b="b"/>
              <a:pathLst>
                <a:path w="557" h="4808" extrusionOk="0">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9"/>
            <p:cNvSpPr/>
            <p:nvPr/>
          </p:nvSpPr>
          <p:spPr>
            <a:xfrm>
              <a:off x="4781050" y="4282350"/>
              <a:ext cx="197550" cy="184750"/>
            </a:xfrm>
            <a:custGeom>
              <a:avLst/>
              <a:gdLst/>
              <a:ahLst/>
              <a:cxnLst/>
              <a:rect l="l" t="t" r="r" b="b"/>
              <a:pathLst>
                <a:path w="7902" h="7390" extrusionOk="0">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9"/>
            <p:cNvSpPr/>
            <p:nvPr/>
          </p:nvSpPr>
          <p:spPr>
            <a:xfrm>
              <a:off x="4919150" y="4494850"/>
              <a:ext cx="17000" cy="14600"/>
            </a:xfrm>
            <a:custGeom>
              <a:avLst/>
              <a:gdLst/>
              <a:ahLst/>
              <a:cxnLst/>
              <a:rect l="l" t="t" r="r" b="b"/>
              <a:pathLst>
                <a:path w="680" h="584" extrusionOk="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9"/>
            <p:cNvSpPr/>
            <p:nvPr/>
          </p:nvSpPr>
          <p:spPr>
            <a:xfrm>
              <a:off x="4747100" y="4197050"/>
              <a:ext cx="363425" cy="312525"/>
            </a:xfrm>
            <a:custGeom>
              <a:avLst/>
              <a:gdLst/>
              <a:ahLst/>
              <a:cxnLst/>
              <a:rect l="l" t="t" r="r" b="b"/>
              <a:pathLst>
                <a:path w="14537" h="12501" extrusionOk="0">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89"/>
          <p:cNvGrpSpPr/>
          <p:nvPr/>
        </p:nvGrpSpPr>
        <p:grpSpPr>
          <a:xfrm>
            <a:off x="6200831" y="3559846"/>
            <a:ext cx="422625" cy="363500"/>
            <a:chOff x="3971700" y="4171500"/>
            <a:chExt cx="422625" cy="363500"/>
          </a:xfrm>
        </p:grpSpPr>
        <p:sp>
          <p:nvSpPr>
            <p:cNvPr id="16236" name="Google Shape;16236;p89"/>
            <p:cNvSpPr/>
            <p:nvPr/>
          </p:nvSpPr>
          <p:spPr>
            <a:xfrm>
              <a:off x="3971700" y="4176500"/>
              <a:ext cx="422625" cy="358500"/>
            </a:xfrm>
            <a:custGeom>
              <a:avLst/>
              <a:gdLst/>
              <a:ahLst/>
              <a:cxnLst/>
              <a:rect l="l" t="t" r="r" b="b"/>
              <a:pathLst>
                <a:path w="16905" h="14340" extrusionOk="0">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9"/>
            <p:cNvSpPr/>
            <p:nvPr/>
          </p:nvSpPr>
          <p:spPr>
            <a:xfrm>
              <a:off x="4174625" y="4414625"/>
              <a:ext cx="144300" cy="13900"/>
            </a:xfrm>
            <a:custGeom>
              <a:avLst/>
              <a:gdLst/>
              <a:ahLst/>
              <a:cxnLst/>
              <a:rect l="l" t="t" r="r" b="b"/>
              <a:pathLst>
                <a:path w="5772" h="556" extrusionOk="0">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9"/>
            <p:cNvSpPr/>
            <p:nvPr/>
          </p:nvSpPr>
          <p:spPr>
            <a:xfrm>
              <a:off x="4194675" y="4457050"/>
              <a:ext cx="104200" cy="13900"/>
            </a:xfrm>
            <a:custGeom>
              <a:avLst/>
              <a:gdLst/>
              <a:ahLst/>
              <a:cxnLst/>
              <a:rect l="l" t="t" r="r" b="b"/>
              <a:pathLst>
                <a:path w="4168" h="556" extrusionOk="0">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9"/>
            <p:cNvSpPr/>
            <p:nvPr/>
          </p:nvSpPr>
          <p:spPr>
            <a:xfrm>
              <a:off x="4195450" y="4371400"/>
              <a:ext cx="102650" cy="14700"/>
            </a:xfrm>
            <a:custGeom>
              <a:avLst/>
              <a:gdLst/>
              <a:ahLst/>
              <a:cxnLst/>
              <a:rect l="l" t="t" r="r" b="b"/>
              <a:pathLst>
                <a:path w="4106" h="588" extrusionOk="0">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9"/>
            <p:cNvSpPr/>
            <p:nvPr/>
          </p:nvSpPr>
          <p:spPr>
            <a:xfrm>
              <a:off x="4099925" y="4171500"/>
              <a:ext cx="18400" cy="13400"/>
            </a:xfrm>
            <a:custGeom>
              <a:avLst/>
              <a:gdLst/>
              <a:ahLst/>
              <a:cxnLst/>
              <a:rect l="l" t="t" r="r" b="b"/>
              <a:pathLst>
                <a:path w="736" h="536" extrusionOk="0">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1" name="Google Shape;16241;p89"/>
          <p:cNvGrpSpPr/>
          <p:nvPr/>
        </p:nvGrpSpPr>
        <p:grpSpPr>
          <a:xfrm>
            <a:off x="6958263" y="3585346"/>
            <a:ext cx="362650" cy="312500"/>
            <a:chOff x="3247225" y="4197050"/>
            <a:chExt cx="362650" cy="312500"/>
          </a:xfrm>
        </p:grpSpPr>
        <p:sp>
          <p:nvSpPr>
            <p:cNvPr id="16242" name="Google Shape;16242;p89"/>
            <p:cNvSpPr/>
            <p:nvPr/>
          </p:nvSpPr>
          <p:spPr>
            <a:xfrm>
              <a:off x="3357550" y="4282575"/>
              <a:ext cx="57125" cy="56450"/>
            </a:xfrm>
            <a:custGeom>
              <a:avLst/>
              <a:gdLst/>
              <a:ahLst/>
              <a:cxnLst/>
              <a:rect l="l" t="t" r="r" b="b"/>
              <a:pathLst>
                <a:path w="2285" h="2258" extrusionOk="0">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9"/>
            <p:cNvSpPr/>
            <p:nvPr/>
          </p:nvSpPr>
          <p:spPr>
            <a:xfrm>
              <a:off x="3441650" y="4282675"/>
              <a:ext cx="59425" cy="13925"/>
            </a:xfrm>
            <a:custGeom>
              <a:avLst/>
              <a:gdLst/>
              <a:ahLst/>
              <a:cxnLst/>
              <a:rect l="l" t="t" r="r" b="b"/>
              <a:pathLst>
                <a:path w="2377" h="557" extrusionOk="0">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9"/>
            <p:cNvSpPr/>
            <p:nvPr/>
          </p:nvSpPr>
          <p:spPr>
            <a:xfrm>
              <a:off x="3441650" y="4325125"/>
              <a:ext cx="59425" cy="13900"/>
            </a:xfrm>
            <a:custGeom>
              <a:avLst/>
              <a:gdLst/>
              <a:ahLst/>
              <a:cxnLst/>
              <a:rect l="l" t="t" r="r" b="b"/>
              <a:pathLst>
                <a:path w="2377" h="556" extrusionOk="0">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89"/>
            <p:cNvSpPr/>
            <p:nvPr/>
          </p:nvSpPr>
          <p:spPr>
            <a:xfrm>
              <a:off x="3355225" y="4367550"/>
              <a:ext cx="146625" cy="13900"/>
            </a:xfrm>
            <a:custGeom>
              <a:avLst/>
              <a:gdLst/>
              <a:ahLst/>
              <a:cxnLst/>
              <a:rect l="l" t="t" r="r" b="b"/>
              <a:pathLst>
                <a:path w="5865" h="556" extrusionOk="0">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9"/>
            <p:cNvSpPr/>
            <p:nvPr/>
          </p:nvSpPr>
          <p:spPr>
            <a:xfrm>
              <a:off x="3419275" y="4495425"/>
              <a:ext cx="19325" cy="14125"/>
            </a:xfrm>
            <a:custGeom>
              <a:avLst/>
              <a:gdLst/>
              <a:ahLst/>
              <a:cxnLst/>
              <a:rect l="l" t="t" r="r" b="b"/>
              <a:pathLst>
                <a:path w="773" h="565" extrusionOk="0">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9"/>
            <p:cNvSpPr/>
            <p:nvPr/>
          </p:nvSpPr>
          <p:spPr>
            <a:xfrm>
              <a:off x="3247225" y="4197050"/>
              <a:ext cx="362650" cy="311825"/>
            </a:xfrm>
            <a:custGeom>
              <a:avLst/>
              <a:gdLst/>
              <a:ahLst/>
              <a:cxnLst/>
              <a:rect l="l" t="t" r="r" b="b"/>
              <a:pathLst>
                <a:path w="14506" h="12473" extrusionOk="0">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9"/>
          <p:cNvGrpSpPr/>
          <p:nvPr/>
        </p:nvGrpSpPr>
        <p:grpSpPr>
          <a:xfrm>
            <a:off x="7728269" y="3559883"/>
            <a:ext cx="366525" cy="363425"/>
            <a:chOff x="2491100" y="4171575"/>
            <a:chExt cx="366525" cy="363425"/>
          </a:xfrm>
        </p:grpSpPr>
        <p:sp>
          <p:nvSpPr>
            <p:cNvPr id="16249" name="Google Shape;16249;p89"/>
            <p:cNvSpPr/>
            <p:nvPr/>
          </p:nvSpPr>
          <p:spPr>
            <a:xfrm>
              <a:off x="2636150" y="4303500"/>
              <a:ext cx="66375" cy="57025"/>
            </a:xfrm>
            <a:custGeom>
              <a:avLst/>
              <a:gdLst/>
              <a:ahLst/>
              <a:cxnLst/>
              <a:rect l="l" t="t" r="r" b="b"/>
              <a:pathLst>
                <a:path w="2655" h="2281" extrusionOk="0">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9"/>
            <p:cNvSpPr/>
            <p:nvPr/>
          </p:nvSpPr>
          <p:spPr>
            <a:xfrm>
              <a:off x="2491100" y="4171575"/>
              <a:ext cx="366525" cy="363425"/>
            </a:xfrm>
            <a:custGeom>
              <a:avLst/>
              <a:gdLst/>
              <a:ahLst/>
              <a:cxnLst/>
              <a:rect l="l" t="t" r="r" b="b"/>
              <a:pathLst>
                <a:path w="14661" h="14537" extrusionOk="0">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9"/>
            <p:cNvSpPr/>
            <p:nvPr/>
          </p:nvSpPr>
          <p:spPr>
            <a:xfrm>
              <a:off x="2518100" y="4431600"/>
              <a:ext cx="81575" cy="77975"/>
            </a:xfrm>
            <a:custGeom>
              <a:avLst/>
              <a:gdLst/>
              <a:ahLst/>
              <a:cxnLst/>
              <a:rect l="l" t="t" r="r" b="b"/>
              <a:pathLst>
                <a:path w="3263" h="3119" extrusionOk="0">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9"/>
            <p:cNvSpPr/>
            <p:nvPr/>
          </p:nvSpPr>
          <p:spPr>
            <a:xfrm>
              <a:off x="2752650" y="4431000"/>
              <a:ext cx="77950" cy="78550"/>
            </a:xfrm>
            <a:custGeom>
              <a:avLst/>
              <a:gdLst/>
              <a:ahLst/>
              <a:cxnLst/>
              <a:rect l="l" t="t" r="r" b="b"/>
              <a:pathLst>
                <a:path w="3118" h="3142" extrusionOk="0">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9"/>
            <p:cNvSpPr/>
            <p:nvPr/>
          </p:nvSpPr>
          <p:spPr>
            <a:xfrm>
              <a:off x="2518100" y="4197700"/>
              <a:ext cx="81575" cy="78050"/>
            </a:xfrm>
            <a:custGeom>
              <a:avLst/>
              <a:gdLst/>
              <a:ahLst/>
              <a:cxnLst/>
              <a:rect l="l" t="t" r="r" b="b"/>
              <a:pathLst>
                <a:path w="3263" h="3122" extrusionOk="0">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9"/>
            <p:cNvSpPr/>
            <p:nvPr/>
          </p:nvSpPr>
          <p:spPr>
            <a:xfrm>
              <a:off x="2749050" y="4197000"/>
              <a:ext cx="81550" cy="78750"/>
            </a:xfrm>
            <a:custGeom>
              <a:avLst/>
              <a:gdLst/>
              <a:ahLst/>
              <a:cxnLst/>
              <a:rect l="l" t="t" r="r" b="b"/>
              <a:pathLst>
                <a:path w="3262" h="3150" extrusionOk="0">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9"/>
            <p:cNvSpPr/>
            <p:nvPr/>
          </p:nvSpPr>
          <p:spPr>
            <a:xfrm>
              <a:off x="2763075" y="4429500"/>
              <a:ext cx="16625" cy="13875"/>
            </a:xfrm>
            <a:custGeom>
              <a:avLst/>
              <a:gdLst/>
              <a:ahLst/>
              <a:cxnLst/>
              <a:rect l="l" t="t" r="r" b="b"/>
              <a:pathLst>
                <a:path w="665" h="555" extrusionOk="0">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89"/>
          <p:cNvGrpSpPr/>
          <p:nvPr/>
        </p:nvGrpSpPr>
        <p:grpSpPr>
          <a:xfrm>
            <a:off x="7729819" y="4079369"/>
            <a:ext cx="363425" cy="363225"/>
            <a:chOff x="1734225" y="4171575"/>
            <a:chExt cx="363425" cy="363225"/>
          </a:xfrm>
        </p:grpSpPr>
        <p:sp>
          <p:nvSpPr>
            <p:cNvPr id="16257" name="Google Shape;16257;p89"/>
            <p:cNvSpPr/>
            <p:nvPr/>
          </p:nvSpPr>
          <p:spPr>
            <a:xfrm>
              <a:off x="1753500" y="4341325"/>
              <a:ext cx="37725" cy="23000"/>
            </a:xfrm>
            <a:custGeom>
              <a:avLst/>
              <a:gdLst/>
              <a:ahLst/>
              <a:cxnLst/>
              <a:rect l="l" t="t" r="r" b="b"/>
              <a:pathLst>
                <a:path w="1509" h="920" extrusionOk="0">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89"/>
            <p:cNvSpPr/>
            <p:nvPr/>
          </p:nvSpPr>
          <p:spPr>
            <a:xfrm>
              <a:off x="2040725" y="4206325"/>
              <a:ext cx="38925" cy="22875"/>
            </a:xfrm>
            <a:custGeom>
              <a:avLst/>
              <a:gdLst/>
              <a:ahLst/>
              <a:cxnLst/>
              <a:rect l="l" t="t" r="r" b="b"/>
              <a:pathLst>
                <a:path w="1557" h="915" extrusionOk="0">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9"/>
            <p:cNvSpPr/>
            <p:nvPr/>
          </p:nvSpPr>
          <p:spPr>
            <a:xfrm>
              <a:off x="1750425" y="4205875"/>
              <a:ext cx="40025" cy="23325"/>
            </a:xfrm>
            <a:custGeom>
              <a:avLst/>
              <a:gdLst/>
              <a:ahLst/>
              <a:cxnLst/>
              <a:rect l="l" t="t" r="r" b="b"/>
              <a:pathLst>
                <a:path w="1601" h="933" extrusionOk="0">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9"/>
            <p:cNvSpPr/>
            <p:nvPr/>
          </p:nvSpPr>
          <p:spPr>
            <a:xfrm>
              <a:off x="2041400" y="4340800"/>
              <a:ext cx="36950" cy="23500"/>
            </a:xfrm>
            <a:custGeom>
              <a:avLst/>
              <a:gdLst/>
              <a:ahLst/>
              <a:cxnLst/>
              <a:rect l="l" t="t" r="r" b="b"/>
              <a:pathLst>
                <a:path w="1478" h="940" extrusionOk="0">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9"/>
            <p:cNvSpPr/>
            <p:nvPr/>
          </p:nvSpPr>
          <p:spPr>
            <a:xfrm>
              <a:off x="1734225" y="4278050"/>
              <a:ext cx="39375" cy="13925"/>
            </a:xfrm>
            <a:custGeom>
              <a:avLst/>
              <a:gdLst/>
              <a:ahLst/>
              <a:cxnLst/>
              <a:rect l="l" t="t" r="r" b="b"/>
              <a:pathLst>
                <a:path w="1575" h="557" extrusionOk="0">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9"/>
            <p:cNvSpPr/>
            <p:nvPr/>
          </p:nvSpPr>
          <p:spPr>
            <a:xfrm>
              <a:off x="2057500" y="4278050"/>
              <a:ext cx="40150" cy="13925"/>
            </a:xfrm>
            <a:custGeom>
              <a:avLst/>
              <a:gdLst/>
              <a:ahLst/>
              <a:cxnLst/>
              <a:rect l="l" t="t" r="r" b="b"/>
              <a:pathLst>
                <a:path w="1606" h="557" extrusionOk="0">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9"/>
            <p:cNvSpPr/>
            <p:nvPr/>
          </p:nvSpPr>
          <p:spPr>
            <a:xfrm>
              <a:off x="1906275" y="4171575"/>
              <a:ext cx="17000" cy="14425"/>
            </a:xfrm>
            <a:custGeom>
              <a:avLst/>
              <a:gdLst/>
              <a:ahLst/>
              <a:cxnLst/>
              <a:rect l="l" t="t" r="r" b="b"/>
              <a:pathLst>
                <a:path w="680" h="577" extrusionOk="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9"/>
            <p:cNvSpPr/>
            <p:nvPr/>
          </p:nvSpPr>
          <p:spPr>
            <a:xfrm>
              <a:off x="1772800" y="4175600"/>
              <a:ext cx="286275" cy="359200"/>
            </a:xfrm>
            <a:custGeom>
              <a:avLst/>
              <a:gdLst/>
              <a:ahLst/>
              <a:cxnLst/>
              <a:rect l="l" t="t" r="r" b="b"/>
              <a:pathLst>
                <a:path w="11451" h="14368" extrusionOk="0">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89"/>
          <p:cNvGrpSpPr/>
          <p:nvPr/>
        </p:nvGrpSpPr>
        <p:grpSpPr>
          <a:xfrm>
            <a:off x="6230444" y="4104681"/>
            <a:ext cx="363400" cy="312600"/>
            <a:chOff x="975800" y="4197050"/>
            <a:chExt cx="363400" cy="312600"/>
          </a:xfrm>
        </p:grpSpPr>
        <p:sp>
          <p:nvSpPr>
            <p:cNvPr id="16266" name="Google Shape;16266;p89"/>
            <p:cNvSpPr/>
            <p:nvPr/>
          </p:nvSpPr>
          <p:spPr>
            <a:xfrm>
              <a:off x="1169450" y="4282575"/>
              <a:ext cx="16225" cy="13925"/>
            </a:xfrm>
            <a:custGeom>
              <a:avLst/>
              <a:gdLst/>
              <a:ahLst/>
              <a:cxnLst/>
              <a:rect l="l" t="t" r="r" b="b"/>
              <a:pathLst>
                <a:path w="649" h="557" extrusionOk="0">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9"/>
            <p:cNvSpPr/>
            <p:nvPr/>
          </p:nvSpPr>
          <p:spPr>
            <a:xfrm>
              <a:off x="1169450" y="4325125"/>
              <a:ext cx="16225" cy="13825"/>
            </a:xfrm>
            <a:custGeom>
              <a:avLst/>
              <a:gdLst/>
              <a:ahLst/>
              <a:cxnLst/>
              <a:rect l="l" t="t" r="r" b="b"/>
              <a:pathLst>
                <a:path w="649" h="553" extrusionOk="0">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9"/>
            <p:cNvSpPr/>
            <p:nvPr/>
          </p:nvSpPr>
          <p:spPr>
            <a:xfrm>
              <a:off x="1169450" y="4367550"/>
              <a:ext cx="16225" cy="14075"/>
            </a:xfrm>
            <a:custGeom>
              <a:avLst/>
              <a:gdLst/>
              <a:ahLst/>
              <a:cxnLst/>
              <a:rect l="l" t="t" r="r" b="b"/>
              <a:pathLst>
                <a:path w="649" h="563" extrusionOk="0">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9"/>
            <p:cNvSpPr/>
            <p:nvPr/>
          </p:nvSpPr>
          <p:spPr>
            <a:xfrm>
              <a:off x="1021300" y="4282675"/>
              <a:ext cx="187525" cy="184425"/>
            </a:xfrm>
            <a:custGeom>
              <a:avLst/>
              <a:gdLst/>
              <a:ahLst/>
              <a:cxnLst/>
              <a:rect l="l" t="t" r="r" b="b"/>
              <a:pathLst>
                <a:path w="7501" h="7377" extrusionOk="0">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9"/>
            <p:cNvSpPr/>
            <p:nvPr/>
          </p:nvSpPr>
          <p:spPr>
            <a:xfrm>
              <a:off x="1212650" y="4282675"/>
              <a:ext cx="84900" cy="13925"/>
            </a:xfrm>
            <a:custGeom>
              <a:avLst/>
              <a:gdLst/>
              <a:ahLst/>
              <a:cxnLst/>
              <a:rect l="l" t="t" r="r" b="b"/>
              <a:pathLst>
                <a:path w="3396" h="557" extrusionOk="0">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9"/>
            <p:cNvSpPr/>
            <p:nvPr/>
          </p:nvSpPr>
          <p:spPr>
            <a:xfrm>
              <a:off x="1212650" y="4325125"/>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9"/>
            <p:cNvSpPr/>
            <p:nvPr/>
          </p:nvSpPr>
          <p:spPr>
            <a:xfrm>
              <a:off x="1211875" y="4367550"/>
              <a:ext cx="87225" cy="13900"/>
            </a:xfrm>
            <a:custGeom>
              <a:avLst/>
              <a:gdLst/>
              <a:ahLst/>
              <a:cxnLst/>
              <a:rect l="l" t="t" r="r" b="b"/>
              <a:pathLst>
                <a:path w="3489" h="556" extrusionOk="0">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9"/>
            <p:cNvSpPr/>
            <p:nvPr/>
          </p:nvSpPr>
          <p:spPr>
            <a:xfrm>
              <a:off x="1147850" y="4494850"/>
              <a:ext cx="17000" cy="14600"/>
            </a:xfrm>
            <a:custGeom>
              <a:avLst/>
              <a:gdLst/>
              <a:ahLst/>
              <a:cxnLst/>
              <a:rect l="l" t="t" r="r" b="b"/>
              <a:pathLst>
                <a:path w="680" h="584" extrusionOk="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9"/>
            <p:cNvSpPr/>
            <p:nvPr/>
          </p:nvSpPr>
          <p:spPr>
            <a:xfrm>
              <a:off x="975800" y="4197050"/>
              <a:ext cx="363400" cy="312600"/>
            </a:xfrm>
            <a:custGeom>
              <a:avLst/>
              <a:gdLst/>
              <a:ahLst/>
              <a:cxnLst/>
              <a:rect l="l" t="t" r="r" b="b"/>
              <a:pathLst>
                <a:path w="14536" h="12504" extrusionOk="0">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9"/>
          <p:cNvGrpSpPr/>
          <p:nvPr/>
        </p:nvGrpSpPr>
        <p:grpSpPr>
          <a:xfrm>
            <a:off x="5502488" y="4078981"/>
            <a:ext cx="290125" cy="364000"/>
            <a:chOff x="5523275" y="3601800"/>
            <a:chExt cx="290125" cy="364000"/>
          </a:xfrm>
        </p:grpSpPr>
        <p:sp>
          <p:nvSpPr>
            <p:cNvPr id="16276" name="Google Shape;16276;p89"/>
            <p:cNvSpPr/>
            <p:nvPr/>
          </p:nvSpPr>
          <p:spPr>
            <a:xfrm>
              <a:off x="5670650" y="3951525"/>
              <a:ext cx="16225" cy="14275"/>
            </a:xfrm>
            <a:custGeom>
              <a:avLst/>
              <a:gdLst/>
              <a:ahLst/>
              <a:cxnLst/>
              <a:rect l="l" t="t" r="r" b="b"/>
              <a:pathLst>
                <a:path w="649" h="571" extrusionOk="0">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9"/>
            <p:cNvSpPr/>
            <p:nvPr/>
          </p:nvSpPr>
          <p:spPr>
            <a:xfrm>
              <a:off x="5523275" y="3601800"/>
              <a:ext cx="290125" cy="360100"/>
            </a:xfrm>
            <a:custGeom>
              <a:avLst/>
              <a:gdLst/>
              <a:ahLst/>
              <a:cxnLst/>
              <a:rect l="l" t="t" r="r" b="b"/>
              <a:pathLst>
                <a:path w="11605" h="14404" extrusionOk="0">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9"/>
          <p:cNvGrpSpPr/>
          <p:nvPr/>
        </p:nvGrpSpPr>
        <p:grpSpPr>
          <a:xfrm>
            <a:off x="6957875" y="4104719"/>
            <a:ext cx="363425" cy="312525"/>
            <a:chOff x="7724500" y="1950300"/>
            <a:chExt cx="363425" cy="312525"/>
          </a:xfrm>
        </p:grpSpPr>
        <p:sp>
          <p:nvSpPr>
            <p:cNvPr id="16279" name="Google Shape;16279;p89"/>
            <p:cNvSpPr/>
            <p:nvPr/>
          </p:nvSpPr>
          <p:spPr>
            <a:xfrm>
              <a:off x="7766950" y="2035950"/>
              <a:ext cx="278550" cy="77950"/>
            </a:xfrm>
            <a:custGeom>
              <a:avLst/>
              <a:gdLst/>
              <a:ahLst/>
              <a:cxnLst/>
              <a:rect l="l" t="t" r="r" b="b"/>
              <a:pathLst>
                <a:path w="11142" h="3118" extrusionOk="0">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9"/>
            <p:cNvSpPr/>
            <p:nvPr/>
          </p:nvSpPr>
          <p:spPr>
            <a:xfrm>
              <a:off x="7766950" y="2141650"/>
              <a:ext cx="125000" cy="78725"/>
            </a:xfrm>
            <a:custGeom>
              <a:avLst/>
              <a:gdLst/>
              <a:ahLst/>
              <a:cxnLst/>
              <a:rect l="l" t="t" r="r" b="b"/>
              <a:pathLst>
                <a:path w="5000" h="3149" extrusionOk="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9"/>
            <p:cNvSpPr/>
            <p:nvPr/>
          </p:nvSpPr>
          <p:spPr>
            <a:xfrm>
              <a:off x="7920475" y="2141650"/>
              <a:ext cx="125025" cy="78725"/>
            </a:xfrm>
            <a:custGeom>
              <a:avLst/>
              <a:gdLst/>
              <a:ahLst/>
              <a:cxnLst/>
              <a:rect l="l" t="t" r="r" b="b"/>
              <a:pathLst>
                <a:path w="5001" h="3149" extrusionOk="0">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9"/>
            <p:cNvSpPr/>
            <p:nvPr/>
          </p:nvSpPr>
          <p:spPr>
            <a:xfrm>
              <a:off x="7896550" y="2248700"/>
              <a:ext cx="19325" cy="14100"/>
            </a:xfrm>
            <a:custGeom>
              <a:avLst/>
              <a:gdLst/>
              <a:ahLst/>
              <a:cxnLst/>
              <a:rect l="l" t="t" r="r" b="b"/>
              <a:pathLst>
                <a:path w="773" h="564" extrusionOk="0">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9"/>
            <p:cNvSpPr/>
            <p:nvPr/>
          </p:nvSpPr>
          <p:spPr>
            <a:xfrm>
              <a:off x="7724500" y="1950300"/>
              <a:ext cx="363425" cy="312525"/>
            </a:xfrm>
            <a:custGeom>
              <a:avLst/>
              <a:gdLst/>
              <a:ahLst/>
              <a:cxnLst/>
              <a:rect l="l" t="t" r="r" b="b"/>
              <a:pathLst>
                <a:path w="14537" h="12501" extrusionOk="0">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9"/>
          <p:cNvGrpSpPr/>
          <p:nvPr/>
        </p:nvGrpSpPr>
        <p:grpSpPr>
          <a:xfrm>
            <a:off x="4771938" y="4078444"/>
            <a:ext cx="324075" cy="365075"/>
            <a:chOff x="4775650" y="3601675"/>
            <a:chExt cx="324075" cy="365075"/>
          </a:xfrm>
        </p:grpSpPr>
        <p:sp>
          <p:nvSpPr>
            <p:cNvPr id="16285" name="Google Shape;16285;p89"/>
            <p:cNvSpPr/>
            <p:nvPr/>
          </p:nvSpPr>
          <p:spPr>
            <a:xfrm>
              <a:off x="4900125" y="3687825"/>
              <a:ext cx="66900" cy="56975"/>
            </a:xfrm>
            <a:custGeom>
              <a:avLst/>
              <a:gdLst/>
              <a:ahLst/>
              <a:cxnLst/>
              <a:rect l="l" t="t" r="r" b="b"/>
              <a:pathLst>
                <a:path w="2676" h="2279" extrusionOk="0">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9"/>
            <p:cNvSpPr/>
            <p:nvPr/>
          </p:nvSpPr>
          <p:spPr>
            <a:xfrm>
              <a:off x="4835075" y="3645375"/>
              <a:ext cx="216825" cy="184525"/>
            </a:xfrm>
            <a:custGeom>
              <a:avLst/>
              <a:gdLst/>
              <a:ahLst/>
              <a:cxnLst/>
              <a:rect l="l" t="t" r="r" b="b"/>
              <a:pathLst>
                <a:path w="8673" h="7381" extrusionOk="0">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9"/>
            <p:cNvSpPr/>
            <p:nvPr/>
          </p:nvSpPr>
          <p:spPr>
            <a:xfrm>
              <a:off x="4775650" y="3601675"/>
              <a:ext cx="324075" cy="361750"/>
            </a:xfrm>
            <a:custGeom>
              <a:avLst/>
              <a:gdLst/>
              <a:ahLst/>
              <a:cxnLst/>
              <a:rect l="l" t="t" r="r" b="b"/>
              <a:pathLst>
                <a:path w="12963" h="14470" extrusionOk="0">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9"/>
            <p:cNvSpPr/>
            <p:nvPr/>
          </p:nvSpPr>
          <p:spPr>
            <a:xfrm>
              <a:off x="4921100" y="3952275"/>
              <a:ext cx="15450" cy="14475"/>
            </a:xfrm>
            <a:custGeom>
              <a:avLst/>
              <a:gdLst/>
              <a:ahLst/>
              <a:cxnLst/>
              <a:rect l="l" t="t" r="r" b="b"/>
              <a:pathLst>
                <a:path w="618" h="579" extrusionOk="0">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9" name="Google Shape;16289;p89"/>
          <p:cNvGrpSpPr/>
          <p:nvPr/>
        </p:nvGrpSpPr>
        <p:grpSpPr>
          <a:xfrm>
            <a:off x="3991013" y="4104694"/>
            <a:ext cx="364175" cy="312575"/>
            <a:chOff x="6979200" y="1950250"/>
            <a:chExt cx="364175" cy="312575"/>
          </a:xfrm>
        </p:grpSpPr>
        <p:sp>
          <p:nvSpPr>
            <p:cNvPr id="16290" name="Google Shape;16290;p89"/>
            <p:cNvSpPr/>
            <p:nvPr/>
          </p:nvSpPr>
          <p:spPr>
            <a:xfrm>
              <a:off x="7249225" y="2205675"/>
              <a:ext cx="17000" cy="13825"/>
            </a:xfrm>
            <a:custGeom>
              <a:avLst/>
              <a:gdLst/>
              <a:ahLst/>
              <a:cxnLst/>
              <a:rect l="l" t="t" r="r" b="b"/>
              <a:pathLst>
                <a:path w="680" h="553" extrusionOk="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9"/>
            <p:cNvSpPr/>
            <p:nvPr/>
          </p:nvSpPr>
          <p:spPr>
            <a:xfrm>
              <a:off x="7053475" y="2205625"/>
              <a:ext cx="16775" cy="13875"/>
            </a:xfrm>
            <a:custGeom>
              <a:avLst/>
              <a:gdLst/>
              <a:ahLst/>
              <a:cxnLst/>
              <a:rect l="l" t="t" r="r" b="b"/>
              <a:pathLst>
                <a:path w="671" h="555" extrusionOk="0">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9"/>
            <p:cNvSpPr/>
            <p:nvPr/>
          </p:nvSpPr>
          <p:spPr>
            <a:xfrm>
              <a:off x="7034750" y="1992725"/>
              <a:ext cx="57100" cy="13925"/>
            </a:xfrm>
            <a:custGeom>
              <a:avLst/>
              <a:gdLst/>
              <a:ahLst/>
              <a:cxnLst/>
              <a:rect l="l" t="t" r="r" b="b"/>
              <a:pathLst>
                <a:path w="2284" h="557" extrusionOk="0">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9"/>
            <p:cNvSpPr/>
            <p:nvPr/>
          </p:nvSpPr>
          <p:spPr>
            <a:xfrm>
              <a:off x="7230725" y="1992725"/>
              <a:ext cx="56350" cy="13925"/>
            </a:xfrm>
            <a:custGeom>
              <a:avLst/>
              <a:gdLst/>
              <a:ahLst/>
              <a:cxnLst/>
              <a:rect l="l" t="t" r="r" b="b"/>
              <a:pathLst>
                <a:path w="2254" h="557" extrusionOk="0">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89"/>
            <p:cNvSpPr/>
            <p:nvPr/>
          </p:nvSpPr>
          <p:spPr>
            <a:xfrm>
              <a:off x="7023175" y="2063725"/>
              <a:ext cx="79675" cy="99250"/>
            </a:xfrm>
            <a:custGeom>
              <a:avLst/>
              <a:gdLst/>
              <a:ahLst/>
              <a:cxnLst/>
              <a:rect l="l" t="t" r="r" b="b"/>
              <a:pathLst>
                <a:path w="3187" h="3970" extrusionOk="0">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9"/>
            <p:cNvSpPr/>
            <p:nvPr/>
          </p:nvSpPr>
          <p:spPr>
            <a:xfrm>
              <a:off x="7219925" y="2063725"/>
              <a:ext cx="77950" cy="98775"/>
            </a:xfrm>
            <a:custGeom>
              <a:avLst/>
              <a:gdLst/>
              <a:ahLst/>
              <a:cxnLst/>
              <a:rect l="l" t="t" r="r" b="b"/>
              <a:pathLst>
                <a:path w="3118" h="3951" extrusionOk="0">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9"/>
            <p:cNvSpPr/>
            <p:nvPr/>
          </p:nvSpPr>
          <p:spPr>
            <a:xfrm>
              <a:off x="7053250" y="2248125"/>
              <a:ext cx="17000" cy="14050"/>
            </a:xfrm>
            <a:custGeom>
              <a:avLst/>
              <a:gdLst/>
              <a:ahLst/>
              <a:cxnLst/>
              <a:rect l="l" t="t" r="r" b="b"/>
              <a:pathLst>
                <a:path w="680" h="562" extrusionOk="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9"/>
            <p:cNvSpPr/>
            <p:nvPr/>
          </p:nvSpPr>
          <p:spPr>
            <a:xfrm>
              <a:off x="7250775" y="2247975"/>
              <a:ext cx="15875" cy="14025"/>
            </a:xfrm>
            <a:custGeom>
              <a:avLst/>
              <a:gdLst/>
              <a:ahLst/>
              <a:cxnLst/>
              <a:rect l="l" t="t" r="r" b="b"/>
              <a:pathLst>
                <a:path w="635" h="561" extrusionOk="0">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9"/>
            <p:cNvSpPr/>
            <p:nvPr/>
          </p:nvSpPr>
          <p:spPr>
            <a:xfrm>
              <a:off x="6979200" y="1950250"/>
              <a:ext cx="167450" cy="312575"/>
            </a:xfrm>
            <a:custGeom>
              <a:avLst/>
              <a:gdLst/>
              <a:ahLst/>
              <a:cxnLst/>
              <a:rect l="l" t="t" r="r" b="b"/>
              <a:pathLst>
                <a:path w="6698" h="12503" extrusionOk="0">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9"/>
            <p:cNvSpPr/>
            <p:nvPr/>
          </p:nvSpPr>
          <p:spPr>
            <a:xfrm>
              <a:off x="7175175" y="1950300"/>
              <a:ext cx="168200" cy="312525"/>
            </a:xfrm>
            <a:custGeom>
              <a:avLst/>
              <a:gdLst/>
              <a:ahLst/>
              <a:cxnLst/>
              <a:rect l="l" t="t" r="r" b="b"/>
              <a:pathLst>
                <a:path w="6728" h="12501" extrusionOk="0">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89"/>
          <p:cNvGrpSpPr/>
          <p:nvPr/>
        </p:nvGrpSpPr>
        <p:grpSpPr>
          <a:xfrm>
            <a:off x="3234450" y="4078894"/>
            <a:ext cx="371900" cy="364175"/>
            <a:chOff x="6242375" y="1924850"/>
            <a:chExt cx="371900" cy="364175"/>
          </a:xfrm>
        </p:grpSpPr>
        <p:sp>
          <p:nvSpPr>
            <p:cNvPr id="16301" name="Google Shape;16301;p89"/>
            <p:cNvSpPr/>
            <p:nvPr/>
          </p:nvSpPr>
          <p:spPr>
            <a:xfrm>
              <a:off x="6395900" y="2056675"/>
              <a:ext cx="66375" cy="57225"/>
            </a:xfrm>
            <a:custGeom>
              <a:avLst/>
              <a:gdLst/>
              <a:ahLst/>
              <a:cxnLst/>
              <a:rect l="l" t="t" r="r" b="b"/>
              <a:pathLst>
                <a:path w="2655" h="2289" extrusionOk="0">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89"/>
            <p:cNvSpPr/>
            <p:nvPr/>
          </p:nvSpPr>
          <p:spPr>
            <a:xfrm>
              <a:off x="6242375" y="1924850"/>
              <a:ext cx="371900" cy="364175"/>
            </a:xfrm>
            <a:custGeom>
              <a:avLst/>
              <a:gdLst/>
              <a:ahLst/>
              <a:cxnLst/>
              <a:rect l="l" t="t" r="r" b="b"/>
              <a:pathLst>
                <a:path w="14876" h="14567" extrusionOk="0">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9"/>
            <p:cNvSpPr/>
            <p:nvPr/>
          </p:nvSpPr>
          <p:spPr>
            <a:xfrm>
              <a:off x="6415375" y="2274300"/>
              <a:ext cx="16050" cy="13875"/>
            </a:xfrm>
            <a:custGeom>
              <a:avLst/>
              <a:gdLst/>
              <a:ahLst/>
              <a:cxnLst/>
              <a:rect l="l" t="t" r="r" b="b"/>
              <a:pathLst>
                <a:path w="642" h="555" extrusionOk="0">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9"/>
          <p:cNvGrpSpPr/>
          <p:nvPr/>
        </p:nvGrpSpPr>
        <p:grpSpPr>
          <a:xfrm>
            <a:off x="2458350" y="4079281"/>
            <a:ext cx="363425" cy="363400"/>
            <a:chOff x="5497050" y="1924850"/>
            <a:chExt cx="363425" cy="363400"/>
          </a:xfrm>
        </p:grpSpPr>
        <p:sp>
          <p:nvSpPr>
            <p:cNvPr id="16305" name="Google Shape;16305;p89"/>
            <p:cNvSpPr/>
            <p:nvPr/>
          </p:nvSpPr>
          <p:spPr>
            <a:xfrm>
              <a:off x="5605075" y="2009700"/>
              <a:ext cx="17000" cy="14600"/>
            </a:xfrm>
            <a:custGeom>
              <a:avLst/>
              <a:gdLst/>
              <a:ahLst/>
              <a:cxnLst/>
              <a:rect l="l" t="t" r="r" b="b"/>
              <a:pathLst>
                <a:path w="680" h="584" extrusionOk="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9"/>
            <p:cNvSpPr/>
            <p:nvPr/>
          </p:nvSpPr>
          <p:spPr>
            <a:xfrm>
              <a:off x="5605075" y="2052925"/>
              <a:ext cx="17000" cy="14050"/>
            </a:xfrm>
            <a:custGeom>
              <a:avLst/>
              <a:gdLst/>
              <a:ahLst/>
              <a:cxnLst/>
              <a:rect l="l" t="t" r="r" b="b"/>
              <a:pathLst>
                <a:path w="680" h="562" extrusionOk="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9"/>
            <p:cNvSpPr/>
            <p:nvPr/>
          </p:nvSpPr>
          <p:spPr>
            <a:xfrm>
              <a:off x="5605075" y="2095350"/>
              <a:ext cx="17000" cy="14075"/>
            </a:xfrm>
            <a:custGeom>
              <a:avLst/>
              <a:gdLst/>
              <a:ahLst/>
              <a:cxnLst/>
              <a:rect l="l" t="t" r="r" b="b"/>
              <a:pathLst>
                <a:path w="680" h="563" extrusionOk="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9"/>
            <p:cNvSpPr/>
            <p:nvPr/>
          </p:nvSpPr>
          <p:spPr>
            <a:xfrm>
              <a:off x="5605075" y="2137775"/>
              <a:ext cx="17000" cy="14075"/>
            </a:xfrm>
            <a:custGeom>
              <a:avLst/>
              <a:gdLst/>
              <a:ahLst/>
              <a:cxnLst/>
              <a:rect l="l" t="t" r="r" b="b"/>
              <a:pathLst>
                <a:path w="680" h="563" extrusionOk="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89"/>
            <p:cNvSpPr/>
            <p:nvPr/>
          </p:nvSpPr>
          <p:spPr>
            <a:xfrm>
              <a:off x="5497050" y="1924850"/>
              <a:ext cx="363425" cy="363400"/>
            </a:xfrm>
            <a:custGeom>
              <a:avLst/>
              <a:gdLst/>
              <a:ahLst/>
              <a:cxnLst/>
              <a:rect l="l" t="t" r="r" b="b"/>
              <a:pathLst>
                <a:path w="14537" h="14536" extrusionOk="0">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9"/>
            <p:cNvSpPr/>
            <p:nvPr/>
          </p:nvSpPr>
          <p:spPr>
            <a:xfrm>
              <a:off x="5646975" y="2009675"/>
              <a:ext cx="106000" cy="14750"/>
            </a:xfrm>
            <a:custGeom>
              <a:avLst/>
              <a:gdLst/>
              <a:ahLst/>
              <a:cxnLst/>
              <a:rect l="l" t="t" r="r" b="b"/>
              <a:pathLst>
                <a:path w="4240" h="590" extrusionOk="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9"/>
            <p:cNvSpPr/>
            <p:nvPr/>
          </p:nvSpPr>
          <p:spPr>
            <a:xfrm>
              <a:off x="5646975" y="2052800"/>
              <a:ext cx="106000" cy="14050"/>
            </a:xfrm>
            <a:custGeom>
              <a:avLst/>
              <a:gdLst/>
              <a:ahLst/>
              <a:cxnLst/>
              <a:rect l="l" t="t" r="r" b="b"/>
              <a:pathLst>
                <a:path w="4240" h="562" extrusionOk="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9"/>
            <p:cNvSpPr/>
            <p:nvPr/>
          </p:nvSpPr>
          <p:spPr>
            <a:xfrm>
              <a:off x="5647175" y="2095250"/>
              <a:ext cx="105600" cy="14100"/>
            </a:xfrm>
            <a:custGeom>
              <a:avLst/>
              <a:gdLst/>
              <a:ahLst/>
              <a:cxnLst/>
              <a:rect l="l" t="t" r="r" b="b"/>
              <a:pathLst>
                <a:path w="4224" h="564" extrusionOk="0">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9"/>
            <p:cNvSpPr/>
            <p:nvPr/>
          </p:nvSpPr>
          <p:spPr>
            <a:xfrm>
              <a:off x="5647175" y="2137675"/>
              <a:ext cx="102975" cy="14125"/>
            </a:xfrm>
            <a:custGeom>
              <a:avLst/>
              <a:gdLst/>
              <a:ahLst/>
              <a:cxnLst/>
              <a:rect l="l" t="t" r="r" b="b"/>
              <a:pathLst>
                <a:path w="4119" h="565" extrusionOk="0">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9"/>
            <p:cNvSpPr/>
            <p:nvPr/>
          </p:nvSpPr>
          <p:spPr>
            <a:xfrm>
              <a:off x="5669100" y="2180225"/>
              <a:ext cx="17550" cy="14250"/>
            </a:xfrm>
            <a:custGeom>
              <a:avLst/>
              <a:gdLst/>
              <a:ahLst/>
              <a:cxnLst/>
              <a:rect l="l" t="t" r="r" b="b"/>
              <a:pathLst>
                <a:path w="702" h="570" extrusionOk="0">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9"/>
          <p:cNvGrpSpPr/>
          <p:nvPr/>
        </p:nvGrpSpPr>
        <p:grpSpPr>
          <a:xfrm>
            <a:off x="1695575" y="4079356"/>
            <a:ext cx="404625" cy="363250"/>
            <a:chOff x="4736000" y="1924850"/>
            <a:chExt cx="404625" cy="363250"/>
          </a:xfrm>
        </p:grpSpPr>
        <p:sp>
          <p:nvSpPr>
            <p:cNvPr id="16316" name="Google Shape;16316;p89"/>
            <p:cNvSpPr/>
            <p:nvPr/>
          </p:nvSpPr>
          <p:spPr>
            <a:xfrm>
              <a:off x="4852050" y="1967200"/>
              <a:ext cx="216050" cy="185275"/>
            </a:xfrm>
            <a:custGeom>
              <a:avLst/>
              <a:gdLst/>
              <a:ahLst/>
              <a:cxnLst/>
              <a:rect l="l" t="t" r="r" b="b"/>
              <a:pathLst>
                <a:path w="8642" h="7411" extrusionOk="0">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9"/>
            <p:cNvSpPr/>
            <p:nvPr/>
          </p:nvSpPr>
          <p:spPr>
            <a:xfrm>
              <a:off x="5062675" y="2134700"/>
              <a:ext cx="16225" cy="14575"/>
            </a:xfrm>
            <a:custGeom>
              <a:avLst/>
              <a:gdLst/>
              <a:ahLst/>
              <a:cxnLst/>
              <a:rect l="l" t="t" r="r" b="b"/>
              <a:pathLst>
                <a:path w="649" h="583" extrusionOk="0">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9"/>
            <p:cNvSpPr/>
            <p:nvPr/>
          </p:nvSpPr>
          <p:spPr>
            <a:xfrm>
              <a:off x="4736000" y="1924850"/>
              <a:ext cx="404625" cy="363250"/>
            </a:xfrm>
            <a:custGeom>
              <a:avLst/>
              <a:gdLst/>
              <a:ahLst/>
              <a:cxnLst/>
              <a:rect l="l" t="t" r="r" b="b"/>
              <a:pathLst>
                <a:path w="16185" h="14530" extrusionOk="0">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89"/>
          <p:cNvGrpSpPr/>
          <p:nvPr/>
        </p:nvGrpSpPr>
        <p:grpSpPr>
          <a:xfrm>
            <a:off x="1100113" y="4079019"/>
            <a:ext cx="270075" cy="363925"/>
            <a:chOff x="4043450" y="3602175"/>
            <a:chExt cx="270075" cy="363925"/>
          </a:xfrm>
        </p:grpSpPr>
        <p:sp>
          <p:nvSpPr>
            <p:cNvPr id="16320" name="Google Shape;16320;p89"/>
            <p:cNvSpPr/>
            <p:nvPr/>
          </p:nvSpPr>
          <p:spPr>
            <a:xfrm>
              <a:off x="4078950" y="3646150"/>
              <a:ext cx="25475" cy="21100"/>
            </a:xfrm>
            <a:custGeom>
              <a:avLst/>
              <a:gdLst/>
              <a:ahLst/>
              <a:cxnLst/>
              <a:rect l="l" t="t" r="r" b="b"/>
              <a:pathLst>
                <a:path w="1019" h="844" extrusionOk="0">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9"/>
            <p:cNvSpPr/>
            <p:nvPr/>
          </p:nvSpPr>
          <p:spPr>
            <a:xfrm>
              <a:off x="4083575" y="3692450"/>
              <a:ext cx="17000" cy="14075"/>
            </a:xfrm>
            <a:custGeom>
              <a:avLst/>
              <a:gdLst/>
              <a:ahLst/>
              <a:cxnLst/>
              <a:rect l="l" t="t" r="r" b="b"/>
              <a:pathLst>
                <a:path w="680" h="563" extrusionOk="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9"/>
            <p:cNvSpPr/>
            <p:nvPr/>
          </p:nvSpPr>
          <p:spPr>
            <a:xfrm>
              <a:off x="4086675" y="3734100"/>
              <a:ext cx="184425" cy="184425"/>
            </a:xfrm>
            <a:custGeom>
              <a:avLst/>
              <a:gdLst/>
              <a:ahLst/>
              <a:cxnLst/>
              <a:rect l="l" t="t" r="r" b="b"/>
              <a:pathLst>
                <a:path w="7377" h="7377" extrusionOk="0">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9"/>
            <p:cNvSpPr/>
            <p:nvPr/>
          </p:nvSpPr>
          <p:spPr>
            <a:xfrm>
              <a:off x="4125475" y="3691650"/>
              <a:ext cx="85175" cy="14725"/>
            </a:xfrm>
            <a:custGeom>
              <a:avLst/>
              <a:gdLst/>
              <a:ahLst/>
              <a:cxnLst/>
              <a:rect l="l" t="t" r="r" b="b"/>
              <a:pathLst>
                <a:path w="3407" h="589" extrusionOk="0">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89"/>
            <p:cNvSpPr/>
            <p:nvPr/>
          </p:nvSpPr>
          <p:spPr>
            <a:xfrm>
              <a:off x="4129100" y="3649250"/>
              <a:ext cx="77950" cy="14675"/>
            </a:xfrm>
            <a:custGeom>
              <a:avLst/>
              <a:gdLst/>
              <a:ahLst/>
              <a:cxnLst/>
              <a:rect l="l" t="t" r="r" b="b"/>
              <a:pathLst>
                <a:path w="3118" h="587" extrusionOk="0">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89"/>
            <p:cNvSpPr/>
            <p:nvPr/>
          </p:nvSpPr>
          <p:spPr>
            <a:xfrm>
              <a:off x="4171525" y="3951675"/>
              <a:ext cx="17000" cy="14425"/>
            </a:xfrm>
            <a:custGeom>
              <a:avLst/>
              <a:gdLst/>
              <a:ahLst/>
              <a:cxnLst/>
              <a:rect l="l" t="t" r="r" b="b"/>
              <a:pathLst>
                <a:path w="680" h="577" extrusionOk="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9"/>
            <p:cNvSpPr/>
            <p:nvPr/>
          </p:nvSpPr>
          <p:spPr>
            <a:xfrm>
              <a:off x="4043450" y="3602175"/>
              <a:ext cx="270075" cy="363425"/>
            </a:xfrm>
            <a:custGeom>
              <a:avLst/>
              <a:gdLst/>
              <a:ahLst/>
              <a:cxnLst/>
              <a:rect l="l" t="t" r="r" b="b"/>
              <a:pathLst>
                <a:path w="10803" h="14537" extrusionOk="0">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9"/>
          <p:cNvGrpSpPr/>
          <p:nvPr/>
        </p:nvGrpSpPr>
        <p:grpSpPr>
          <a:xfrm>
            <a:off x="1053450" y="4638100"/>
            <a:ext cx="363400" cy="237175"/>
            <a:chOff x="3997175" y="1988000"/>
            <a:chExt cx="363400" cy="237175"/>
          </a:xfrm>
        </p:grpSpPr>
        <p:sp>
          <p:nvSpPr>
            <p:cNvPr id="16328" name="Google Shape;16328;p89"/>
            <p:cNvSpPr/>
            <p:nvPr/>
          </p:nvSpPr>
          <p:spPr>
            <a:xfrm>
              <a:off x="4254100" y="1988100"/>
              <a:ext cx="17000" cy="14425"/>
            </a:xfrm>
            <a:custGeom>
              <a:avLst/>
              <a:gdLst/>
              <a:ahLst/>
              <a:cxnLst/>
              <a:rect l="l" t="t" r="r" b="b"/>
              <a:pathLst>
                <a:path w="680" h="577" extrusionOk="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9"/>
            <p:cNvSpPr/>
            <p:nvPr/>
          </p:nvSpPr>
          <p:spPr>
            <a:xfrm>
              <a:off x="3997175" y="1988000"/>
              <a:ext cx="363400" cy="237175"/>
            </a:xfrm>
            <a:custGeom>
              <a:avLst/>
              <a:gdLst/>
              <a:ahLst/>
              <a:cxnLst/>
              <a:rect l="l" t="t" r="r" b="b"/>
              <a:pathLst>
                <a:path w="14536" h="9487" extrusionOk="0">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9"/>
          <p:cNvGrpSpPr/>
          <p:nvPr/>
        </p:nvGrpSpPr>
        <p:grpSpPr>
          <a:xfrm>
            <a:off x="1730838" y="4574975"/>
            <a:ext cx="334100" cy="363425"/>
            <a:chOff x="6994625" y="3052825"/>
            <a:chExt cx="334100" cy="363425"/>
          </a:xfrm>
        </p:grpSpPr>
        <p:sp>
          <p:nvSpPr>
            <p:cNvPr id="16331" name="Google Shape;16331;p89"/>
            <p:cNvSpPr/>
            <p:nvPr/>
          </p:nvSpPr>
          <p:spPr>
            <a:xfrm>
              <a:off x="6994625" y="3052825"/>
              <a:ext cx="334100" cy="363425"/>
            </a:xfrm>
            <a:custGeom>
              <a:avLst/>
              <a:gdLst/>
              <a:ahLst/>
              <a:cxnLst/>
              <a:rect l="l" t="t" r="r" b="b"/>
              <a:pathLst>
                <a:path w="13364" h="14537" extrusionOk="0">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9"/>
            <p:cNvSpPr/>
            <p:nvPr/>
          </p:nvSpPr>
          <p:spPr>
            <a:xfrm>
              <a:off x="7206800" y="3184775"/>
              <a:ext cx="78725" cy="13900"/>
            </a:xfrm>
            <a:custGeom>
              <a:avLst/>
              <a:gdLst/>
              <a:ahLst/>
              <a:cxnLst/>
              <a:rect l="l" t="t" r="r" b="b"/>
              <a:pathLst>
                <a:path w="3149" h="556" extrusionOk="0">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9"/>
            <p:cNvSpPr/>
            <p:nvPr/>
          </p:nvSpPr>
          <p:spPr>
            <a:xfrm>
              <a:off x="7226850" y="3227200"/>
              <a:ext cx="59450" cy="14700"/>
            </a:xfrm>
            <a:custGeom>
              <a:avLst/>
              <a:gdLst/>
              <a:ahLst/>
              <a:cxnLst/>
              <a:rect l="l" t="t" r="r" b="b"/>
              <a:pathLst>
                <a:path w="2378" h="588" extrusionOk="0">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9"/>
            <p:cNvSpPr/>
            <p:nvPr/>
          </p:nvSpPr>
          <p:spPr>
            <a:xfrm>
              <a:off x="7226850" y="3269650"/>
              <a:ext cx="59450" cy="14675"/>
            </a:xfrm>
            <a:custGeom>
              <a:avLst/>
              <a:gdLst/>
              <a:ahLst/>
              <a:cxnLst/>
              <a:rect l="l" t="t" r="r" b="b"/>
              <a:pathLst>
                <a:path w="2378" h="587" extrusionOk="0">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9"/>
            <p:cNvSpPr/>
            <p:nvPr/>
          </p:nvSpPr>
          <p:spPr>
            <a:xfrm>
              <a:off x="7226850" y="3312850"/>
              <a:ext cx="59450" cy="13900"/>
            </a:xfrm>
            <a:custGeom>
              <a:avLst/>
              <a:gdLst/>
              <a:ahLst/>
              <a:cxnLst/>
              <a:rect l="l" t="t" r="r" b="b"/>
              <a:pathLst>
                <a:path w="2378" h="556" extrusionOk="0">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9"/>
            <p:cNvSpPr/>
            <p:nvPr/>
          </p:nvSpPr>
          <p:spPr>
            <a:xfrm>
              <a:off x="7204150" y="3355175"/>
              <a:ext cx="82150" cy="14125"/>
            </a:xfrm>
            <a:custGeom>
              <a:avLst/>
              <a:gdLst/>
              <a:ahLst/>
              <a:cxnLst/>
              <a:rect l="l" t="t" r="r" b="b"/>
              <a:pathLst>
                <a:path w="3286" h="565" extrusionOk="0">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9"/>
            <p:cNvSpPr/>
            <p:nvPr/>
          </p:nvSpPr>
          <p:spPr>
            <a:xfrm>
              <a:off x="7077350" y="3402300"/>
              <a:ext cx="16050" cy="13875"/>
            </a:xfrm>
            <a:custGeom>
              <a:avLst/>
              <a:gdLst/>
              <a:ahLst/>
              <a:cxnLst/>
              <a:rect l="l" t="t" r="r" b="b"/>
              <a:pathLst>
                <a:path w="642" h="555" extrusionOk="0">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9"/>
          <p:cNvGrpSpPr/>
          <p:nvPr/>
        </p:nvGrpSpPr>
        <p:grpSpPr>
          <a:xfrm>
            <a:off x="2505038" y="4575363"/>
            <a:ext cx="270050" cy="362650"/>
            <a:chOff x="3293525" y="3602950"/>
            <a:chExt cx="270050" cy="362650"/>
          </a:xfrm>
        </p:grpSpPr>
        <p:sp>
          <p:nvSpPr>
            <p:cNvPr id="16339" name="Google Shape;16339;p89"/>
            <p:cNvSpPr/>
            <p:nvPr/>
          </p:nvSpPr>
          <p:spPr>
            <a:xfrm>
              <a:off x="3293525" y="3602950"/>
              <a:ext cx="270050" cy="362650"/>
            </a:xfrm>
            <a:custGeom>
              <a:avLst/>
              <a:gdLst/>
              <a:ahLst/>
              <a:cxnLst/>
              <a:rect l="l" t="t" r="r" b="b"/>
              <a:pathLst>
                <a:path w="10802" h="14506" extrusionOk="0">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9"/>
            <p:cNvSpPr/>
            <p:nvPr/>
          </p:nvSpPr>
          <p:spPr>
            <a:xfrm>
              <a:off x="3335950" y="3645375"/>
              <a:ext cx="184425" cy="274500"/>
            </a:xfrm>
            <a:custGeom>
              <a:avLst/>
              <a:gdLst/>
              <a:ahLst/>
              <a:cxnLst/>
              <a:rect l="l" t="t" r="r" b="b"/>
              <a:pathLst>
                <a:path w="7377" h="10980" extrusionOk="0">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9"/>
            <p:cNvSpPr/>
            <p:nvPr/>
          </p:nvSpPr>
          <p:spPr>
            <a:xfrm>
              <a:off x="3418500" y="3777325"/>
              <a:ext cx="17000" cy="14075"/>
            </a:xfrm>
            <a:custGeom>
              <a:avLst/>
              <a:gdLst/>
              <a:ahLst/>
              <a:cxnLst/>
              <a:rect l="l" t="t" r="r" b="b"/>
              <a:pathLst>
                <a:path w="680" h="563" extrusionOk="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9"/>
          <p:cNvGrpSpPr/>
          <p:nvPr/>
        </p:nvGrpSpPr>
        <p:grpSpPr>
          <a:xfrm>
            <a:off x="3235575" y="4574200"/>
            <a:ext cx="369650" cy="364975"/>
            <a:chOff x="3243825" y="1923675"/>
            <a:chExt cx="369650" cy="364975"/>
          </a:xfrm>
        </p:grpSpPr>
        <p:sp>
          <p:nvSpPr>
            <p:cNvPr id="16343" name="Google Shape;16343;p89"/>
            <p:cNvSpPr/>
            <p:nvPr/>
          </p:nvSpPr>
          <p:spPr>
            <a:xfrm>
              <a:off x="3548900" y="1969575"/>
              <a:ext cx="17000" cy="14075"/>
            </a:xfrm>
            <a:custGeom>
              <a:avLst/>
              <a:gdLst/>
              <a:ahLst/>
              <a:cxnLst/>
              <a:rect l="l" t="t" r="r" b="b"/>
              <a:pathLst>
                <a:path w="680" h="563" extrusionOk="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9"/>
            <p:cNvSpPr/>
            <p:nvPr/>
          </p:nvSpPr>
          <p:spPr>
            <a:xfrm>
              <a:off x="3548900" y="2229600"/>
              <a:ext cx="17000" cy="13825"/>
            </a:xfrm>
            <a:custGeom>
              <a:avLst/>
              <a:gdLst/>
              <a:ahLst/>
              <a:cxnLst/>
              <a:rect l="l" t="t" r="r" b="b"/>
              <a:pathLst>
                <a:path w="680" h="553" extrusionOk="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9"/>
            <p:cNvSpPr/>
            <p:nvPr/>
          </p:nvSpPr>
          <p:spPr>
            <a:xfrm>
              <a:off x="3418500" y="2099200"/>
              <a:ext cx="17000" cy="14575"/>
            </a:xfrm>
            <a:custGeom>
              <a:avLst/>
              <a:gdLst/>
              <a:ahLst/>
              <a:cxnLst/>
              <a:rect l="l" t="t" r="r" b="b"/>
              <a:pathLst>
                <a:path w="680" h="583" extrusionOk="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9"/>
            <p:cNvSpPr/>
            <p:nvPr/>
          </p:nvSpPr>
          <p:spPr>
            <a:xfrm>
              <a:off x="3288875" y="1969575"/>
              <a:ext cx="17000" cy="14075"/>
            </a:xfrm>
            <a:custGeom>
              <a:avLst/>
              <a:gdLst/>
              <a:ahLst/>
              <a:cxnLst/>
              <a:rect l="l" t="t" r="r" b="b"/>
              <a:pathLst>
                <a:path w="680" h="563" extrusionOk="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9"/>
            <p:cNvSpPr/>
            <p:nvPr/>
          </p:nvSpPr>
          <p:spPr>
            <a:xfrm>
              <a:off x="3288875" y="2229600"/>
              <a:ext cx="17000" cy="13825"/>
            </a:xfrm>
            <a:custGeom>
              <a:avLst/>
              <a:gdLst/>
              <a:ahLst/>
              <a:cxnLst/>
              <a:rect l="l" t="t" r="r" b="b"/>
              <a:pathLst>
                <a:path w="680" h="553" extrusionOk="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9"/>
            <p:cNvSpPr/>
            <p:nvPr/>
          </p:nvSpPr>
          <p:spPr>
            <a:xfrm>
              <a:off x="3243825" y="1923675"/>
              <a:ext cx="369650" cy="364975"/>
            </a:xfrm>
            <a:custGeom>
              <a:avLst/>
              <a:gdLst/>
              <a:ahLst/>
              <a:cxnLst/>
              <a:rect l="l" t="t" r="r" b="b"/>
              <a:pathLst>
                <a:path w="14786" h="14599" extrusionOk="0">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9"/>
            <p:cNvSpPr/>
            <p:nvPr/>
          </p:nvSpPr>
          <p:spPr>
            <a:xfrm>
              <a:off x="3445425" y="2184475"/>
              <a:ext cx="20175" cy="14875"/>
            </a:xfrm>
            <a:custGeom>
              <a:avLst/>
              <a:gdLst/>
              <a:ahLst/>
              <a:cxnLst/>
              <a:rect l="l" t="t" r="r" b="b"/>
              <a:pathLst>
                <a:path w="807" h="595" extrusionOk="0">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9"/>
            <p:cNvSpPr/>
            <p:nvPr/>
          </p:nvSpPr>
          <p:spPr>
            <a:xfrm>
              <a:off x="3335950" y="2014325"/>
              <a:ext cx="185200" cy="184525"/>
            </a:xfrm>
            <a:custGeom>
              <a:avLst/>
              <a:gdLst/>
              <a:ahLst/>
              <a:cxnLst/>
              <a:rect l="l" t="t" r="r" b="b"/>
              <a:pathLst>
                <a:path w="7408" h="7381" extrusionOk="0">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1" name="Google Shape;16351;p89"/>
          <p:cNvGrpSpPr/>
          <p:nvPr/>
        </p:nvGrpSpPr>
        <p:grpSpPr>
          <a:xfrm>
            <a:off x="4009275" y="4574500"/>
            <a:ext cx="327650" cy="364375"/>
            <a:chOff x="992000" y="3602375"/>
            <a:chExt cx="327650" cy="364375"/>
          </a:xfrm>
        </p:grpSpPr>
        <p:sp>
          <p:nvSpPr>
            <p:cNvPr id="16352" name="Google Shape;16352;p89"/>
            <p:cNvSpPr/>
            <p:nvPr/>
          </p:nvSpPr>
          <p:spPr>
            <a:xfrm>
              <a:off x="992000" y="3602375"/>
              <a:ext cx="327650" cy="359200"/>
            </a:xfrm>
            <a:custGeom>
              <a:avLst/>
              <a:gdLst/>
              <a:ahLst/>
              <a:cxnLst/>
              <a:rect l="l" t="t" r="r" b="b"/>
              <a:pathLst>
                <a:path w="13106" h="14368" extrusionOk="0">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9"/>
            <p:cNvSpPr/>
            <p:nvPr/>
          </p:nvSpPr>
          <p:spPr>
            <a:xfrm>
              <a:off x="1192200" y="3952275"/>
              <a:ext cx="15450" cy="14475"/>
            </a:xfrm>
            <a:custGeom>
              <a:avLst/>
              <a:gdLst/>
              <a:ahLst/>
              <a:cxnLst/>
              <a:rect l="l" t="t" r="r" b="b"/>
              <a:pathLst>
                <a:path w="618" h="579" extrusionOk="0">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89"/>
          <p:cNvGrpSpPr/>
          <p:nvPr/>
        </p:nvGrpSpPr>
        <p:grpSpPr>
          <a:xfrm>
            <a:off x="4752263" y="4600388"/>
            <a:ext cx="363425" cy="312600"/>
            <a:chOff x="2492650" y="1950300"/>
            <a:chExt cx="363425" cy="312600"/>
          </a:xfrm>
        </p:grpSpPr>
        <p:sp>
          <p:nvSpPr>
            <p:cNvPr id="16355" name="Google Shape;16355;p89"/>
            <p:cNvSpPr/>
            <p:nvPr/>
          </p:nvSpPr>
          <p:spPr>
            <a:xfrm>
              <a:off x="2646175" y="2099575"/>
              <a:ext cx="66400" cy="56750"/>
            </a:xfrm>
            <a:custGeom>
              <a:avLst/>
              <a:gdLst/>
              <a:ahLst/>
              <a:cxnLst/>
              <a:rect l="l" t="t" r="r" b="b"/>
              <a:pathLst>
                <a:path w="2656" h="2270" extrusionOk="0">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9"/>
            <p:cNvSpPr/>
            <p:nvPr/>
          </p:nvSpPr>
          <p:spPr>
            <a:xfrm>
              <a:off x="2582150" y="2056000"/>
              <a:ext cx="185200" cy="142750"/>
            </a:xfrm>
            <a:custGeom>
              <a:avLst/>
              <a:gdLst/>
              <a:ahLst/>
              <a:cxnLst/>
              <a:rect l="l" t="t" r="r" b="b"/>
              <a:pathLst>
                <a:path w="7408" h="5710" extrusionOk="0">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9"/>
            <p:cNvSpPr/>
            <p:nvPr/>
          </p:nvSpPr>
          <p:spPr>
            <a:xfrm>
              <a:off x="2539725" y="2035925"/>
              <a:ext cx="59950" cy="57125"/>
            </a:xfrm>
            <a:custGeom>
              <a:avLst/>
              <a:gdLst/>
              <a:ahLst/>
              <a:cxnLst/>
              <a:rect l="l" t="t" r="r" b="b"/>
              <a:pathLst>
                <a:path w="2398" h="2285" extrusionOk="0">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9"/>
            <p:cNvSpPr/>
            <p:nvPr/>
          </p:nvSpPr>
          <p:spPr>
            <a:xfrm>
              <a:off x="2749050" y="2035825"/>
              <a:ext cx="59950" cy="55875"/>
            </a:xfrm>
            <a:custGeom>
              <a:avLst/>
              <a:gdLst/>
              <a:ahLst/>
              <a:cxnLst/>
              <a:rect l="l" t="t" r="r" b="b"/>
              <a:pathLst>
                <a:path w="2398" h="2235" extrusionOk="0">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9"/>
            <p:cNvSpPr/>
            <p:nvPr/>
          </p:nvSpPr>
          <p:spPr>
            <a:xfrm>
              <a:off x="2749050" y="2163250"/>
              <a:ext cx="59950" cy="57150"/>
            </a:xfrm>
            <a:custGeom>
              <a:avLst/>
              <a:gdLst/>
              <a:ahLst/>
              <a:cxnLst/>
              <a:rect l="l" t="t" r="r" b="b"/>
              <a:pathLst>
                <a:path w="2398" h="2286" extrusionOk="0">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89"/>
            <p:cNvSpPr/>
            <p:nvPr/>
          </p:nvSpPr>
          <p:spPr>
            <a:xfrm>
              <a:off x="2539725" y="2163825"/>
              <a:ext cx="59950" cy="56575"/>
            </a:xfrm>
            <a:custGeom>
              <a:avLst/>
              <a:gdLst/>
              <a:ahLst/>
              <a:cxnLst/>
              <a:rect l="l" t="t" r="r" b="b"/>
              <a:pathLst>
                <a:path w="2398" h="2263" extrusionOk="0">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9"/>
            <p:cNvSpPr/>
            <p:nvPr/>
          </p:nvSpPr>
          <p:spPr>
            <a:xfrm>
              <a:off x="2664700" y="2248125"/>
              <a:ext cx="17000" cy="14550"/>
            </a:xfrm>
            <a:custGeom>
              <a:avLst/>
              <a:gdLst/>
              <a:ahLst/>
              <a:cxnLst/>
              <a:rect l="l" t="t" r="r" b="b"/>
              <a:pathLst>
                <a:path w="680" h="582" extrusionOk="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9"/>
            <p:cNvSpPr/>
            <p:nvPr/>
          </p:nvSpPr>
          <p:spPr>
            <a:xfrm>
              <a:off x="2492650" y="1950300"/>
              <a:ext cx="363425" cy="312600"/>
            </a:xfrm>
            <a:custGeom>
              <a:avLst/>
              <a:gdLst/>
              <a:ahLst/>
              <a:cxnLst/>
              <a:rect l="l" t="t" r="r" b="b"/>
              <a:pathLst>
                <a:path w="14537" h="12504" extrusionOk="0">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89"/>
          <p:cNvGrpSpPr/>
          <p:nvPr/>
        </p:nvGrpSpPr>
        <p:grpSpPr>
          <a:xfrm>
            <a:off x="5463738" y="4574550"/>
            <a:ext cx="367625" cy="364275"/>
            <a:chOff x="1732675" y="1924750"/>
            <a:chExt cx="367625" cy="364275"/>
          </a:xfrm>
        </p:grpSpPr>
        <p:sp>
          <p:nvSpPr>
            <p:cNvPr id="16364" name="Google Shape;16364;p89"/>
            <p:cNvSpPr/>
            <p:nvPr/>
          </p:nvSpPr>
          <p:spPr>
            <a:xfrm>
              <a:off x="1732675" y="1924750"/>
              <a:ext cx="367625" cy="364275"/>
            </a:xfrm>
            <a:custGeom>
              <a:avLst/>
              <a:gdLst/>
              <a:ahLst/>
              <a:cxnLst/>
              <a:rect l="l" t="t" r="r" b="b"/>
              <a:pathLst>
                <a:path w="14705" h="14571" extrusionOk="0">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9"/>
            <p:cNvSpPr/>
            <p:nvPr/>
          </p:nvSpPr>
          <p:spPr>
            <a:xfrm>
              <a:off x="1906275" y="1924850"/>
              <a:ext cx="17000" cy="14400"/>
            </a:xfrm>
            <a:custGeom>
              <a:avLst/>
              <a:gdLst/>
              <a:ahLst/>
              <a:cxnLst/>
              <a:rect l="l" t="t" r="r" b="b"/>
              <a:pathLst>
                <a:path w="680" h="576" extrusionOk="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89"/>
          <p:cNvGrpSpPr/>
          <p:nvPr/>
        </p:nvGrpSpPr>
        <p:grpSpPr>
          <a:xfrm>
            <a:off x="6256281" y="4574988"/>
            <a:ext cx="311725" cy="363400"/>
            <a:chOff x="7749975" y="3052825"/>
            <a:chExt cx="311725" cy="363400"/>
          </a:xfrm>
        </p:grpSpPr>
        <p:sp>
          <p:nvSpPr>
            <p:cNvPr id="16367" name="Google Shape;16367;p89"/>
            <p:cNvSpPr/>
            <p:nvPr/>
          </p:nvSpPr>
          <p:spPr>
            <a:xfrm>
              <a:off x="7868025" y="3295875"/>
              <a:ext cx="66375" cy="56550"/>
            </a:xfrm>
            <a:custGeom>
              <a:avLst/>
              <a:gdLst/>
              <a:ahLst/>
              <a:cxnLst/>
              <a:rect l="l" t="t" r="r" b="b"/>
              <a:pathLst>
                <a:path w="2655" h="2262" extrusionOk="0">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9"/>
            <p:cNvSpPr/>
            <p:nvPr/>
          </p:nvSpPr>
          <p:spPr>
            <a:xfrm>
              <a:off x="7749975" y="3052825"/>
              <a:ext cx="311725" cy="363400"/>
            </a:xfrm>
            <a:custGeom>
              <a:avLst/>
              <a:gdLst/>
              <a:ahLst/>
              <a:cxnLst/>
              <a:rect l="l" t="t" r="r" b="b"/>
              <a:pathLst>
                <a:path w="12469" h="14536" extrusionOk="0">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9"/>
            <p:cNvSpPr/>
            <p:nvPr/>
          </p:nvSpPr>
          <p:spPr>
            <a:xfrm>
              <a:off x="7814000" y="3184775"/>
              <a:ext cx="184425" cy="14675"/>
            </a:xfrm>
            <a:custGeom>
              <a:avLst/>
              <a:gdLst/>
              <a:ahLst/>
              <a:cxnLst/>
              <a:rect l="l" t="t" r="r" b="b"/>
              <a:pathLst>
                <a:path w="7377" h="587" extrusionOk="0">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9"/>
            <p:cNvSpPr/>
            <p:nvPr/>
          </p:nvSpPr>
          <p:spPr>
            <a:xfrm>
              <a:off x="7898875" y="3142175"/>
              <a:ext cx="17000" cy="14075"/>
            </a:xfrm>
            <a:custGeom>
              <a:avLst/>
              <a:gdLst/>
              <a:ahLst/>
              <a:cxnLst/>
              <a:rect l="l" t="t" r="r" b="b"/>
              <a:pathLst>
                <a:path w="680" h="563" extrusionOk="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89"/>
            <p:cNvSpPr/>
            <p:nvPr/>
          </p:nvSpPr>
          <p:spPr>
            <a:xfrm>
              <a:off x="7788800" y="3142300"/>
              <a:ext cx="92350" cy="14750"/>
            </a:xfrm>
            <a:custGeom>
              <a:avLst/>
              <a:gdLst/>
              <a:ahLst/>
              <a:cxnLst/>
              <a:rect l="l" t="t" r="r" b="b"/>
              <a:pathLst>
                <a:path w="3694" h="590" extrusionOk="0">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89"/>
            <p:cNvSpPr/>
            <p:nvPr/>
          </p:nvSpPr>
          <p:spPr>
            <a:xfrm>
              <a:off x="7927875" y="3142225"/>
              <a:ext cx="94800" cy="14125"/>
            </a:xfrm>
            <a:custGeom>
              <a:avLst/>
              <a:gdLst/>
              <a:ahLst/>
              <a:cxnLst/>
              <a:rect l="l" t="t" r="r" b="b"/>
              <a:pathLst>
                <a:path w="3792" h="565" extrusionOk="0">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3" name="Google Shape;16373;p89"/>
          <p:cNvGrpSpPr/>
          <p:nvPr/>
        </p:nvGrpSpPr>
        <p:grpSpPr>
          <a:xfrm>
            <a:off x="6954013" y="4574875"/>
            <a:ext cx="371150" cy="363625"/>
            <a:chOff x="7724500" y="3602750"/>
            <a:chExt cx="371150" cy="363625"/>
          </a:xfrm>
        </p:grpSpPr>
        <p:sp>
          <p:nvSpPr>
            <p:cNvPr id="16374" name="Google Shape;16374;p89"/>
            <p:cNvSpPr/>
            <p:nvPr/>
          </p:nvSpPr>
          <p:spPr>
            <a:xfrm>
              <a:off x="7724500" y="3602750"/>
              <a:ext cx="371150" cy="363625"/>
            </a:xfrm>
            <a:custGeom>
              <a:avLst/>
              <a:gdLst/>
              <a:ahLst/>
              <a:cxnLst/>
              <a:rect l="l" t="t" r="r" b="b"/>
              <a:pathLst>
                <a:path w="14846" h="14545" extrusionOk="0">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9"/>
            <p:cNvSpPr/>
            <p:nvPr/>
          </p:nvSpPr>
          <p:spPr>
            <a:xfrm>
              <a:off x="7897700" y="3897900"/>
              <a:ext cx="16625" cy="14175"/>
            </a:xfrm>
            <a:custGeom>
              <a:avLst/>
              <a:gdLst/>
              <a:ahLst/>
              <a:cxnLst/>
              <a:rect l="l" t="t" r="r" b="b"/>
              <a:pathLst>
                <a:path w="665" h="567" extrusionOk="0">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6" name="Google Shape;16376;p89"/>
          <p:cNvGrpSpPr/>
          <p:nvPr/>
        </p:nvGrpSpPr>
        <p:grpSpPr>
          <a:xfrm>
            <a:off x="7729831" y="4575350"/>
            <a:ext cx="363400" cy="362675"/>
            <a:chOff x="975800" y="1925575"/>
            <a:chExt cx="363400" cy="362675"/>
          </a:xfrm>
        </p:grpSpPr>
        <p:sp>
          <p:nvSpPr>
            <p:cNvPr id="16377" name="Google Shape;16377;p89"/>
            <p:cNvSpPr/>
            <p:nvPr/>
          </p:nvSpPr>
          <p:spPr>
            <a:xfrm>
              <a:off x="975800" y="1925575"/>
              <a:ext cx="363400" cy="362675"/>
            </a:xfrm>
            <a:custGeom>
              <a:avLst/>
              <a:gdLst/>
              <a:ahLst/>
              <a:cxnLst/>
              <a:rect l="l" t="t" r="r" b="b"/>
              <a:pathLst>
                <a:path w="14536" h="14507" extrusionOk="0">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9"/>
            <p:cNvSpPr/>
            <p:nvPr/>
          </p:nvSpPr>
          <p:spPr>
            <a:xfrm>
              <a:off x="1105400" y="1967275"/>
              <a:ext cx="82600" cy="14675"/>
            </a:xfrm>
            <a:custGeom>
              <a:avLst/>
              <a:gdLst/>
              <a:ahLst/>
              <a:cxnLst/>
              <a:rect l="l" t="t" r="r" b="b"/>
              <a:pathLst>
                <a:path w="3304" h="587" extrusionOk="0">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9"/>
            <p:cNvSpPr/>
            <p:nvPr/>
          </p:nvSpPr>
          <p:spPr>
            <a:xfrm>
              <a:off x="1104100" y="2009675"/>
              <a:ext cx="84425" cy="14750"/>
            </a:xfrm>
            <a:custGeom>
              <a:avLst/>
              <a:gdLst/>
              <a:ahLst/>
              <a:cxnLst/>
              <a:rect l="l" t="t" r="r" b="b"/>
              <a:pathLst>
                <a:path w="3377" h="590" extrusionOk="0">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9"/>
            <p:cNvSpPr/>
            <p:nvPr/>
          </p:nvSpPr>
          <p:spPr>
            <a:xfrm>
              <a:off x="1104125" y="2052800"/>
              <a:ext cx="84400" cy="14050"/>
            </a:xfrm>
            <a:custGeom>
              <a:avLst/>
              <a:gdLst/>
              <a:ahLst/>
              <a:cxnLst/>
              <a:rect l="l" t="t" r="r" b="b"/>
              <a:pathLst>
                <a:path w="3376" h="562" extrusionOk="0">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9"/>
            <p:cNvSpPr/>
            <p:nvPr/>
          </p:nvSpPr>
          <p:spPr>
            <a:xfrm>
              <a:off x="1147850" y="2180225"/>
              <a:ext cx="17000" cy="14400"/>
            </a:xfrm>
            <a:custGeom>
              <a:avLst/>
              <a:gdLst/>
              <a:ahLst/>
              <a:cxnLst/>
              <a:rect l="l" t="t" r="r" b="b"/>
              <a:pathLst>
                <a:path w="680" h="576" extrusionOk="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85"/>
        <p:cNvGrpSpPr/>
        <p:nvPr/>
      </p:nvGrpSpPr>
      <p:grpSpPr>
        <a:xfrm>
          <a:off x="0" y="0"/>
          <a:ext cx="0" cy="0"/>
          <a:chOff x="0" y="0"/>
          <a:chExt cx="0" cy="0"/>
        </a:xfrm>
      </p:grpSpPr>
      <p:sp>
        <p:nvSpPr>
          <p:cNvPr id="16386" name="Google Shape;16386;p90"/>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387" name="Google Shape;16387;p90"/>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Infographic Elements</a:t>
            </a:r>
            <a:endParaRPr sz="1800">
              <a:solidFill>
                <a:schemeClr val="lt1"/>
              </a:solidFill>
              <a:latin typeface="Arial"/>
              <a:ea typeface="Arial"/>
              <a:cs typeface="Arial"/>
              <a:sym typeface="Arial"/>
            </a:endParaRPr>
          </a:p>
        </p:txBody>
      </p:sp>
      <p:sp>
        <p:nvSpPr>
          <p:cNvPr id="16388" name="Google Shape;16388;p90"/>
          <p:cNvSpPr/>
          <p:nvPr/>
        </p:nvSpPr>
        <p:spPr>
          <a:xfrm>
            <a:off x="1042813" y="24119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9" name="Google Shape;16389;p90"/>
          <p:cNvGrpSpPr/>
          <p:nvPr/>
        </p:nvGrpSpPr>
        <p:grpSpPr>
          <a:xfrm>
            <a:off x="2541658" y="2411931"/>
            <a:ext cx="356737" cy="353239"/>
            <a:chOff x="3192838" y="1931233"/>
            <a:chExt cx="298300" cy="295375"/>
          </a:xfrm>
        </p:grpSpPr>
        <p:sp>
          <p:nvSpPr>
            <p:cNvPr id="16390" name="Google Shape;16390;p90"/>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0"/>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0"/>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0"/>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0"/>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0"/>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0"/>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0"/>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0"/>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0"/>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0"/>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0"/>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0"/>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0"/>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0"/>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0"/>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0"/>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0"/>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0"/>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0"/>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0"/>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0"/>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0"/>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0"/>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4" name="Google Shape;16414;p90"/>
          <p:cNvGrpSpPr/>
          <p:nvPr/>
        </p:nvGrpSpPr>
        <p:grpSpPr>
          <a:xfrm>
            <a:off x="3272903" y="2410586"/>
            <a:ext cx="342506" cy="355302"/>
            <a:chOff x="3676863" y="1930108"/>
            <a:chExt cx="286400" cy="297100"/>
          </a:xfrm>
        </p:grpSpPr>
        <p:sp>
          <p:nvSpPr>
            <p:cNvPr id="16415" name="Google Shape;16415;p90"/>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0"/>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0"/>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90"/>
          <p:cNvGrpSpPr/>
          <p:nvPr/>
        </p:nvGrpSpPr>
        <p:grpSpPr>
          <a:xfrm>
            <a:off x="1797586" y="2409749"/>
            <a:ext cx="357455" cy="356139"/>
            <a:chOff x="2698088" y="1929408"/>
            <a:chExt cx="298900" cy="297800"/>
          </a:xfrm>
        </p:grpSpPr>
        <p:sp>
          <p:nvSpPr>
            <p:cNvPr id="16419" name="Google Shape;16419;p90"/>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0"/>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0"/>
          <p:cNvGrpSpPr/>
          <p:nvPr/>
        </p:nvGrpSpPr>
        <p:grpSpPr>
          <a:xfrm>
            <a:off x="4822994" y="2411274"/>
            <a:ext cx="288391" cy="354734"/>
            <a:chOff x="4718163" y="1930683"/>
            <a:chExt cx="241150" cy="296625"/>
          </a:xfrm>
        </p:grpSpPr>
        <p:sp>
          <p:nvSpPr>
            <p:cNvPr id="16422" name="Google Shape;16422;p90"/>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0"/>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0"/>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0"/>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0"/>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0"/>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0"/>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0"/>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0" name="Google Shape;16430;p90"/>
          <p:cNvGrpSpPr/>
          <p:nvPr/>
        </p:nvGrpSpPr>
        <p:grpSpPr>
          <a:xfrm>
            <a:off x="5516509" y="2409868"/>
            <a:ext cx="356019" cy="355302"/>
            <a:chOff x="5170638" y="1929508"/>
            <a:chExt cx="297700" cy="297100"/>
          </a:xfrm>
        </p:grpSpPr>
        <p:sp>
          <p:nvSpPr>
            <p:cNvPr id="16431" name="Google Shape;16431;p90"/>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0"/>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0"/>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0"/>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0"/>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0"/>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7" name="Google Shape;16437;p90"/>
          <p:cNvGrpSpPr/>
          <p:nvPr/>
        </p:nvGrpSpPr>
        <p:grpSpPr>
          <a:xfrm>
            <a:off x="6274094" y="2411274"/>
            <a:ext cx="356019" cy="353897"/>
            <a:chOff x="5676688" y="1930683"/>
            <a:chExt cx="297700" cy="295925"/>
          </a:xfrm>
        </p:grpSpPr>
        <p:sp>
          <p:nvSpPr>
            <p:cNvPr id="16438" name="Google Shape;16438;p90"/>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0"/>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0"/>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0"/>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90"/>
          <p:cNvSpPr/>
          <p:nvPr/>
        </p:nvSpPr>
        <p:spPr>
          <a:xfrm>
            <a:off x="7034468" y="2412683"/>
            <a:ext cx="302622" cy="357455"/>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90"/>
          <p:cNvGrpSpPr/>
          <p:nvPr/>
        </p:nvGrpSpPr>
        <p:grpSpPr>
          <a:xfrm>
            <a:off x="7742296" y="2411991"/>
            <a:ext cx="354614" cy="355332"/>
            <a:chOff x="6649513" y="1931283"/>
            <a:chExt cx="296525" cy="297125"/>
          </a:xfrm>
        </p:grpSpPr>
        <p:sp>
          <p:nvSpPr>
            <p:cNvPr id="16444" name="Google Shape;16444;p90"/>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0"/>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0"/>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90"/>
          <p:cNvGrpSpPr/>
          <p:nvPr/>
        </p:nvGrpSpPr>
        <p:grpSpPr>
          <a:xfrm>
            <a:off x="7740143" y="2936035"/>
            <a:ext cx="356767" cy="354584"/>
            <a:chOff x="6647713" y="2369483"/>
            <a:chExt cx="298325" cy="296500"/>
          </a:xfrm>
        </p:grpSpPr>
        <p:sp>
          <p:nvSpPr>
            <p:cNvPr id="16448" name="Google Shape;16448;p90"/>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0"/>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0"/>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90"/>
          <p:cNvGrpSpPr/>
          <p:nvPr/>
        </p:nvGrpSpPr>
        <p:grpSpPr>
          <a:xfrm>
            <a:off x="7007492" y="2936035"/>
            <a:ext cx="355302" cy="354584"/>
            <a:chOff x="6162513" y="2369483"/>
            <a:chExt cx="297100" cy="296500"/>
          </a:xfrm>
        </p:grpSpPr>
        <p:sp>
          <p:nvSpPr>
            <p:cNvPr id="16452" name="Google Shape;16452;p90"/>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0"/>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0"/>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0"/>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0"/>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0"/>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90"/>
          <p:cNvGrpSpPr/>
          <p:nvPr/>
        </p:nvGrpSpPr>
        <p:grpSpPr>
          <a:xfrm>
            <a:off x="6273377" y="2936722"/>
            <a:ext cx="356019" cy="354614"/>
            <a:chOff x="5676088" y="2370058"/>
            <a:chExt cx="297700" cy="296525"/>
          </a:xfrm>
        </p:grpSpPr>
        <p:sp>
          <p:nvSpPr>
            <p:cNvPr id="16459" name="Google Shape;16459;p90"/>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0"/>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0"/>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0"/>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0"/>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0"/>
          <p:cNvGrpSpPr/>
          <p:nvPr/>
        </p:nvGrpSpPr>
        <p:grpSpPr>
          <a:xfrm>
            <a:off x="5514356" y="2936722"/>
            <a:ext cx="356049" cy="355332"/>
            <a:chOff x="5168838" y="2370058"/>
            <a:chExt cx="297725" cy="297125"/>
          </a:xfrm>
        </p:grpSpPr>
        <p:sp>
          <p:nvSpPr>
            <p:cNvPr id="16465" name="Google Shape;16465;p90"/>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0"/>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0"/>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0"/>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0"/>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0"/>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0"/>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0"/>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0"/>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0"/>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90"/>
          <p:cNvGrpSpPr/>
          <p:nvPr/>
        </p:nvGrpSpPr>
        <p:grpSpPr>
          <a:xfrm>
            <a:off x="4770285" y="3000105"/>
            <a:ext cx="355332" cy="227849"/>
            <a:chOff x="4674088" y="2423058"/>
            <a:chExt cx="297125" cy="190525"/>
          </a:xfrm>
        </p:grpSpPr>
        <p:sp>
          <p:nvSpPr>
            <p:cNvPr id="16476" name="Google Shape;16476;p90"/>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0"/>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0"/>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0"/>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0"/>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1" name="Google Shape;16481;p90"/>
          <p:cNvSpPr/>
          <p:nvPr/>
        </p:nvSpPr>
        <p:spPr>
          <a:xfrm>
            <a:off x="4088105" y="32220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0"/>
          <p:cNvSpPr/>
          <p:nvPr/>
        </p:nvSpPr>
        <p:spPr>
          <a:xfrm>
            <a:off x="4318814" y="31887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0"/>
          <p:cNvSpPr/>
          <p:nvPr/>
        </p:nvSpPr>
        <p:spPr>
          <a:xfrm>
            <a:off x="4318814" y="3216499"/>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0"/>
          <p:cNvSpPr/>
          <p:nvPr/>
        </p:nvSpPr>
        <p:spPr>
          <a:xfrm>
            <a:off x="4318814" y="31602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0"/>
          <p:cNvSpPr/>
          <p:nvPr/>
        </p:nvSpPr>
        <p:spPr>
          <a:xfrm>
            <a:off x="4318814" y="3132487"/>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0"/>
          <p:cNvSpPr/>
          <p:nvPr/>
        </p:nvSpPr>
        <p:spPr>
          <a:xfrm>
            <a:off x="4318814" y="3105431"/>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0"/>
          <p:cNvSpPr/>
          <p:nvPr/>
        </p:nvSpPr>
        <p:spPr>
          <a:xfrm>
            <a:off x="4318814" y="30776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0"/>
          <p:cNvSpPr/>
          <p:nvPr/>
        </p:nvSpPr>
        <p:spPr>
          <a:xfrm>
            <a:off x="4273250" y="32357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0"/>
          <p:cNvSpPr/>
          <p:nvPr/>
        </p:nvSpPr>
        <p:spPr>
          <a:xfrm>
            <a:off x="4273250" y="31802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0"/>
          <p:cNvSpPr/>
          <p:nvPr/>
        </p:nvSpPr>
        <p:spPr>
          <a:xfrm>
            <a:off x="4273250" y="32072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0"/>
          <p:cNvSpPr/>
          <p:nvPr/>
        </p:nvSpPr>
        <p:spPr>
          <a:xfrm>
            <a:off x="4273250" y="31531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0"/>
          <p:cNvSpPr/>
          <p:nvPr/>
        </p:nvSpPr>
        <p:spPr>
          <a:xfrm>
            <a:off x="4135821" y="31666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0"/>
          <p:cNvSpPr/>
          <p:nvPr/>
        </p:nvSpPr>
        <p:spPr>
          <a:xfrm>
            <a:off x="4135821" y="31111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0"/>
          <p:cNvSpPr/>
          <p:nvPr/>
        </p:nvSpPr>
        <p:spPr>
          <a:xfrm>
            <a:off x="4135821" y="31389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0"/>
          <p:cNvSpPr/>
          <p:nvPr/>
        </p:nvSpPr>
        <p:spPr>
          <a:xfrm>
            <a:off x="4135821" y="31951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0"/>
          <p:cNvSpPr/>
          <p:nvPr/>
        </p:nvSpPr>
        <p:spPr>
          <a:xfrm>
            <a:off x="4135821" y="32229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0"/>
          <p:cNvSpPr/>
          <p:nvPr/>
        </p:nvSpPr>
        <p:spPr>
          <a:xfrm>
            <a:off x="4261860" y="30029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0"/>
          <p:cNvSpPr/>
          <p:nvPr/>
        </p:nvSpPr>
        <p:spPr>
          <a:xfrm>
            <a:off x="4316691"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0"/>
          <p:cNvSpPr/>
          <p:nvPr/>
        </p:nvSpPr>
        <p:spPr>
          <a:xfrm>
            <a:off x="4073874" y="30029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0"/>
          <p:cNvSpPr/>
          <p:nvPr/>
        </p:nvSpPr>
        <p:spPr>
          <a:xfrm>
            <a:off x="4288916" y="30029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0"/>
          <p:cNvSpPr/>
          <p:nvPr/>
        </p:nvSpPr>
        <p:spPr>
          <a:xfrm>
            <a:off x="4101648"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0"/>
          <p:cNvSpPr/>
          <p:nvPr/>
        </p:nvSpPr>
        <p:spPr>
          <a:xfrm>
            <a:off x="4233368" y="30029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0"/>
          <p:cNvSpPr/>
          <p:nvPr/>
        </p:nvSpPr>
        <p:spPr>
          <a:xfrm>
            <a:off x="4129423" y="30029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0"/>
          <p:cNvSpPr/>
          <p:nvPr/>
        </p:nvSpPr>
        <p:spPr>
          <a:xfrm>
            <a:off x="4385036" y="29886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0"/>
          <p:cNvSpPr/>
          <p:nvPr/>
        </p:nvSpPr>
        <p:spPr>
          <a:xfrm>
            <a:off x="4073874" y="29666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0"/>
          <p:cNvSpPr/>
          <p:nvPr/>
        </p:nvSpPr>
        <p:spPr>
          <a:xfrm>
            <a:off x="4399267" y="31146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0"/>
          <p:cNvSpPr/>
          <p:nvPr/>
        </p:nvSpPr>
        <p:spPr>
          <a:xfrm>
            <a:off x="4399267" y="30598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0"/>
          <p:cNvSpPr/>
          <p:nvPr/>
        </p:nvSpPr>
        <p:spPr>
          <a:xfrm>
            <a:off x="4399267" y="31424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0"/>
          <p:cNvSpPr/>
          <p:nvPr/>
        </p:nvSpPr>
        <p:spPr>
          <a:xfrm>
            <a:off x="4399267" y="30876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0"/>
          <p:cNvSpPr/>
          <p:nvPr/>
        </p:nvSpPr>
        <p:spPr>
          <a:xfrm>
            <a:off x="4399267" y="31987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0"/>
          <p:cNvSpPr/>
          <p:nvPr/>
        </p:nvSpPr>
        <p:spPr>
          <a:xfrm>
            <a:off x="4399267" y="32264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0"/>
          <p:cNvSpPr/>
          <p:nvPr/>
        </p:nvSpPr>
        <p:spPr>
          <a:xfrm>
            <a:off x="4399267" y="31702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0"/>
          <p:cNvSpPr/>
          <p:nvPr/>
        </p:nvSpPr>
        <p:spPr>
          <a:xfrm>
            <a:off x="4022630" y="29366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14" name="Google Shape;16514;p90"/>
          <p:cNvGrpSpPr/>
          <p:nvPr/>
        </p:nvGrpSpPr>
        <p:grpSpPr>
          <a:xfrm>
            <a:off x="3245846" y="2935257"/>
            <a:ext cx="361730" cy="358919"/>
            <a:chOff x="3654238" y="2368833"/>
            <a:chExt cx="302475" cy="300125"/>
          </a:xfrm>
        </p:grpSpPr>
        <p:sp>
          <p:nvSpPr>
            <p:cNvPr id="16515" name="Google Shape;16515;p90"/>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0"/>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0"/>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0"/>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0"/>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0"/>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0"/>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0"/>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0"/>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0"/>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0"/>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0"/>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7" name="Google Shape;16527;p90"/>
          <p:cNvGrpSpPr/>
          <p:nvPr/>
        </p:nvGrpSpPr>
        <p:grpSpPr>
          <a:xfrm>
            <a:off x="2544498" y="2935227"/>
            <a:ext cx="353179" cy="355332"/>
            <a:chOff x="3195213" y="2368808"/>
            <a:chExt cx="295325" cy="297125"/>
          </a:xfrm>
        </p:grpSpPr>
        <p:sp>
          <p:nvSpPr>
            <p:cNvPr id="16528" name="Google Shape;16528;p90"/>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0"/>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0"/>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0"/>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0"/>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0"/>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0"/>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0"/>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0"/>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0"/>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0"/>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0"/>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0"/>
          <p:cNvGrpSpPr/>
          <p:nvPr/>
        </p:nvGrpSpPr>
        <p:grpSpPr>
          <a:xfrm>
            <a:off x="1781203" y="2936035"/>
            <a:ext cx="368158" cy="355302"/>
            <a:chOff x="2684388" y="2369483"/>
            <a:chExt cx="307850" cy="297100"/>
          </a:xfrm>
        </p:grpSpPr>
        <p:sp>
          <p:nvSpPr>
            <p:cNvPr id="16541" name="Google Shape;16541;p90"/>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0"/>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0"/>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0"/>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5" name="Google Shape;16545;p90"/>
          <p:cNvSpPr/>
          <p:nvPr/>
        </p:nvSpPr>
        <p:spPr>
          <a:xfrm>
            <a:off x="1042813" y="29366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6" name="Google Shape;16546;p90"/>
          <p:cNvGrpSpPr/>
          <p:nvPr/>
        </p:nvGrpSpPr>
        <p:grpSpPr>
          <a:xfrm>
            <a:off x="1041406" y="3479990"/>
            <a:ext cx="356767" cy="356737"/>
            <a:chOff x="2193213" y="2824333"/>
            <a:chExt cx="298325" cy="298300"/>
          </a:xfrm>
        </p:grpSpPr>
        <p:sp>
          <p:nvSpPr>
            <p:cNvPr id="16547" name="Google Shape;16547;p90"/>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0"/>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0"/>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0"/>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0"/>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0"/>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0"/>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0"/>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0"/>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0"/>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0"/>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0"/>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0"/>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0"/>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0"/>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0"/>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3" name="Google Shape;16563;p90"/>
          <p:cNvSpPr/>
          <p:nvPr/>
        </p:nvSpPr>
        <p:spPr>
          <a:xfrm>
            <a:off x="1775487" y="34785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4" name="Google Shape;16564;p90"/>
          <p:cNvGrpSpPr/>
          <p:nvPr/>
        </p:nvGrpSpPr>
        <p:grpSpPr>
          <a:xfrm>
            <a:off x="2543093" y="3480677"/>
            <a:ext cx="356019" cy="356737"/>
            <a:chOff x="3194038" y="2824908"/>
            <a:chExt cx="297700" cy="298300"/>
          </a:xfrm>
        </p:grpSpPr>
        <p:sp>
          <p:nvSpPr>
            <p:cNvPr id="16565" name="Google Shape;16565;p90"/>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0"/>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0"/>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0"/>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0"/>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0"/>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0"/>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0"/>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90"/>
          <p:cNvGrpSpPr/>
          <p:nvPr/>
        </p:nvGrpSpPr>
        <p:grpSpPr>
          <a:xfrm>
            <a:off x="3233738" y="3480498"/>
            <a:ext cx="370281" cy="356946"/>
            <a:chOff x="3644113" y="2824758"/>
            <a:chExt cx="309625" cy="298475"/>
          </a:xfrm>
        </p:grpSpPr>
        <p:sp>
          <p:nvSpPr>
            <p:cNvPr id="16574" name="Google Shape;16574;p90"/>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0"/>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0"/>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90"/>
          <p:cNvGrpSpPr/>
          <p:nvPr/>
        </p:nvGrpSpPr>
        <p:grpSpPr>
          <a:xfrm>
            <a:off x="4022685" y="3480677"/>
            <a:ext cx="356019" cy="352492"/>
            <a:chOff x="4176388" y="2824908"/>
            <a:chExt cx="297700" cy="294750"/>
          </a:xfrm>
        </p:grpSpPr>
        <p:sp>
          <p:nvSpPr>
            <p:cNvPr id="16578" name="Google Shape;16578;p90"/>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0"/>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0"/>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0"/>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90"/>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90"/>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0"/>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0"/>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0"/>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0"/>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0"/>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0"/>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0"/>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0"/>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0"/>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90"/>
          <p:cNvGrpSpPr/>
          <p:nvPr/>
        </p:nvGrpSpPr>
        <p:grpSpPr>
          <a:xfrm>
            <a:off x="4769597" y="3477897"/>
            <a:ext cx="356019" cy="358112"/>
            <a:chOff x="4673513" y="2822583"/>
            <a:chExt cx="297700" cy="299450"/>
          </a:xfrm>
        </p:grpSpPr>
        <p:sp>
          <p:nvSpPr>
            <p:cNvPr id="16594" name="Google Shape;16594;p90"/>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0"/>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0"/>
          <p:cNvGrpSpPr/>
          <p:nvPr/>
        </p:nvGrpSpPr>
        <p:grpSpPr>
          <a:xfrm>
            <a:off x="5512951" y="3487823"/>
            <a:ext cx="357455" cy="338201"/>
            <a:chOff x="5167663" y="2830883"/>
            <a:chExt cx="298900" cy="282800"/>
          </a:xfrm>
        </p:grpSpPr>
        <p:sp>
          <p:nvSpPr>
            <p:cNvPr id="16597" name="Google Shape;16597;p90"/>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0"/>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0"/>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0"/>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0"/>
          <p:cNvGrpSpPr/>
          <p:nvPr/>
        </p:nvGrpSpPr>
        <p:grpSpPr>
          <a:xfrm>
            <a:off x="6296159" y="3480169"/>
            <a:ext cx="309768" cy="355123"/>
            <a:chOff x="5695138" y="2824483"/>
            <a:chExt cx="259025" cy="296950"/>
          </a:xfrm>
        </p:grpSpPr>
        <p:sp>
          <p:nvSpPr>
            <p:cNvPr id="16602" name="Google Shape;16602;p90"/>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0"/>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0"/>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0"/>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06" name="Google Shape;16606;p90"/>
          <p:cNvSpPr/>
          <p:nvPr/>
        </p:nvSpPr>
        <p:spPr>
          <a:xfrm>
            <a:off x="6997425" y="34806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0"/>
          <p:cNvSpPr/>
          <p:nvPr/>
        </p:nvSpPr>
        <p:spPr>
          <a:xfrm>
            <a:off x="7749323" y="34799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8" name="Google Shape;16608;p90"/>
          <p:cNvGrpSpPr/>
          <p:nvPr/>
        </p:nvGrpSpPr>
        <p:grpSpPr>
          <a:xfrm>
            <a:off x="7751534" y="4065233"/>
            <a:ext cx="351056" cy="355302"/>
            <a:chOff x="6657238" y="3313708"/>
            <a:chExt cx="293550" cy="297100"/>
          </a:xfrm>
        </p:grpSpPr>
        <p:sp>
          <p:nvSpPr>
            <p:cNvPr id="16609" name="Google Shape;16609;p90"/>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0"/>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0"/>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0"/>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0"/>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0"/>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0"/>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0"/>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0"/>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0"/>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0"/>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0"/>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0"/>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0"/>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0"/>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0"/>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5" name="Google Shape;16625;p90"/>
          <p:cNvSpPr/>
          <p:nvPr/>
        </p:nvSpPr>
        <p:spPr>
          <a:xfrm>
            <a:off x="7126312" y="42182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0"/>
          <p:cNvSpPr/>
          <p:nvPr/>
        </p:nvSpPr>
        <p:spPr>
          <a:xfrm>
            <a:off x="7126312" y="42446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0"/>
          <p:cNvSpPr/>
          <p:nvPr/>
        </p:nvSpPr>
        <p:spPr>
          <a:xfrm>
            <a:off x="7149811" y="42695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0"/>
          <p:cNvSpPr/>
          <p:nvPr/>
        </p:nvSpPr>
        <p:spPr>
          <a:xfrm>
            <a:off x="7007411" y="40666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9" name="Google Shape;16629;p90"/>
          <p:cNvGrpSpPr/>
          <p:nvPr/>
        </p:nvGrpSpPr>
        <p:grpSpPr>
          <a:xfrm>
            <a:off x="6273377" y="4066668"/>
            <a:ext cx="356019" cy="355302"/>
            <a:chOff x="5676088" y="3314908"/>
            <a:chExt cx="297700" cy="297100"/>
          </a:xfrm>
        </p:grpSpPr>
        <p:sp>
          <p:nvSpPr>
            <p:cNvPr id="16630" name="Google Shape;16630;p90"/>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0"/>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0"/>
          <p:cNvGrpSpPr/>
          <p:nvPr/>
        </p:nvGrpSpPr>
        <p:grpSpPr>
          <a:xfrm>
            <a:off x="5513639" y="4064516"/>
            <a:ext cx="356049" cy="355332"/>
            <a:chOff x="5168238" y="3313108"/>
            <a:chExt cx="297725" cy="297125"/>
          </a:xfrm>
        </p:grpSpPr>
        <p:sp>
          <p:nvSpPr>
            <p:cNvPr id="16633" name="Google Shape;16633;p90"/>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0"/>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0"/>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0"/>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0"/>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8" name="Google Shape;16638;p90"/>
          <p:cNvSpPr/>
          <p:nvPr/>
        </p:nvSpPr>
        <p:spPr>
          <a:xfrm>
            <a:off x="4760267" y="40637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9" name="Google Shape;16639;p90"/>
          <p:cNvGrpSpPr/>
          <p:nvPr/>
        </p:nvGrpSpPr>
        <p:grpSpPr>
          <a:xfrm>
            <a:off x="4024091" y="4065233"/>
            <a:ext cx="351056" cy="355302"/>
            <a:chOff x="4177563" y="3313708"/>
            <a:chExt cx="293550" cy="297100"/>
          </a:xfrm>
        </p:grpSpPr>
        <p:sp>
          <p:nvSpPr>
            <p:cNvPr id="16640" name="Google Shape;16640;p90"/>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0"/>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0"/>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0"/>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0"/>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0"/>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0"/>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0"/>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0"/>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0"/>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0"/>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0"/>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0"/>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3" name="Google Shape;16653;p90"/>
          <p:cNvSpPr/>
          <p:nvPr/>
        </p:nvSpPr>
        <p:spPr>
          <a:xfrm>
            <a:off x="3247951" y="40650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4" name="Google Shape;16654;p90"/>
          <p:cNvGrpSpPr/>
          <p:nvPr/>
        </p:nvGrpSpPr>
        <p:grpSpPr>
          <a:xfrm>
            <a:off x="2543093" y="4065233"/>
            <a:ext cx="354584" cy="354614"/>
            <a:chOff x="3194038" y="3313708"/>
            <a:chExt cx="296500" cy="296525"/>
          </a:xfrm>
        </p:grpSpPr>
        <p:sp>
          <p:nvSpPr>
            <p:cNvPr id="16655" name="Google Shape;16655;p90"/>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0"/>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0"/>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0"/>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0"/>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0"/>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0"/>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0"/>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0"/>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0"/>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5" name="Google Shape;16665;p90"/>
          <p:cNvGrpSpPr/>
          <p:nvPr/>
        </p:nvGrpSpPr>
        <p:grpSpPr>
          <a:xfrm>
            <a:off x="1778362" y="4074920"/>
            <a:ext cx="359577" cy="338051"/>
            <a:chOff x="2682013" y="3321808"/>
            <a:chExt cx="300675" cy="282675"/>
          </a:xfrm>
        </p:grpSpPr>
        <p:sp>
          <p:nvSpPr>
            <p:cNvPr id="16666" name="Google Shape;16666;p90"/>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0"/>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0"/>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9" name="Google Shape;16669;p90"/>
          <p:cNvGrpSpPr/>
          <p:nvPr/>
        </p:nvGrpSpPr>
        <p:grpSpPr>
          <a:xfrm>
            <a:off x="1091246" y="4064516"/>
            <a:ext cx="291261" cy="356737"/>
            <a:chOff x="2234888" y="3313108"/>
            <a:chExt cx="243550" cy="298300"/>
          </a:xfrm>
        </p:grpSpPr>
        <p:sp>
          <p:nvSpPr>
            <p:cNvPr id="16670" name="Google Shape;16670;p90"/>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0"/>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0"/>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0"/>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0"/>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0"/>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0"/>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0"/>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90"/>
          <p:cNvGrpSpPr/>
          <p:nvPr/>
        </p:nvGrpSpPr>
        <p:grpSpPr>
          <a:xfrm>
            <a:off x="1058508" y="4633405"/>
            <a:ext cx="357455" cy="356019"/>
            <a:chOff x="2207513" y="3788808"/>
            <a:chExt cx="298900" cy="297700"/>
          </a:xfrm>
        </p:grpSpPr>
        <p:sp>
          <p:nvSpPr>
            <p:cNvPr id="16679" name="Google Shape;16679;p90"/>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0"/>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0"/>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0"/>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0"/>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0"/>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0"/>
          <p:cNvGrpSpPr/>
          <p:nvPr/>
        </p:nvGrpSpPr>
        <p:grpSpPr>
          <a:xfrm>
            <a:off x="1781920" y="4634661"/>
            <a:ext cx="353897" cy="354046"/>
            <a:chOff x="2684988" y="3789858"/>
            <a:chExt cx="295925" cy="296050"/>
          </a:xfrm>
        </p:grpSpPr>
        <p:sp>
          <p:nvSpPr>
            <p:cNvPr id="16686" name="Google Shape;16686;p90"/>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0"/>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0"/>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0"/>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0"/>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0"/>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0"/>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0"/>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0"/>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0"/>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0"/>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0"/>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8" name="Google Shape;16698;p90"/>
          <p:cNvGrpSpPr/>
          <p:nvPr/>
        </p:nvGrpSpPr>
        <p:grpSpPr>
          <a:xfrm>
            <a:off x="2544498" y="4649012"/>
            <a:ext cx="356019" cy="326899"/>
            <a:chOff x="3195213" y="3801858"/>
            <a:chExt cx="297700" cy="273350"/>
          </a:xfrm>
        </p:grpSpPr>
        <p:sp>
          <p:nvSpPr>
            <p:cNvPr id="16699" name="Google Shape;16699;p90"/>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0"/>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0"/>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0"/>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0"/>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0"/>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0"/>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90"/>
          <p:cNvGrpSpPr/>
          <p:nvPr/>
        </p:nvGrpSpPr>
        <p:grpSpPr>
          <a:xfrm>
            <a:off x="3247999" y="4635438"/>
            <a:ext cx="356019" cy="356139"/>
            <a:chOff x="3656038" y="3790508"/>
            <a:chExt cx="297700" cy="297800"/>
          </a:xfrm>
        </p:grpSpPr>
        <p:sp>
          <p:nvSpPr>
            <p:cNvPr id="16707" name="Google Shape;16707;p90"/>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0"/>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0"/>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0"/>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0"/>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90"/>
          <p:cNvGrpSpPr/>
          <p:nvPr/>
        </p:nvGrpSpPr>
        <p:grpSpPr>
          <a:xfrm>
            <a:off x="4031151" y="4634073"/>
            <a:ext cx="355330" cy="353179"/>
            <a:chOff x="3688251" y="4146473"/>
            <a:chExt cx="355330" cy="353179"/>
          </a:xfrm>
        </p:grpSpPr>
        <p:sp>
          <p:nvSpPr>
            <p:cNvPr id="16713" name="Google Shape;16713;p90"/>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0"/>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5" name="Google Shape;16715;p90"/>
          <p:cNvGrpSpPr/>
          <p:nvPr/>
        </p:nvGrpSpPr>
        <p:grpSpPr>
          <a:xfrm>
            <a:off x="4769597" y="4634123"/>
            <a:ext cx="356019" cy="356019"/>
            <a:chOff x="4673513" y="3789408"/>
            <a:chExt cx="297700" cy="297700"/>
          </a:xfrm>
        </p:grpSpPr>
        <p:sp>
          <p:nvSpPr>
            <p:cNvPr id="16716" name="Google Shape;16716;p90"/>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0"/>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0"/>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90"/>
          <p:cNvGrpSpPr/>
          <p:nvPr/>
        </p:nvGrpSpPr>
        <p:grpSpPr>
          <a:xfrm>
            <a:off x="5522189" y="4634123"/>
            <a:ext cx="356019" cy="353179"/>
            <a:chOff x="5175388" y="3789408"/>
            <a:chExt cx="297700" cy="295325"/>
          </a:xfrm>
        </p:grpSpPr>
        <p:sp>
          <p:nvSpPr>
            <p:cNvPr id="16720" name="Google Shape;16720;p90"/>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0"/>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0"/>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90"/>
          <p:cNvGrpSpPr/>
          <p:nvPr/>
        </p:nvGrpSpPr>
        <p:grpSpPr>
          <a:xfrm>
            <a:off x="6273377" y="4633405"/>
            <a:ext cx="364570" cy="355750"/>
            <a:chOff x="5676088" y="3788808"/>
            <a:chExt cx="304850" cy="297475"/>
          </a:xfrm>
        </p:grpSpPr>
        <p:sp>
          <p:nvSpPr>
            <p:cNvPr id="16724" name="Google Shape;16724;p90"/>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0"/>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0"/>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0"/>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90"/>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90"/>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0" name="Google Shape;16730;p90"/>
          <p:cNvGrpSpPr/>
          <p:nvPr/>
        </p:nvGrpSpPr>
        <p:grpSpPr>
          <a:xfrm>
            <a:off x="6997507" y="4634123"/>
            <a:ext cx="356019" cy="356737"/>
            <a:chOff x="6154163" y="3789408"/>
            <a:chExt cx="297700" cy="298300"/>
          </a:xfrm>
        </p:grpSpPr>
        <p:sp>
          <p:nvSpPr>
            <p:cNvPr id="16731" name="Google Shape;16731;p90"/>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0"/>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0"/>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0"/>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0"/>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0"/>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0"/>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0"/>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0"/>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0"/>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0"/>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0"/>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0"/>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0"/>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0"/>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0"/>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0"/>
          <p:cNvGrpSpPr/>
          <p:nvPr/>
        </p:nvGrpSpPr>
        <p:grpSpPr>
          <a:xfrm>
            <a:off x="7740860" y="4636784"/>
            <a:ext cx="356049" cy="353359"/>
            <a:chOff x="6648313" y="3791633"/>
            <a:chExt cx="297725" cy="295475"/>
          </a:xfrm>
        </p:grpSpPr>
        <p:sp>
          <p:nvSpPr>
            <p:cNvPr id="16748" name="Google Shape;16748;p90"/>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0"/>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0"/>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0"/>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0"/>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0"/>
          <p:cNvGrpSpPr/>
          <p:nvPr/>
        </p:nvGrpSpPr>
        <p:grpSpPr>
          <a:xfrm>
            <a:off x="4023373" y="2411991"/>
            <a:ext cx="358172" cy="355332"/>
            <a:chOff x="4176963" y="1931283"/>
            <a:chExt cx="299500" cy="297125"/>
          </a:xfrm>
        </p:grpSpPr>
        <p:sp>
          <p:nvSpPr>
            <p:cNvPr id="16754" name="Google Shape;16754;p90"/>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0"/>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0"/>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0"/>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0"/>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0"/>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1868</TotalTime>
  <Words>1454</Words>
  <Application>Microsoft Office PowerPoint</Application>
  <PresentationFormat>Экран (4:3)</PresentationFormat>
  <Paragraphs>331</Paragraphs>
  <Slides>55</Slides>
  <Notes>55</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55</vt:i4>
      </vt:variant>
    </vt:vector>
  </HeadingPairs>
  <TitlesOfParts>
    <vt:vector size="69" baseType="lpstr">
      <vt:lpstr>Open Sans</vt:lpstr>
      <vt:lpstr>Roboto Medium</vt:lpstr>
      <vt:lpstr>Proxima Nova</vt:lpstr>
      <vt:lpstr>Poppins</vt:lpstr>
      <vt:lpstr>Amatic SC</vt:lpstr>
      <vt:lpstr>Source Code Pro</vt:lpstr>
      <vt:lpstr>Calibri</vt:lpstr>
      <vt:lpstr>Wingdings</vt:lpstr>
      <vt:lpstr>Arial</vt:lpstr>
      <vt:lpstr>Roboto Condensed Light</vt:lpstr>
      <vt:lpstr>Proxima Nova Semibold</vt:lpstr>
      <vt:lpstr>IBM Plex Mono</vt:lpstr>
      <vt:lpstr>Introduction to Coding Workshop by Slidesgo</vt:lpstr>
      <vt:lpstr>Slidesgo Final Pages</vt:lpstr>
      <vt:lpstr>Итоги 7 спринта</vt:lpstr>
      <vt:lpstr>Наша команда</vt:lpstr>
      <vt:lpstr>Задачи спринта</vt:lpstr>
      <vt:lpstr>Архитектура</vt:lpstr>
      <vt:lpstr>Диаграмма Archimate</vt:lpstr>
      <vt:lpstr>Диаграмма Archimate</vt:lpstr>
      <vt:lpstr>Диаграмма Archimate</vt:lpstr>
      <vt:lpstr>Диаграмма Archimate</vt:lpstr>
      <vt:lpstr>Диаграмма Archimate</vt:lpstr>
      <vt:lpstr>Диаграмма Archimate</vt:lpstr>
      <vt:lpstr>Диаграмма последовательности UML</vt:lpstr>
      <vt:lpstr>Диаграмма последовательности UML</vt:lpstr>
      <vt:lpstr>Диаграмма последовательности UML</vt:lpstr>
      <vt:lpstr>Словарь</vt:lpstr>
      <vt:lpstr>Словарь</vt:lpstr>
      <vt:lpstr>Обзор спринта</vt:lpstr>
      <vt:lpstr>Ретроспектива</vt:lpstr>
      <vt:lpstr>Спасибо за внимание!</vt:lpstr>
      <vt:lpstr>Дальше идут шаблоны и заготовки</vt:lpstr>
      <vt:lpstr>Роли пользователей</vt:lpstr>
      <vt:lpstr>Тема проекта</vt:lpstr>
      <vt:lpstr>Организация работы</vt:lpstr>
      <vt:lpstr>Выбор технологического стека</vt:lpstr>
      <vt:lpstr>Задачи 2 спринта</vt:lpstr>
      <vt:lpstr>Прототип интерфейса клиента</vt:lpstr>
      <vt:lpstr>Примеры с фото</vt:lpstr>
      <vt:lpstr>Brainstorm and idea generation</vt:lpstr>
      <vt:lpstr>Какой-то список</vt:lpstr>
      <vt:lpstr>Таблица</vt:lpstr>
      <vt:lpstr>Проблемы и решения</vt:lpstr>
      <vt:lpstr>Вопросы</vt:lpstr>
      <vt:lpstr>Step-by-step coding</vt:lpstr>
      <vt:lpstr>Parts and whole</vt:lpstr>
      <vt:lpstr>Icon pack</vt:lpstr>
      <vt:lpstr>Alternative resources</vt:lpstr>
      <vt:lpstr>Use our editable graphic resources... </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 </vt:lpstr>
      <vt:lpstr>Educational Icons </vt:lpstr>
      <vt:lpstr>Business Icons </vt:lpstr>
      <vt:lpstr>Help &amp; Support Icons </vt:lpstr>
      <vt:lpstr>Creative Process Icons</vt:lpstr>
      <vt:lpstr>Nature Icons</vt:lpstr>
      <vt:lpstr>SEO &amp; Marketing Icons</vt:lpstr>
      <vt:lpstr>Premium Infographics</vt:lpstr>
      <vt:lpstr>Premium Infographics</vt:lpstr>
      <vt:lpstr>Premium Icons</vt:lpstr>
      <vt:lpstr>Premium Icons</vt:lpstr>
      <vt:lpstr>Premium Icons</vt:lpstr>
      <vt:lpstr>Premium Icons</vt:lpstr>
      <vt:lpstr>Premium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Итоги 1 спринта</dc:title>
  <cp:lastModifiedBy>Даниил Ромов</cp:lastModifiedBy>
  <cp:revision>109</cp:revision>
  <dcterms:modified xsi:type="dcterms:W3CDTF">2026-04-14T09:04:42Z</dcterms:modified>
</cp:coreProperties>
</file>